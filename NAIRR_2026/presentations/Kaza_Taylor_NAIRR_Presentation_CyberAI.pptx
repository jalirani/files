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2" r:id="rId6"/>
    <p:sldMasterId id="2147483676" r:id="rId7"/>
    <p:sldMasterId id="2147483723" r:id="rId8"/>
    <p:sldMasterId id="2147483740"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Lst>
  <p:sldSz cy="6858000" cx="12192000"/>
  <p:notesSz cx="6858000" cy="9144000"/>
  <p:embeddedFontLst>
    <p:embeddedFont>
      <p:font typeface="Figtree"/>
      <p:regular r:id="rId28"/>
      <p:bold r:id="rId29"/>
      <p:italic r:id="rId30"/>
      <p:boldItalic r:id="rId31"/>
    </p:embeddedFont>
    <p:embeddedFont>
      <p:font typeface="Jost Light"/>
      <p:regular r:id="rId32"/>
      <p:bold r:id="rId33"/>
      <p:italic r:id="rId34"/>
      <p:boldItalic r:id="rId35"/>
    </p:embeddedFont>
    <p:embeddedFont>
      <p:font typeface="Proxima Nova"/>
      <p:regular r:id="rId36"/>
      <p:bold r:id="rId37"/>
      <p:italic r:id="rId38"/>
      <p:boldItalic r:id="rId39"/>
    </p:embeddedFont>
    <p:embeddedFont>
      <p:font typeface="Amiko SemiBold"/>
      <p:regular r:id="rId40"/>
      <p:bold r:id="rId41"/>
    </p:embeddedFont>
    <p:embeddedFont>
      <p:font typeface="Figtree Light"/>
      <p:regular r:id="rId42"/>
      <p:bold r:id="rId43"/>
      <p:italic r:id="rId44"/>
      <p:boldItalic r:id="rId45"/>
    </p:embeddedFont>
    <p:embeddedFont>
      <p:font typeface="Jost"/>
      <p:regular r:id="rId46"/>
      <p:bold r:id="rId47"/>
      <p:italic r:id="rId48"/>
      <p:boldItalic r:id="rId49"/>
    </p:embeddedFont>
    <p:embeddedFont>
      <p:font typeface="Amiko"/>
      <p:regular r:id="rId50"/>
      <p:bold r:id="rId51"/>
    </p:embeddedFont>
    <p:embeddedFont>
      <p:font typeface="Proxima Nova Extrabold"/>
      <p:bold r:id="rId52"/>
    </p:embeddedFont>
    <p:embeddedFont>
      <p:font typeface="Play"/>
      <p:regular r:id="rId53"/>
      <p:bold r:id="rId54"/>
    </p:embeddedFont>
    <p:embeddedFont>
      <p:font typeface="Tahoma"/>
      <p:regular r:id="rId55"/>
      <p:bold r:id="rId56"/>
    </p:embeddedFont>
    <p:embeddedFont>
      <p:font typeface="Open Sans SemiBold"/>
      <p:regular r:id="rId57"/>
      <p:bold r:id="rId58"/>
      <p:italic r:id="rId59"/>
      <p:boldItalic r:id="rId60"/>
    </p:embeddedFont>
    <p:embeddedFont>
      <p:font typeface="Open Sans Light"/>
      <p:regular r:id="rId61"/>
      <p:bold r:id="rId62"/>
      <p:italic r:id="rId63"/>
      <p:boldItalic r:id="rId64"/>
    </p:embeddedFont>
    <p:embeddedFont>
      <p:font typeface="Open Sans"/>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69" roundtripDataSignature="AMtx7mhmFnM3yOPLVr/aQ2fiYFRGW+RX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4DB2D3-C172-4D40-9535-3BF5F2B61C01}">
  <a:tblStyle styleId="{804DB2D3-C172-4D40-9535-3BF5F2B61C01}"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AmikoSemiBold-regular.fntdata"/><Relationship Id="rId42" Type="http://schemas.openxmlformats.org/officeDocument/2006/relationships/font" Target="fonts/FigtreeLight-regular.fntdata"/><Relationship Id="rId41" Type="http://schemas.openxmlformats.org/officeDocument/2006/relationships/font" Target="fonts/AmikoSemiBold-bold.fntdata"/><Relationship Id="rId44" Type="http://schemas.openxmlformats.org/officeDocument/2006/relationships/font" Target="fonts/FigtreeLight-italic.fntdata"/><Relationship Id="rId43" Type="http://schemas.openxmlformats.org/officeDocument/2006/relationships/font" Target="fonts/FigtreeLight-bold.fntdata"/><Relationship Id="rId46" Type="http://schemas.openxmlformats.org/officeDocument/2006/relationships/font" Target="fonts/Jost-regular.fntdata"/><Relationship Id="rId45" Type="http://schemas.openxmlformats.org/officeDocument/2006/relationships/font" Target="fonts/FigtreeLight-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Jost-italic.fntdata"/><Relationship Id="rId47" Type="http://schemas.openxmlformats.org/officeDocument/2006/relationships/font" Target="fonts/Jost-bold.fntdata"/><Relationship Id="rId49" Type="http://schemas.openxmlformats.org/officeDocument/2006/relationships/font" Target="fonts/Jost-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Figtree-boldItalic.fntdata"/><Relationship Id="rId30" Type="http://schemas.openxmlformats.org/officeDocument/2006/relationships/font" Target="fonts/Figtree-italic.fntdata"/><Relationship Id="rId33" Type="http://schemas.openxmlformats.org/officeDocument/2006/relationships/font" Target="fonts/JostLight-bold.fntdata"/><Relationship Id="rId32" Type="http://schemas.openxmlformats.org/officeDocument/2006/relationships/font" Target="fonts/JostLight-regular.fntdata"/><Relationship Id="rId35" Type="http://schemas.openxmlformats.org/officeDocument/2006/relationships/font" Target="fonts/JostLight-boldItalic.fntdata"/><Relationship Id="rId34" Type="http://schemas.openxmlformats.org/officeDocument/2006/relationships/font" Target="fonts/JostLight-italic.fntdata"/><Relationship Id="rId37" Type="http://schemas.openxmlformats.org/officeDocument/2006/relationships/font" Target="fonts/ProximaNova-bold.fntdata"/><Relationship Id="rId36" Type="http://schemas.openxmlformats.org/officeDocument/2006/relationships/font" Target="fonts/ProximaNova-regular.fntdata"/><Relationship Id="rId39" Type="http://schemas.openxmlformats.org/officeDocument/2006/relationships/font" Target="fonts/ProximaNova-boldItalic.fntdata"/><Relationship Id="rId38" Type="http://schemas.openxmlformats.org/officeDocument/2006/relationships/font" Target="fonts/ProximaNova-italic.fntdata"/><Relationship Id="rId62" Type="http://schemas.openxmlformats.org/officeDocument/2006/relationships/font" Target="fonts/OpenSansLight-bold.fntdata"/><Relationship Id="rId61" Type="http://schemas.openxmlformats.org/officeDocument/2006/relationships/font" Target="fonts/OpenSansLight-regular.fntdata"/><Relationship Id="rId20" Type="http://schemas.openxmlformats.org/officeDocument/2006/relationships/slide" Target="slides/slide10.xml"/><Relationship Id="rId64" Type="http://schemas.openxmlformats.org/officeDocument/2006/relationships/font" Target="fonts/OpenSansLight-boldItalic.fntdata"/><Relationship Id="rId63" Type="http://schemas.openxmlformats.org/officeDocument/2006/relationships/font" Target="fonts/OpenSansLight-italic.fntdata"/><Relationship Id="rId22" Type="http://schemas.openxmlformats.org/officeDocument/2006/relationships/slide" Target="slides/slide12.xml"/><Relationship Id="rId66" Type="http://schemas.openxmlformats.org/officeDocument/2006/relationships/font" Target="fonts/OpenSans-bold.fntdata"/><Relationship Id="rId21" Type="http://schemas.openxmlformats.org/officeDocument/2006/relationships/slide" Target="slides/slide11.xml"/><Relationship Id="rId65" Type="http://schemas.openxmlformats.org/officeDocument/2006/relationships/font" Target="fonts/OpenSans-regular.fntdata"/><Relationship Id="rId24" Type="http://schemas.openxmlformats.org/officeDocument/2006/relationships/slide" Target="slides/slide14.xml"/><Relationship Id="rId68" Type="http://schemas.openxmlformats.org/officeDocument/2006/relationships/font" Target="fonts/OpenSans-boldItalic.fntdata"/><Relationship Id="rId23" Type="http://schemas.openxmlformats.org/officeDocument/2006/relationships/slide" Target="slides/slide13.xml"/><Relationship Id="rId67" Type="http://schemas.openxmlformats.org/officeDocument/2006/relationships/font" Target="fonts/OpenSans-italic.fntdata"/><Relationship Id="rId60" Type="http://schemas.openxmlformats.org/officeDocument/2006/relationships/font" Target="fonts/OpenSansSemiBold-boldItalic.fntdata"/><Relationship Id="rId26" Type="http://schemas.openxmlformats.org/officeDocument/2006/relationships/slide" Target="slides/slide16.xml"/><Relationship Id="rId25" Type="http://schemas.openxmlformats.org/officeDocument/2006/relationships/slide" Target="slides/slide15.xml"/><Relationship Id="rId69" Type="http://customschemas.google.com/relationships/presentationmetadata" Target="metadata"/><Relationship Id="rId28" Type="http://schemas.openxmlformats.org/officeDocument/2006/relationships/font" Target="fonts/Figtree-regular.fntdata"/><Relationship Id="rId27" Type="http://schemas.openxmlformats.org/officeDocument/2006/relationships/slide" Target="slides/slide17.xml"/><Relationship Id="rId29" Type="http://schemas.openxmlformats.org/officeDocument/2006/relationships/font" Target="fonts/Figtree-bold.fntdata"/><Relationship Id="rId51" Type="http://schemas.openxmlformats.org/officeDocument/2006/relationships/font" Target="fonts/Amiko-bold.fntdata"/><Relationship Id="rId50" Type="http://schemas.openxmlformats.org/officeDocument/2006/relationships/font" Target="fonts/Amiko-regular.fntdata"/><Relationship Id="rId53" Type="http://schemas.openxmlformats.org/officeDocument/2006/relationships/font" Target="fonts/Play-regular.fntdata"/><Relationship Id="rId52" Type="http://schemas.openxmlformats.org/officeDocument/2006/relationships/font" Target="fonts/ProximaNovaExtrabold-bold.fntdata"/><Relationship Id="rId11" Type="http://schemas.openxmlformats.org/officeDocument/2006/relationships/slide" Target="slides/slide1.xml"/><Relationship Id="rId55" Type="http://schemas.openxmlformats.org/officeDocument/2006/relationships/font" Target="fonts/Tahoma-regular.fntdata"/><Relationship Id="rId10" Type="http://schemas.openxmlformats.org/officeDocument/2006/relationships/notesMaster" Target="notesMasters/notesMaster1.xml"/><Relationship Id="rId54" Type="http://schemas.openxmlformats.org/officeDocument/2006/relationships/font" Target="fonts/Play-bold.fntdata"/><Relationship Id="rId13" Type="http://schemas.openxmlformats.org/officeDocument/2006/relationships/slide" Target="slides/slide3.xml"/><Relationship Id="rId57" Type="http://schemas.openxmlformats.org/officeDocument/2006/relationships/font" Target="fonts/OpenSansSemiBold-regular.fntdata"/><Relationship Id="rId12" Type="http://schemas.openxmlformats.org/officeDocument/2006/relationships/slide" Target="slides/slide2.xml"/><Relationship Id="rId56" Type="http://schemas.openxmlformats.org/officeDocument/2006/relationships/font" Target="fonts/Tahoma-bold.fntdata"/><Relationship Id="rId15" Type="http://schemas.openxmlformats.org/officeDocument/2006/relationships/slide" Target="slides/slide5.xml"/><Relationship Id="rId59" Type="http://schemas.openxmlformats.org/officeDocument/2006/relationships/font" Target="fonts/OpenSansSemiBold-italic.fntdata"/><Relationship Id="rId14" Type="http://schemas.openxmlformats.org/officeDocument/2006/relationships/slide" Target="slides/slide4.xml"/><Relationship Id="rId58" Type="http://schemas.openxmlformats.org/officeDocument/2006/relationships/font" Target="fonts/OpenSansSemiBold-bold.fnt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c6521b2d6_0_2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1105" name="Google Shape;1105;g3ec6521b2d6_0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3ec5bf9a084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3ec5bf9a084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g3ec5bf9a084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8" name="Google Shape;1138;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solidFill>
                  <a:srgbClr val="0E0E0E"/>
                </a:solidFill>
                <a:latin typeface="Arial"/>
                <a:ea typeface="Arial"/>
                <a:cs typeface="Arial"/>
                <a:sym typeface="Arial"/>
              </a:rPr>
              <a:t>Provide a report to Congress</a:t>
            </a:r>
            <a:r>
              <a:rPr lang="en-US">
                <a:solidFill>
                  <a:srgbClr val="0E0E0E"/>
                </a:solidFill>
                <a:latin typeface="Arial"/>
                <a:ea typeface="Arial"/>
                <a:cs typeface="Arial"/>
                <a:sym typeface="Arial"/>
              </a:rPr>
              <a:t> including:</a:t>
            </a:r>
            <a:endParaRPr/>
          </a:p>
          <a:p>
            <a:pPr indent="0" lvl="0" marL="0" rtl="0" algn="l">
              <a:lnSpc>
                <a:spcPct val="100000"/>
              </a:lnSpc>
              <a:spcBef>
                <a:spcPts val="0"/>
              </a:spcBef>
              <a:spcAft>
                <a:spcPts val="0"/>
              </a:spcAft>
              <a:buSzPts val="1400"/>
              <a:buNone/>
            </a:pPr>
            <a:r>
              <a:rPr lang="en-US">
                <a:solidFill>
                  <a:srgbClr val="0E0E0E"/>
                </a:solidFill>
                <a:latin typeface="Arial"/>
                <a:ea typeface="Arial"/>
                <a:cs typeface="Arial"/>
                <a:sym typeface="Arial"/>
              </a:rPr>
              <a:t>A. Recent statistical data on the size, composition, and educational requirements of the Federal AI workforce, including an </a:t>
            </a:r>
            <a:r>
              <a:rPr b="1" lang="en-US">
                <a:solidFill>
                  <a:srgbClr val="0E0E0E"/>
                </a:solidFill>
                <a:latin typeface="Arial"/>
                <a:ea typeface="Arial"/>
                <a:cs typeface="Arial"/>
                <a:sym typeface="Arial"/>
              </a:rPr>
              <a:t>assessment of current and future demand for additional AI professionals across the Federal Government.</a:t>
            </a:r>
            <a:endParaRPr>
              <a:solidFill>
                <a:srgbClr val="0E0E0E"/>
              </a:solidFill>
              <a:latin typeface="Arial"/>
              <a:ea typeface="Arial"/>
              <a:cs typeface="Arial"/>
              <a:sym typeface="Arial"/>
            </a:endParaRPr>
          </a:p>
          <a:p>
            <a:pPr indent="0" lvl="0" marL="0" rtl="0" algn="l">
              <a:lnSpc>
                <a:spcPct val="100000"/>
              </a:lnSpc>
              <a:spcBef>
                <a:spcPts val="0"/>
              </a:spcBef>
              <a:spcAft>
                <a:spcPts val="0"/>
              </a:spcAft>
              <a:buSzPts val="1400"/>
              <a:buNone/>
            </a:pPr>
            <a:br>
              <a:rPr lang="en-US">
                <a:solidFill>
                  <a:srgbClr val="0E0E0E"/>
                </a:solidFill>
                <a:latin typeface="Arial"/>
                <a:ea typeface="Arial"/>
                <a:cs typeface="Arial"/>
                <a:sym typeface="Arial"/>
              </a:rPr>
            </a:br>
            <a:endParaRPr>
              <a:solidFill>
                <a:srgbClr val="0E0E0E"/>
              </a:solidFill>
              <a:latin typeface="Arial"/>
              <a:ea typeface="Arial"/>
              <a:cs typeface="Arial"/>
              <a:sym typeface="Arial"/>
            </a:endParaRPr>
          </a:p>
          <a:p>
            <a:pPr indent="0" lvl="0" marL="0" rtl="0" algn="l">
              <a:lnSpc>
                <a:spcPct val="100000"/>
              </a:lnSpc>
              <a:spcBef>
                <a:spcPts val="0"/>
              </a:spcBef>
              <a:spcAft>
                <a:spcPts val="0"/>
              </a:spcAft>
              <a:buSzPts val="1400"/>
              <a:buNone/>
            </a:pPr>
            <a:r>
              <a:rPr lang="en-US">
                <a:solidFill>
                  <a:srgbClr val="0E0E0E"/>
                </a:solidFill>
                <a:latin typeface="Arial"/>
                <a:ea typeface="Arial"/>
                <a:cs typeface="Arial"/>
                <a:sym typeface="Arial"/>
              </a:rPr>
              <a:t>B. An </a:t>
            </a:r>
            <a:r>
              <a:rPr b="1" lang="en-US">
                <a:solidFill>
                  <a:srgbClr val="0E0E0E"/>
                </a:solidFill>
                <a:latin typeface="Arial"/>
                <a:ea typeface="Arial"/>
                <a:cs typeface="Arial"/>
                <a:sym typeface="Arial"/>
              </a:rPr>
              <a:t>assessment of the capacity of institutions of higher education to produce graduates</a:t>
            </a:r>
            <a:r>
              <a:rPr lang="en-US">
                <a:solidFill>
                  <a:srgbClr val="0E0E0E"/>
                </a:solidFill>
                <a:latin typeface="Arial"/>
                <a:ea typeface="Arial"/>
                <a:cs typeface="Arial"/>
                <a:sym typeface="Arial"/>
              </a:rPr>
              <a:t> with degrees, certifications, and relevant skills related to artificial intelligence that meet the current and future needs of the Federal workforce.</a:t>
            </a:r>
            <a:endParaRPr/>
          </a:p>
          <a:p>
            <a:pPr indent="0" lvl="0" marL="0" rtl="0" algn="l">
              <a:lnSpc>
                <a:spcPct val="100000"/>
              </a:lnSpc>
              <a:spcBef>
                <a:spcPts val="0"/>
              </a:spcBef>
              <a:spcAft>
                <a:spcPts val="0"/>
              </a:spcAft>
              <a:buSzPts val="1400"/>
              <a:buNone/>
            </a:pPr>
            <a:br>
              <a:rPr lang="en-US">
                <a:solidFill>
                  <a:srgbClr val="0E0E0E"/>
                </a:solidFill>
                <a:latin typeface="Arial"/>
                <a:ea typeface="Arial"/>
                <a:cs typeface="Arial"/>
                <a:sym typeface="Arial"/>
              </a:rPr>
            </a:br>
            <a:endParaRPr>
              <a:solidFill>
                <a:srgbClr val="0E0E0E"/>
              </a:solidFill>
              <a:latin typeface="Arial"/>
              <a:ea typeface="Arial"/>
              <a:cs typeface="Arial"/>
              <a:sym typeface="Arial"/>
            </a:endParaRPr>
          </a:p>
          <a:p>
            <a:pPr indent="0" lvl="0" marL="0" rtl="0" algn="l">
              <a:lnSpc>
                <a:spcPct val="100000"/>
              </a:lnSpc>
              <a:spcBef>
                <a:spcPts val="0"/>
              </a:spcBef>
              <a:spcAft>
                <a:spcPts val="0"/>
              </a:spcAft>
              <a:buSzPts val="1400"/>
              <a:buNone/>
            </a:pPr>
            <a:r>
              <a:rPr lang="en-US">
                <a:solidFill>
                  <a:srgbClr val="0E0E0E"/>
                </a:solidFill>
                <a:latin typeface="Arial"/>
                <a:ea typeface="Arial"/>
                <a:cs typeface="Arial"/>
                <a:sym typeface="Arial"/>
              </a:rPr>
              <a:t>C. </a:t>
            </a:r>
            <a:r>
              <a:rPr b="1" lang="en-US">
                <a:solidFill>
                  <a:srgbClr val="0E0E0E"/>
                </a:solidFill>
                <a:latin typeface="Arial"/>
                <a:ea typeface="Arial"/>
                <a:cs typeface="Arial"/>
                <a:sym typeface="Arial"/>
              </a:rPr>
              <a:t>Evaluation of the need, feasibility,</a:t>
            </a:r>
            <a:r>
              <a:rPr lang="en-US">
                <a:solidFill>
                  <a:srgbClr val="0E0E0E"/>
                </a:solidFill>
                <a:latin typeface="Arial"/>
                <a:ea typeface="Arial"/>
                <a:cs typeface="Arial"/>
                <a:sym typeface="Arial"/>
              </a:rPr>
              <a:t> and if appropriate, plans to establish an </a:t>
            </a:r>
            <a:r>
              <a:rPr b="1" lang="en-US">
                <a:solidFill>
                  <a:srgbClr val="0E0E0E"/>
                </a:solidFill>
                <a:latin typeface="Arial"/>
                <a:ea typeface="Arial"/>
                <a:cs typeface="Arial"/>
                <a:sym typeface="Arial"/>
              </a:rPr>
              <a:t>AI-SFS program.</a:t>
            </a:r>
            <a:endParaRPr>
              <a:solidFill>
                <a:srgbClr val="0E0E0E"/>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139" name="Google Shape;1139;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3ec6521b2d6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1167" name="Google Shape;1167;g3ec6521b2d6_0_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ed88e6a675_3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
        <p:nvSpPr>
          <p:cNvPr id="1191" name="Google Shape;1191;g3ed88e6a675_3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5" name="Google Shape;12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3" name="Google Shape;1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3" name="Google Shape;1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1224" name="Google Shape;1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1233" name="Google Shape;123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3" name="Google Shape;12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Sidd &amp; Blair</a:t>
            </a:r>
            <a:endParaRPr/>
          </a:p>
          <a:p>
            <a:pPr indent="0" lvl="0" marL="0" rtl="0" algn="l">
              <a:lnSpc>
                <a:spcPct val="100000"/>
              </a:lnSpc>
              <a:spcBef>
                <a:spcPts val="0"/>
              </a:spcBef>
              <a:spcAft>
                <a:spcPts val="0"/>
              </a:spcAft>
              <a:buSzPts val="1400"/>
              <a:buNone/>
            </a:pPr>
            <a:r>
              <a:rPr lang="en-US"/>
              <a:t>KUs</a:t>
            </a:r>
            <a:endParaRPr/>
          </a:p>
        </p:txBody>
      </p:sp>
      <p:sp>
        <p:nvSpPr>
          <p:cNvPr id="1244" name="Google Shape;12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ec6521b2d6_0_6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5" name="Google Shape;1275;g3ec6521b2d6_0_6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276" name="Google Shape;1276;g3ec6521b2d6_0_6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a0a694c39d_1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g3a0a694c39d_1_1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ec6521b2d6_0_9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g3ec6521b2d6_0_9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a:p>
        </p:txBody>
      </p:sp>
      <p:sp>
        <p:nvSpPr>
          <p:cNvPr id="1318" name="Google Shape;1318;g3ec6521b2d6_0_9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3a0a694c39d_1_2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g3a0a694c39d_1_2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33bdf6ef9a7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4" name="Google Shape;1364;g33bdf6ef9a7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8" name="Google Shape;137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 name="Shape 24"/>
        <p:cNvGrpSpPr/>
        <p:nvPr/>
      </p:nvGrpSpPr>
      <p:grpSpPr>
        <a:xfrm>
          <a:off x="0" y="0"/>
          <a:ext cx="0" cy="0"/>
          <a:chOff x="0" y="0"/>
          <a:chExt cx="0" cy="0"/>
        </a:xfrm>
      </p:grpSpPr>
      <p:sp>
        <p:nvSpPr>
          <p:cNvPr id="25" name="Google Shape;25;p21"/>
          <p:cNvSpPr/>
          <p:nvPr>
            <p:ph idx="2" type="pic"/>
          </p:nvPr>
        </p:nvSpPr>
        <p:spPr>
          <a:xfrm>
            <a:off x="609600" y="640080"/>
            <a:ext cx="7772400" cy="5486400"/>
          </a:xfrm>
          <a:prstGeom prst="rect">
            <a:avLst/>
          </a:prstGeom>
          <a:noFill/>
          <a:ln cap="flat" cmpd="sng" w="9525">
            <a:solidFill>
              <a:srgbClr val="BFBFBF"/>
            </a:solidFill>
            <a:prstDash val="solid"/>
            <a:round/>
            <a:headEnd len="sm" w="sm" type="none"/>
            <a:tailEnd len="sm" w="sm" type="none"/>
          </a:ln>
        </p:spPr>
      </p:sp>
      <p:sp>
        <p:nvSpPr>
          <p:cNvPr id="26" name="Google Shape;26;p21"/>
          <p:cNvSpPr/>
          <p:nvPr>
            <p:ph idx="3" type="pic"/>
          </p:nvPr>
        </p:nvSpPr>
        <p:spPr>
          <a:xfrm>
            <a:off x="8526463" y="5618480"/>
            <a:ext cx="3055937" cy="508000"/>
          </a:xfrm>
          <a:prstGeom prst="rect">
            <a:avLst/>
          </a:prstGeom>
          <a:noFill/>
          <a:ln>
            <a:noFill/>
          </a:ln>
        </p:spPr>
      </p:sp>
      <p:sp>
        <p:nvSpPr>
          <p:cNvPr id="27" name="Google Shape;27;p21"/>
          <p:cNvSpPr txBox="1"/>
          <p:nvPr>
            <p:ph type="ctrTitle"/>
          </p:nvPr>
        </p:nvSpPr>
        <p:spPr>
          <a:xfrm>
            <a:off x="6281685" y="2521860"/>
            <a:ext cx="5305506" cy="210312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b" bIns="45700" lIns="228600" spcFirstLastPara="1" rIns="228600" wrap="square" tIns="45700">
            <a:normAutofit/>
          </a:bodyPr>
          <a:lstStyle>
            <a:lvl1pPr lvl="0" algn="l">
              <a:lnSpc>
                <a:spcPct val="90000"/>
              </a:lnSpc>
              <a:spcBef>
                <a:spcPts val="0"/>
              </a:spcBef>
              <a:spcAft>
                <a:spcPts val="0"/>
              </a:spcAft>
              <a:buClr>
                <a:schemeClr val="dk1"/>
              </a:buClr>
              <a:buSzPts val="3200"/>
              <a:buFont typeface="Proxima Nova"/>
              <a:buNone/>
              <a:defRPr sz="3200">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p:nvPr>
            <p:ph idx="1" type="subTitle"/>
          </p:nvPr>
        </p:nvSpPr>
        <p:spPr>
          <a:xfrm>
            <a:off x="6281685" y="4619724"/>
            <a:ext cx="5305506" cy="64008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t" bIns="45700" lIns="228600" spcFirstLastPara="1" rIns="228600" wrap="square" tIns="0">
            <a:normAutofit/>
          </a:bodyPr>
          <a:lstStyle>
            <a:lvl1pPr lvl="0" algn="l">
              <a:lnSpc>
                <a:spcPct val="90000"/>
              </a:lnSpc>
              <a:spcBef>
                <a:spcPts val="1000"/>
              </a:spcBef>
              <a:spcAft>
                <a:spcPts val="0"/>
              </a:spcAft>
              <a:buClr>
                <a:srgbClr val="000000"/>
              </a:buClr>
              <a:buSzPts val="2000"/>
              <a:buNone/>
              <a:defRPr b="0" sz="2000">
                <a:solidFill>
                  <a:srgbClr val="000000"/>
                </a:solidFill>
                <a:latin typeface="Proxima Nova"/>
                <a:ea typeface="Proxima Nova"/>
                <a:cs typeface="Proxima Nova"/>
                <a:sym typeface="Proxima Nova"/>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9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8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2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7296">
          <p15:clr>
            <a:srgbClr val="FBAE40"/>
          </p15:clr>
        </p15:guide>
        <p15:guide id="3" pos="3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22"/>
          <p:cNvSpPr txBox="1"/>
          <p:nvPr>
            <p:ph type="title"/>
          </p:nvPr>
        </p:nvSpPr>
        <p:spPr>
          <a:xfrm>
            <a:off x="1365558" y="365125"/>
            <a:ext cx="998824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 type="body"/>
          </p:nvPr>
        </p:nvSpPr>
        <p:spPr>
          <a:xfrm>
            <a:off x="1365558" y="1825625"/>
            <a:ext cx="9988241"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4" name="Google Shape;34;p2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5" name="Google Shape;35;p2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p:cSld name="Title Slide Alt">
    <p:spTree>
      <p:nvGrpSpPr>
        <p:cNvPr id="36" name="Shape 36"/>
        <p:cNvGrpSpPr/>
        <p:nvPr/>
      </p:nvGrpSpPr>
      <p:grpSpPr>
        <a:xfrm>
          <a:off x="0" y="0"/>
          <a:ext cx="0" cy="0"/>
          <a:chOff x="0" y="0"/>
          <a:chExt cx="0" cy="0"/>
        </a:xfrm>
      </p:grpSpPr>
      <p:sp>
        <p:nvSpPr>
          <p:cNvPr id="37" name="Google Shape;37;p28"/>
          <p:cNvSpPr/>
          <p:nvPr>
            <p:ph idx="2" type="pic"/>
          </p:nvPr>
        </p:nvSpPr>
        <p:spPr>
          <a:xfrm>
            <a:off x="6096001" y="0"/>
            <a:ext cx="6096000" cy="6858000"/>
          </a:xfrm>
          <a:prstGeom prst="rect">
            <a:avLst/>
          </a:prstGeom>
          <a:noFill/>
          <a:ln>
            <a:noFill/>
          </a:ln>
        </p:spPr>
      </p:sp>
      <p:sp>
        <p:nvSpPr>
          <p:cNvPr id="38" name="Google Shape;38;p28"/>
          <p:cNvSpPr/>
          <p:nvPr>
            <p:ph idx="3" type="pic"/>
          </p:nvPr>
        </p:nvSpPr>
        <p:spPr>
          <a:xfrm>
            <a:off x="857005" y="5327766"/>
            <a:ext cx="3055937" cy="508000"/>
          </a:xfrm>
          <a:prstGeom prst="rect">
            <a:avLst/>
          </a:prstGeom>
          <a:noFill/>
          <a:ln>
            <a:noFill/>
          </a:ln>
        </p:spPr>
      </p:sp>
      <p:sp>
        <p:nvSpPr>
          <p:cNvPr id="39" name="Google Shape;39;p28"/>
          <p:cNvSpPr txBox="1"/>
          <p:nvPr>
            <p:ph type="ctrTitle"/>
          </p:nvPr>
        </p:nvSpPr>
        <p:spPr>
          <a:xfrm>
            <a:off x="857005" y="1886607"/>
            <a:ext cx="4560277" cy="2052612"/>
          </a:xfrm>
          <a:prstGeom prst="rect">
            <a:avLst/>
          </a:prstGeom>
          <a:noFill/>
          <a:ln>
            <a:noFill/>
          </a:ln>
        </p:spPr>
        <p:txBody>
          <a:bodyPr anchorCtr="0" anchor="b" bIns="45700" lIns="228600" spcFirstLastPara="1" rIns="228600" wrap="square" tIns="45700">
            <a:normAutofit/>
          </a:bodyPr>
          <a:lstStyle>
            <a:lvl1pPr lvl="0" algn="l">
              <a:lnSpc>
                <a:spcPct val="90000"/>
              </a:lnSpc>
              <a:spcBef>
                <a:spcPts val="0"/>
              </a:spcBef>
              <a:spcAft>
                <a:spcPts val="0"/>
              </a:spcAft>
              <a:buClr>
                <a:schemeClr val="dk1"/>
              </a:buClr>
              <a:buSzPts val="3200"/>
              <a:buFont typeface="Proxima Nova"/>
              <a:buNone/>
              <a:defRPr sz="3200">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8"/>
          <p:cNvSpPr txBox="1"/>
          <p:nvPr>
            <p:ph idx="1" type="subTitle"/>
          </p:nvPr>
        </p:nvSpPr>
        <p:spPr>
          <a:xfrm>
            <a:off x="858247" y="3939219"/>
            <a:ext cx="4560277" cy="653802"/>
          </a:xfrm>
          <a:prstGeom prst="rect">
            <a:avLst/>
          </a:prstGeom>
          <a:noFill/>
          <a:ln>
            <a:noFill/>
          </a:ln>
        </p:spPr>
        <p:txBody>
          <a:bodyPr anchorCtr="0" anchor="t" bIns="45700" lIns="228600" spcFirstLastPara="1" rIns="228600" wrap="square" tIns="45700">
            <a:normAutofit/>
          </a:bodyPr>
          <a:lstStyle>
            <a:lvl1pPr lvl="0" algn="l">
              <a:lnSpc>
                <a:spcPct val="90000"/>
              </a:lnSpc>
              <a:spcBef>
                <a:spcPts val="1000"/>
              </a:spcBef>
              <a:spcAft>
                <a:spcPts val="0"/>
              </a:spcAft>
              <a:buClr>
                <a:srgbClr val="000000"/>
              </a:buClr>
              <a:buSzPts val="2000"/>
              <a:buNone/>
              <a:defRPr b="0" sz="2000">
                <a:solidFill>
                  <a:srgbClr val="000000"/>
                </a:solidFill>
                <a:latin typeface="Proxima Nova"/>
                <a:ea typeface="Proxima Nova"/>
                <a:cs typeface="Proxima Nova"/>
                <a:sym typeface="Proxima Nova"/>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9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8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1" name="Google Shape;41;p2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41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Text">
  <p:cSld name="Title / 2 Text">
    <p:spTree>
      <p:nvGrpSpPr>
        <p:cNvPr id="59" name="Shape 59"/>
        <p:cNvGrpSpPr/>
        <p:nvPr/>
      </p:nvGrpSpPr>
      <p:grpSpPr>
        <a:xfrm>
          <a:off x="0" y="0"/>
          <a:ext cx="0" cy="0"/>
          <a:chOff x="0" y="0"/>
          <a:chExt cx="0" cy="0"/>
        </a:xfrm>
      </p:grpSpPr>
      <p:sp>
        <p:nvSpPr>
          <p:cNvPr id="60" name="Google Shape;60;p24"/>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24"/>
          <p:cNvSpPr txBox="1"/>
          <p:nvPr>
            <p:ph idx="1" type="body"/>
          </p:nvPr>
        </p:nvSpPr>
        <p:spPr>
          <a:xfrm>
            <a:off x="1066800" y="1520825"/>
            <a:ext cx="4566858" cy="3724275"/>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24"/>
          <p:cNvSpPr txBox="1"/>
          <p:nvPr>
            <p:ph idx="2" type="body"/>
          </p:nvPr>
        </p:nvSpPr>
        <p:spPr>
          <a:xfrm>
            <a:off x="6558342" y="1520825"/>
            <a:ext cx="4566858" cy="3724275"/>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4"/>
          <p:cNvSpPr txBox="1"/>
          <p:nvPr>
            <p:ph idx="3"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4"/>
          <p:cNvSpPr txBox="1"/>
          <p:nvPr>
            <p:ph type="title"/>
          </p:nvPr>
        </p:nvSpPr>
        <p:spPr>
          <a:xfrm>
            <a:off x="1066800" y="647700"/>
            <a:ext cx="10058400" cy="5857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4"/>
          <p:cNvSpPr/>
          <p:nvPr>
            <p:ph idx="4" type="pic"/>
          </p:nvPr>
        </p:nvSpPr>
        <p:spPr>
          <a:xfrm>
            <a:off x="9189245" y="6289673"/>
            <a:ext cx="2882900" cy="4318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25"/>
          <p:cNvSpPr txBox="1"/>
          <p:nvPr>
            <p:ph type="title"/>
          </p:nvPr>
        </p:nvSpPr>
        <p:spPr>
          <a:xfrm>
            <a:off x="1066799" y="647700"/>
            <a:ext cx="10058401" cy="104298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 type="body"/>
          </p:nvPr>
        </p:nvSpPr>
        <p:spPr>
          <a:xfrm>
            <a:off x="1066800" y="1825625"/>
            <a:ext cx="10058400" cy="151220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30200" lvl="1" marL="914400" algn="l">
              <a:lnSpc>
                <a:spcPct val="100000"/>
              </a:lnSpc>
              <a:spcBef>
                <a:spcPts val="500"/>
              </a:spcBef>
              <a:spcAft>
                <a:spcPts val="0"/>
              </a:spcAft>
              <a:buSzPts val="1600"/>
              <a:buChar char="▪"/>
              <a:defRPr/>
            </a:lvl2pPr>
            <a:lvl3pPr indent="-279400" lvl="2" marL="1371600" algn="l">
              <a:lnSpc>
                <a:spcPct val="100000"/>
              </a:lnSpc>
              <a:spcBef>
                <a:spcPts val="500"/>
              </a:spcBef>
              <a:spcAft>
                <a:spcPts val="0"/>
              </a:spcAft>
              <a:buSzPts val="800"/>
              <a:buChar char="◆"/>
              <a:defRPr/>
            </a:lvl3pPr>
            <a:lvl4pPr indent="-330200" lvl="3" marL="1828800" algn="l">
              <a:lnSpc>
                <a:spcPct val="100000"/>
              </a:lnSpc>
              <a:spcBef>
                <a:spcPts val="500"/>
              </a:spcBef>
              <a:spcAft>
                <a:spcPts val="0"/>
              </a:spcAft>
              <a:buSzPts val="1600"/>
              <a:buChar char="•"/>
              <a:defRPr/>
            </a:lvl4pPr>
            <a:lvl5pPr indent="-279400" lvl="4" marL="2286000" algn="l">
              <a:lnSpc>
                <a:spcPct val="100000"/>
              </a:lnSpc>
              <a:spcBef>
                <a:spcPts val="500"/>
              </a:spcBef>
              <a:spcAft>
                <a:spcPts val="0"/>
              </a:spcAft>
              <a:buSzPts val="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0" name="Google Shape;70;p2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1" name="Google Shape;71;p25"/>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4" name="Google Shape;74;p2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5" name="Google Shape;75;p26"/>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76" name="Shape 76"/>
        <p:cNvGrpSpPr/>
        <p:nvPr/>
      </p:nvGrpSpPr>
      <p:grpSpPr>
        <a:xfrm>
          <a:off x="0" y="0"/>
          <a:ext cx="0" cy="0"/>
          <a:chOff x="0" y="0"/>
          <a:chExt cx="0" cy="0"/>
        </a:xfrm>
      </p:grpSpPr>
      <p:sp>
        <p:nvSpPr>
          <p:cNvPr id="77" name="Google Shape;77;p27"/>
          <p:cNvSpPr txBox="1"/>
          <p:nvPr>
            <p:ph type="title"/>
          </p:nvPr>
        </p:nvSpPr>
        <p:spPr>
          <a:xfrm>
            <a:off x="1048200" y="410827"/>
            <a:ext cx="10095600" cy="936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000"/>
              <a:buFont typeface="Proxima Nova"/>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78" name="Google Shape;78;p27"/>
          <p:cNvSpPr txBox="1"/>
          <p:nvPr>
            <p:ph idx="12" type="sldNum"/>
          </p:nvPr>
        </p:nvSpPr>
        <p:spPr>
          <a:xfrm>
            <a:off x="11205845" y="6333135"/>
            <a:ext cx="731600" cy="5248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Content / Image">
  <p:cSld name="Text / Content / Image">
    <p:spTree>
      <p:nvGrpSpPr>
        <p:cNvPr id="79" name="Shape 79"/>
        <p:cNvGrpSpPr/>
        <p:nvPr/>
      </p:nvGrpSpPr>
      <p:grpSpPr>
        <a:xfrm>
          <a:off x="0" y="0"/>
          <a:ext cx="0" cy="0"/>
          <a:chOff x="0" y="0"/>
          <a:chExt cx="0" cy="0"/>
        </a:xfrm>
      </p:grpSpPr>
      <p:sp>
        <p:nvSpPr>
          <p:cNvPr id="80" name="Google Shape;80;p29"/>
          <p:cNvSpPr/>
          <p:nvPr>
            <p:ph idx="2" type="pic"/>
          </p:nvPr>
        </p:nvSpPr>
        <p:spPr>
          <a:xfrm>
            <a:off x="6634163" y="691657"/>
            <a:ext cx="4948237" cy="5029200"/>
          </a:xfrm>
          <a:prstGeom prst="rect">
            <a:avLst/>
          </a:prstGeom>
          <a:noFill/>
          <a:ln>
            <a:noFill/>
          </a:ln>
        </p:spPr>
      </p:sp>
      <p:sp>
        <p:nvSpPr>
          <p:cNvPr id="81" name="Google Shape;81;p29"/>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29"/>
          <p:cNvSpPr txBox="1"/>
          <p:nvPr>
            <p:ph type="title"/>
          </p:nvPr>
        </p:nvSpPr>
        <p:spPr>
          <a:xfrm>
            <a:off x="1069638" y="1104900"/>
            <a:ext cx="5026362" cy="10972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9"/>
          <p:cNvSpPr/>
          <p:nvPr>
            <p:ph idx="3" type="dgm"/>
          </p:nvPr>
        </p:nvSpPr>
        <p:spPr>
          <a:xfrm>
            <a:off x="6633498" y="650634"/>
            <a:ext cx="4948237" cy="45720"/>
          </a:xfrm>
          <a:prstGeom prst="rect">
            <a:avLst/>
          </a:prstGeom>
          <a:solidFill>
            <a:srgbClr val="FFBB00"/>
          </a:solid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5" name="Google Shape;85;p29"/>
          <p:cNvSpPr/>
          <p:nvPr>
            <p:ph idx="4" type="pic"/>
          </p:nvPr>
        </p:nvSpPr>
        <p:spPr>
          <a:xfrm>
            <a:off x="9144000" y="6289673"/>
            <a:ext cx="2882900" cy="457200"/>
          </a:xfrm>
          <a:prstGeom prst="rect">
            <a:avLst/>
          </a:prstGeom>
          <a:noFill/>
          <a:ln>
            <a:noFill/>
          </a:ln>
        </p:spPr>
      </p:sp>
      <p:sp>
        <p:nvSpPr>
          <p:cNvPr id="86" name="Google Shape;86;p29"/>
          <p:cNvSpPr txBox="1"/>
          <p:nvPr>
            <p:ph idx="5" type="body"/>
          </p:nvPr>
        </p:nvSpPr>
        <p:spPr>
          <a:xfrm>
            <a:off x="1066800" y="2212755"/>
            <a:ext cx="5029200" cy="350224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Text / Content">
  <p:cSld name="Image / Text / Content">
    <p:spTree>
      <p:nvGrpSpPr>
        <p:cNvPr id="87" name="Shape 87"/>
        <p:cNvGrpSpPr/>
        <p:nvPr/>
      </p:nvGrpSpPr>
      <p:grpSpPr>
        <a:xfrm>
          <a:off x="0" y="0"/>
          <a:ext cx="0" cy="0"/>
          <a:chOff x="0" y="0"/>
          <a:chExt cx="0" cy="0"/>
        </a:xfrm>
      </p:grpSpPr>
      <p:pic>
        <p:nvPicPr>
          <p:cNvPr id="88" name="Google Shape;88;p30"/>
          <p:cNvPicPr preferRelativeResize="0"/>
          <p:nvPr/>
        </p:nvPicPr>
        <p:blipFill rotWithShape="1">
          <a:blip r:embed="rId2">
            <a:alphaModFix/>
          </a:blip>
          <a:srcRect b="0" l="30127" r="0" t="24444"/>
          <a:stretch/>
        </p:blipFill>
        <p:spPr>
          <a:xfrm>
            <a:off x="0" y="0"/>
            <a:ext cx="1944962" cy="1880711"/>
          </a:xfrm>
          <a:prstGeom prst="rect">
            <a:avLst/>
          </a:prstGeom>
          <a:noFill/>
          <a:ln>
            <a:noFill/>
          </a:ln>
        </p:spPr>
      </p:pic>
      <p:sp>
        <p:nvSpPr>
          <p:cNvPr id="89" name="Google Shape;89;p30"/>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0" name="Google Shape;90;p30"/>
          <p:cNvSpPr txBox="1"/>
          <p:nvPr>
            <p:ph type="title"/>
          </p:nvPr>
        </p:nvSpPr>
        <p:spPr>
          <a:xfrm>
            <a:off x="6098838" y="1104900"/>
            <a:ext cx="5026362" cy="10693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0"/>
          <p:cNvSpPr txBox="1"/>
          <p:nvPr>
            <p:ph idx="1"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0"/>
          <p:cNvSpPr/>
          <p:nvPr>
            <p:ph idx="2" type="pic"/>
          </p:nvPr>
        </p:nvSpPr>
        <p:spPr>
          <a:xfrm>
            <a:off x="609600" y="699611"/>
            <a:ext cx="4948237" cy="5015389"/>
          </a:xfrm>
          <a:prstGeom prst="rect">
            <a:avLst/>
          </a:prstGeom>
          <a:noFill/>
          <a:ln>
            <a:noFill/>
          </a:ln>
        </p:spPr>
      </p:sp>
      <p:sp>
        <p:nvSpPr>
          <p:cNvPr id="93" name="Google Shape;93;p30"/>
          <p:cNvSpPr/>
          <p:nvPr>
            <p:ph idx="3" type="dgm"/>
          </p:nvPr>
        </p:nvSpPr>
        <p:spPr>
          <a:xfrm>
            <a:off x="609600" y="661511"/>
            <a:ext cx="4948237"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4" name="Google Shape;94;p30"/>
          <p:cNvSpPr/>
          <p:nvPr>
            <p:ph idx="4" type="pic"/>
          </p:nvPr>
        </p:nvSpPr>
        <p:spPr>
          <a:xfrm>
            <a:off x="9189245" y="6289673"/>
            <a:ext cx="2882900" cy="431800"/>
          </a:xfrm>
          <a:prstGeom prst="rect">
            <a:avLst/>
          </a:prstGeom>
          <a:noFill/>
          <a:ln>
            <a:noFill/>
          </a:ln>
        </p:spPr>
      </p:sp>
      <p:sp>
        <p:nvSpPr>
          <p:cNvPr id="95" name="Google Shape;95;p30"/>
          <p:cNvSpPr txBox="1"/>
          <p:nvPr>
            <p:ph idx="5" type="body"/>
          </p:nvPr>
        </p:nvSpPr>
        <p:spPr>
          <a:xfrm>
            <a:off x="6092825" y="2174874"/>
            <a:ext cx="5032375" cy="35401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 / 2 Text">
  <p:cSld name="2 Image / 2 Text">
    <p:spTree>
      <p:nvGrpSpPr>
        <p:cNvPr id="96" name="Shape 96"/>
        <p:cNvGrpSpPr/>
        <p:nvPr/>
      </p:nvGrpSpPr>
      <p:grpSpPr>
        <a:xfrm>
          <a:off x="0" y="0"/>
          <a:ext cx="0" cy="0"/>
          <a:chOff x="0" y="0"/>
          <a:chExt cx="0" cy="0"/>
        </a:xfrm>
      </p:grpSpPr>
      <p:sp>
        <p:nvSpPr>
          <p:cNvPr id="97" name="Google Shape;97;p31"/>
          <p:cNvSpPr txBox="1"/>
          <p:nvPr>
            <p:ph idx="1" type="body"/>
          </p:nvPr>
        </p:nvSpPr>
        <p:spPr>
          <a:xfrm>
            <a:off x="876299" y="4265911"/>
            <a:ext cx="5006201" cy="16245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31"/>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9" name="Google Shape;99;p31"/>
          <p:cNvSpPr txBox="1"/>
          <p:nvPr>
            <p:ph type="title"/>
          </p:nvPr>
        </p:nvSpPr>
        <p:spPr>
          <a:xfrm>
            <a:off x="876299" y="441977"/>
            <a:ext cx="10528301" cy="6629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1"/>
          <p:cNvSpPr txBox="1"/>
          <p:nvPr>
            <p:ph idx="2"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31"/>
          <p:cNvSpPr/>
          <p:nvPr>
            <p:ph idx="3" type="pic"/>
          </p:nvPr>
        </p:nvSpPr>
        <p:spPr>
          <a:xfrm>
            <a:off x="876300" y="1277407"/>
            <a:ext cx="4997450" cy="2862793"/>
          </a:xfrm>
          <a:prstGeom prst="rect">
            <a:avLst/>
          </a:prstGeom>
          <a:noFill/>
          <a:ln>
            <a:noFill/>
          </a:ln>
        </p:spPr>
      </p:sp>
      <p:sp>
        <p:nvSpPr>
          <p:cNvPr id="102" name="Google Shape;102;p31"/>
          <p:cNvSpPr/>
          <p:nvPr>
            <p:ph idx="4" type="dgm"/>
          </p:nvPr>
        </p:nvSpPr>
        <p:spPr>
          <a:xfrm>
            <a:off x="876300" y="1228398"/>
            <a:ext cx="5001250" cy="49009"/>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31"/>
          <p:cNvSpPr/>
          <p:nvPr>
            <p:ph idx="5" type="pic"/>
          </p:nvPr>
        </p:nvSpPr>
        <p:spPr>
          <a:xfrm>
            <a:off x="6314383" y="1277407"/>
            <a:ext cx="5086349" cy="2862793"/>
          </a:xfrm>
          <a:prstGeom prst="rect">
            <a:avLst/>
          </a:prstGeom>
          <a:noFill/>
          <a:ln>
            <a:noFill/>
          </a:ln>
        </p:spPr>
      </p:sp>
      <p:sp>
        <p:nvSpPr>
          <p:cNvPr id="104" name="Google Shape;104;p31"/>
          <p:cNvSpPr/>
          <p:nvPr>
            <p:ph idx="6" type="dgm"/>
          </p:nvPr>
        </p:nvSpPr>
        <p:spPr>
          <a:xfrm>
            <a:off x="6314383" y="1228398"/>
            <a:ext cx="5090217" cy="49009"/>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5" name="Google Shape;105;p31"/>
          <p:cNvSpPr/>
          <p:nvPr>
            <p:ph idx="7" type="pic"/>
          </p:nvPr>
        </p:nvSpPr>
        <p:spPr>
          <a:xfrm>
            <a:off x="9189245" y="6289673"/>
            <a:ext cx="2882900" cy="431800"/>
          </a:xfrm>
          <a:prstGeom prst="rect">
            <a:avLst/>
          </a:prstGeom>
          <a:noFill/>
          <a:ln>
            <a:noFill/>
          </a:ln>
        </p:spPr>
      </p:sp>
      <p:sp>
        <p:nvSpPr>
          <p:cNvPr id="106" name="Google Shape;106;p31"/>
          <p:cNvSpPr txBox="1"/>
          <p:nvPr>
            <p:ph idx="8" type="body"/>
          </p:nvPr>
        </p:nvSpPr>
        <p:spPr>
          <a:xfrm>
            <a:off x="6310234" y="4265911"/>
            <a:ext cx="5006201" cy="16245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guide id="2" orient="horz" pos="3024">
          <p15:clr>
            <a:srgbClr val="FBAE40"/>
          </p15:clr>
        </p15:guide>
        <p15:guide id="3" pos="44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 Comparison">
  <p:cSld name="2 Image Comparison">
    <p:spTree>
      <p:nvGrpSpPr>
        <p:cNvPr id="107" name="Shape 107"/>
        <p:cNvGrpSpPr/>
        <p:nvPr/>
      </p:nvGrpSpPr>
      <p:grpSpPr>
        <a:xfrm>
          <a:off x="0" y="0"/>
          <a:ext cx="0" cy="0"/>
          <a:chOff x="0" y="0"/>
          <a:chExt cx="0" cy="0"/>
        </a:xfrm>
      </p:grpSpPr>
      <p:sp>
        <p:nvSpPr>
          <p:cNvPr id="108" name="Google Shape;108;p32"/>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32"/>
          <p:cNvSpPr txBox="1"/>
          <p:nvPr>
            <p:ph type="title"/>
          </p:nvPr>
        </p:nvSpPr>
        <p:spPr>
          <a:xfrm>
            <a:off x="3732552" y="863775"/>
            <a:ext cx="4766872" cy="110363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2"/>
          <p:cNvSpPr txBox="1"/>
          <p:nvPr>
            <p:ph idx="1"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32"/>
          <p:cNvSpPr/>
          <p:nvPr>
            <p:ph idx="2" type="pic"/>
          </p:nvPr>
        </p:nvSpPr>
        <p:spPr>
          <a:xfrm>
            <a:off x="505693" y="896384"/>
            <a:ext cx="3009474" cy="4672013"/>
          </a:xfrm>
          <a:prstGeom prst="rect">
            <a:avLst/>
          </a:prstGeom>
          <a:noFill/>
          <a:ln>
            <a:noFill/>
          </a:ln>
        </p:spPr>
      </p:sp>
      <p:sp>
        <p:nvSpPr>
          <p:cNvPr id="112" name="Google Shape;112;p32"/>
          <p:cNvSpPr/>
          <p:nvPr>
            <p:ph idx="3" type="pic"/>
          </p:nvPr>
        </p:nvSpPr>
        <p:spPr>
          <a:xfrm>
            <a:off x="8716809" y="896384"/>
            <a:ext cx="3009474" cy="4672013"/>
          </a:xfrm>
          <a:prstGeom prst="rect">
            <a:avLst/>
          </a:prstGeom>
          <a:noFill/>
          <a:ln>
            <a:noFill/>
          </a:ln>
        </p:spPr>
      </p:sp>
      <p:sp>
        <p:nvSpPr>
          <p:cNvPr id="113" name="Google Shape;113;p32"/>
          <p:cNvSpPr/>
          <p:nvPr>
            <p:ph idx="4" type="dgm"/>
          </p:nvPr>
        </p:nvSpPr>
        <p:spPr>
          <a:xfrm>
            <a:off x="505693" y="858459"/>
            <a:ext cx="3008376"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32"/>
          <p:cNvSpPr/>
          <p:nvPr>
            <p:ph idx="5" type="dgm"/>
          </p:nvPr>
        </p:nvSpPr>
        <p:spPr>
          <a:xfrm>
            <a:off x="8716809" y="858459"/>
            <a:ext cx="3008376"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5" name="Google Shape;115;p32"/>
          <p:cNvSpPr/>
          <p:nvPr>
            <p:ph idx="6" type="pic"/>
          </p:nvPr>
        </p:nvSpPr>
        <p:spPr>
          <a:xfrm>
            <a:off x="9189245" y="6289673"/>
            <a:ext cx="2882900" cy="431800"/>
          </a:xfrm>
          <a:prstGeom prst="rect">
            <a:avLst/>
          </a:prstGeom>
          <a:noFill/>
          <a:ln>
            <a:noFill/>
          </a:ln>
        </p:spPr>
      </p:sp>
      <p:sp>
        <p:nvSpPr>
          <p:cNvPr id="116" name="Google Shape;116;p32"/>
          <p:cNvSpPr txBox="1"/>
          <p:nvPr>
            <p:ph idx="7" type="body"/>
          </p:nvPr>
        </p:nvSpPr>
        <p:spPr>
          <a:xfrm>
            <a:off x="3732552" y="2074692"/>
            <a:ext cx="4766872" cy="364030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2 Images">
  <p:cSld name="Text / 2 Images">
    <p:spTree>
      <p:nvGrpSpPr>
        <p:cNvPr id="117" name="Shape 117"/>
        <p:cNvGrpSpPr/>
        <p:nvPr/>
      </p:nvGrpSpPr>
      <p:grpSpPr>
        <a:xfrm>
          <a:off x="0" y="0"/>
          <a:ext cx="0" cy="0"/>
          <a:chOff x="0" y="0"/>
          <a:chExt cx="0" cy="0"/>
        </a:xfrm>
      </p:grpSpPr>
      <p:sp>
        <p:nvSpPr>
          <p:cNvPr id="118" name="Google Shape;118;p33"/>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33"/>
          <p:cNvSpPr txBox="1"/>
          <p:nvPr>
            <p:ph type="title"/>
          </p:nvPr>
        </p:nvSpPr>
        <p:spPr>
          <a:xfrm>
            <a:off x="1066800" y="1104900"/>
            <a:ext cx="5029200" cy="98308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3"/>
          <p:cNvSpPr/>
          <p:nvPr>
            <p:ph idx="2" type="pic"/>
          </p:nvPr>
        </p:nvSpPr>
        <p:spPr>
          <a:xfrm>
            <a:off x="7084425" y="0"/>
            <a:ext cx="4720225" cy="2971885"/>
          </a:xfrm>
          <a:prstGeom prst="rect">
            <a:avLst/>
          </a:prstGeom>
          <a:noFill/>
          <a:ln>
            <a:noFill/>
          </a:ln>
        </p:spPr>
      </p:sp>
      <p:sp>
        <p:nvSpPr>
          <p:cNvPr id="121" name="Google Shape;121;p33"/>
          <p:cNvSpPr/>
          <p:nvPr>
            <p:ph idx="3" type="pic"/>
          </p:nvPr>
        </p:nvSpPr>
        <p:spPr>
          <a:xfrm>
            <a:off x="7084425" y="3206665"/>
            <a:ext cx="4720225" cy="2971885"/>
          </a:xfrm>
          <a:prstGeom prst="rect">
            <a:avLst/>
          </a:prstGeom>
          <a:noFill/>
          <a:ln>
            <a:noFill/>
          </a:ln>
        </p:spPr>
      </p:sp>
      <p:sp>
        <p:nvSpPr>
          <p:cNvPr id="122" name="Google Shape;122;p33"/>
          <p:cNvSpPr txBox="1"/>
          <p:nvPr>
            <p:ph idx="1" type="body"/>
          </p:nvPr>
        </p:nvSpPr>
        <p:spPr>
          <a:xfrm>
            <a:off x="1072019" y="2183928"/>
            <a:ext cx="5023981" cy="353107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33"/>
          <p:cNvSpPr txBox="1"/>
          <p:nvPr>
            <p:ph idx="4"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33"/>
          <p:cNvSpPr/>
          <p:nvPr>
            <p:ph idx="5" type="pic"/>
          </p:nvPr>
        </p:nvSpPr>
        <p:spPr>
          <a:xfrm>
            <a:off x="9189245" y="6289673"/>
            <a:ext cx="2882900" cy="431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Text">
  <p:cSld name="2 Images / Text">
    <p:spTree>
      <p:nvGrpSpPr>
        <p:cNvPr id="125" name="Shape 125"/>
        <p:cNvGrpSpPr/>
        <p:nvPr/>
      </p:nvGrpSpPr>
      <p:grpSpPr>
        <a:xfrm>
          <a:off x="0" y="0"/>
          <a:ext cx="0" cy="0"/>
          <a:chOff x="0" y="0"/>
          <a:chExt cx="0" cy="0"/>
        </a:xfrm>
      </p:grpSpPr>
      <p:sp>
        <p:nvSpPr>
          <p:cNvPr id="126" name="Google Shape;126;p34"/>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34"/>
          <p:cNvSpPr txBox="1"/>
          <p:nvPr>
            <p:ph type="title"/>
          </p:nvPr>
        </p:nvSpPr>
        <p:spPr>
          <a:xfrm>
            <a:off x="6096000" y="1104900"/>
            <a:ext cx="5016779" cy="98308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4"/>
          <p:cNvSpPr/>
          <p:nvPr>
            <p:ph idx="2" type="pic"/>
          </p:nvPr>
        </p:nvSpPr>
        <p:spPr>
          <a:xfrm>
            <a:off x="609600" y="0"/>
            <a:ext cx="4720225" cy="3108960"/>
          </a:xfrm>
          <a:prstGeom prst="rect">
            <a:avLst/>
          </a:prstGeom>
          <a:noFill/>
          <a:ln>
            <a:noFill/>
          </a:ln>
        </p:spPr>
      </p:sp>
      <p:sp>
        <p:nvSpPr>
          <p:cNvPr id="129" name="Google Shape;129;p34"/>
          <p:cNvSpPr/>
          <p:nvPr>
            <p:ph idx="3" type="pic"/>
          </p:nvPr>
        </p:nvSpPr>
        <p:spPr>
          <a:xfrm>
            <a:off x="609600" y="3247389"/>
            <a:ext cx="4720225" cy="3108960"/>
          </a:xfrm>
          <a:prstGeom prst="rect">
            <a:avLst/>
          </a:prstGeom>
          <a:noFill/>
          <a:ln>
            <a:noFill/>
          </a:ln>
        </p:spPr>
      </p:sp>
      <p:sp>
        <p:nvSpPr>
          <p:cNvPr id="130" name="Google Shape;130;p34"/>
          <p:cNvSpPr txBox="1"/>
          <p:nvPr>
            <p:ph idx="1" type="body"/>
          </p:nvPr>
        </p:nvSpPr>
        <p:spPr>
          <a:xfrm>
            <a:off x="6096000" y="2110740"/>
            <a:ext cx="5023981" cy="360426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34"/>
          <p:cNvSpPr txBox="1"/>
          <p:nvPr>
            <p:ph idx="4"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34"/>
          <p:cNvSpPr/>
          <p:nvPr>
            <p:ph idx="5" type="pic"/>
          </p:nvPr>
        </p:nvSpPr>
        <p:spPr>
          <a:xfrm>
            <a:off x="9189245" y="6289673"/>
            <a:ext cx="2882900" cy="4318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2 Text Alt">
  <p:cSld name="2 Images / 2 Text Alt">
    <p:spTree>
      <p:nvGrpSpPr>
        <p:cNvPr id="133" name="Shape 133"/>
        <p:cNvGrpSpPr/>
        <p:nvPr/>
      </p:nvGrpSpPr>
      <p:grpSpPr>
        <a:xfrm>
          <a:off x="0" y="0"/>
          <a:ext cx="0" cy="0"/>
          <a:chOff x="0" y="0"/>
          <a:chExt cx="0" cy="0"/>
        </a:xfrm>
      </p:grpSpPr>
      <p:sp>
        <p:nvSpPr>
          <p:cNvPr id="134" name="Google Shape;134;p35"/>
          <p:cNvSpPr/>
          <p:nvPr/>
        </p:nvSpPr>
        <p:spPr>
          <a:xfrm>
            <a:off x="1060450" y="647700"/>
            <a:ext cx="5030660" cy="5319696"/>
          </a:xfrm>
          <a:prstGeom prst="rect">
            <a:avLst/>
          </a:prstGeom>
          <a:solidFill>
            <a:srgbClr val="F2F2F2">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5" name="Google Shape;135;p35"/>
          <p:cNvSpPr/>
          <p:nvPr/>
        </p:nvSpPr>
        <p:spPr>
          <a:xfrm>
            <a:off x="6502396" y="633033"/>
            <a:ext cx="5048528" cy="5319696"/>
          </a:xfrm>
          <a:prstGeom prst="rect">
            <a:avLst/>
          </a:prstGeom>
          <a:solidFill>
            <a:srgbClr val="F2F2F2">
              <a:alpha val="6784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 name="Google Shape;136;p35"/>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37" name="Google Shape;137;p35"/>
          <p:cNvSpPr txBox="1"/>
          <p:nvPr>
            <p:ph type="title"/>
          </p:nvPr>
        </p:nvSpPr>
        <p:spPr>
          <a:xfrm>
            <a:off x="1156772" y="3460369"/>
            <a:ext cx="4831281" cy="77563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Proxima Nova"/>
              <a:buNone/>
              <a:defRPr sz="2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5"/>
          <p:cNvSpPr/>
          <p:nvPr>
            <p:ph idx="2" type="pic"/>
          </p:nvPr>
        </p:nvSpPr>
        <p:spPr>
          <a:xfrm>
            <a:off x="1066800" y="681879"/>
            <a:ext cx="5024310" cy="2626471"/>
          </a:xfrm>
          <a:prstGeom prst="rect">
            <a:avLst/>
          </a:prstGeom>
          <a:noFill/>
          <a:ln>
            <a:noFill/>
          </a:ln>
        </p:spPr>
      </p:sp>
      <p:sp>
        <p:nvSpPr>
          <p:cNvPr id="139" name="Google Shape;139;p35"/>
          <p:cNvSpPr/>
          <p:nvPr>
            <p:ph idx="3" type="pic"/>
          </p:nvPr>
        </p:nvSpPr>
        <p:spPr>
          <a:xfrm>
            <a:off x="6502396" y="3454019"/>
            <a:ext cx="5024309" cy="2513377"/>
          </a:xfrm>
          <a:prstGeom prst="rect">
            <a:avLst/>
          </a:prstGeom>
          <a:noFill/>
          <a:ln>
            <a:noFill/>
          </a:ln>
        </p:spPr>
      </p:sp>
      <p:sp>
        <p:nvSpPr>
          <p:cNvPr id="140" name="Google Shape;140;p35"/>
          <p:cNvSpPr txBox="1"/>
          <p:nvPr>
            <p:ph idx="1" type="body"/>
          </p:nvPr>
        </p:nvSpPr>
        <p:spPr>
          <a:xfrm>
            <a:off x="6599104" y="696067"/>
            <a:ext cx="4866370" cy="7581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solidFill>
                  <a:schemeClr val="dk1"/>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35"/>
          <p:cNvSpPr txBox="1"/>
          <p:nvPr>
            <p:ph idx="4" type="body"/>
          </p:nvPr>
        </p:nvSpPr>
        <p:spPr>
          <a:xfrm>
            <a:off x="1156768" y="4236640"/>
            <a:ext cx="4830899" cy="16033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17500" lvl="1" marL="914400" algn="l">
              <a:lnSpc>
                <a:spcPct val="90000"/>
              </a:lnSpc>
              <a:spcBef>
                <a:spcPts val="500"/>
              </a:spcBef>
              <a:spcAft>
                <a:spcPts val="0"/>
              </a:spcAft>
              <a:buSzPts val="1400"/>
              <a:buChar char="▪"/>
              <a:defRPr sz="1400"/>
            </a:lvl2pPr>
            <a:lvl3pPr indent="-273050" lvl="2" marL="1371600" algn="l">
              <a:lnSpc>
                <a:spcPct val="90000"/>
              </a:lnSpc>
              <a:spcBef>
                <a:spcPts val="500"/>
              </a:spcBef>
              <a:spcAft>
                <a:spcPts val="0"/>
              </a:spcAft>
              <a:buSzPts val="700"/>
              <a:buChar char="◆"/>
              <a:defRPr sz="1400"/>
            </a:lvl3pPr>
            <a:lvl4pPr indent="-317500" lvl="3" marL="1828800" algn="l">
              <a:lnSpc>
                <a:spcPct val="90000"/>
              </a:lnSpc>
              <a:spcBef>
                <a:spcPts val="500"/>
              </a:spcBef>
              <a:spcAft>
                <a:spcPts val="0"/>
              </a:spcAft>
              <a:buSzPts val="1400"/>
              <a:buChar char="•"/>
              <a:defRPr sz="1400"/>
            </a:lvl4pPr>
            <a:lvl5pPr indent="-273050" lvl="4" marL="2286000" algn="l">
              <a:lnSpc>
                <a:spcPct val="90000"/>
              </a:lnSpc>
              <a:spcBef>
                <a:spcPts val="500"/>
              </a:spcBef>
              <a:spcAft>
                <a:spcPts val="0"/>
              </a:spcAft>
              <a:buSzPts val="7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35"/>
          <p:cNvSpPr txBox="1"/>
          <p:nvPr>
            <p:ph idx="5" type="body"/>
          </p:nvPr>
        </p:nvSpPr>
        <p:spPr>
          <a:xfrm>
            <a:off x="6599104" y="1468924"/>
            <a:ext cx="4866370" cy="183805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17500" lvl="1" marL="914400" algn="l">
              <a:lnSpc>
                <a:spcPct val="90000"/>
              </a:lnSpc>
              <a:spcBef>
                <a:spcPts val="500"/>
              </a:spcBef>
              <a:spcAft>
                <a:spcPts val="0"/>
              </a:spcAft>
              <a:buSzPts val="1400"/>
              <a:buChar char="▪"/>
              <a:defRPr sz="1400"/>
            </a:lvl2pPr>
            <a:lvl3pPr indent="-273050" lvl="2" marL="1371600" algn="l">
              <a:lnSpc>
                <a:spcPct val="90000"/>
              </a:lnSpc>
              <a:spcBef>
                <a:spcPts val="500"/>
              </a:spcBef>
              <a:spcAft>
                <a:spcPts val="0"/>
              </a:spcAft>
              <a:buSzPts val="700"/>
              <a:buChar char="◆"/>
              <a:defRPr sz="1400"/>
            </a:lvl3pPr>
            <a:lvl4pPr indent="-317500" lvl="3" marL="1828800" algn="l">
              <a:lnSpc>
                <a:spcPct val="90000"/>
              </a:lnSpc>
              <a:spcBef>
                <a:spcPts val="500"/>
              </a:spcBef>
              <a:spcAft>
                <a:spcPts val="0"/>
              </a:spcAft>
              <a:buSzPts val="1400"/>
              <a:buChar char="•"/>
              <a:defRPr sz="1400"/>
            </a:lvl4pPr>
            <a:lvl5pPr indent="-273050" lvl="4" marL="2286000" algn="l">
              <a:lnSpc>
                <a:spcPct val="90000"/>
              </a:lnSpc>
              <a:spcBef>
                <a:spcPts val="500"/>
              </a:spcBef>
              <a:spcAft>
                <a:spcPts val="0"/>
              </a:spcAft>
              <a:buSzPts val="7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35"/>
          <p:cNvSpPr txBox="1"/>
          <p:nvPr>
            <p:ph idx="6"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35"/>
          <p:cNvSpPr/>
          <p:nvPr>
            <p:ph idx="7" type="dgm"/>
          </p:nvPr>
        </p:nvSpPr>
        <p:spPr>
          <a:xfrm>
            <a:off x="1066800" y="647700"/>
            <a:ext cx="5024310" cy="48368"/>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5" name="Google Shape;145;p35"/>
          <p:cNvSpPr/>
          <p:nvPr>
            <p:ph idx="8" type="dgm"/>
          </p:nvPr>
        </p:nvSpPr>
        <p:spPr>
          <a:xfrm>
            <a:off x="6502398" y="3406123"/>
            <a:ext cx="5026981" cy="54246"/>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6" name="Google Shape;146;p35"/>
          <p:cNvSpPr/>
          <p:nvPr>
            <p:ph idx="9" type="pic"/>
          </p:nvPr>
        </p:nvSpPr>
        <p:spPr>
          <a:xfrm>
            <a:off x="9189245" y="6289673"/>
            <a:ext cx="2882900" cy="4318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4 Images">
  <p:cSld name="Text / 4 Images">
    <p:spTree>
      <p:nvGrpSpPr>
        <p:cNvPr id="147" name="Shape 147"/>
        <p:cNvGrpSpPr/>
        <p:nvPr/>
      </p:nvGrpSpPr>
      <p:grpSpPr>
        <a:xfrm>
          <a:off x="0" y="0"/>
          <a:ext cx="0" cy="0"/>
          <a:chOff x="0" y="0"/>
          <a:chExt cx="0" cy="0"/>
        </a:xfrm>
      </p:grpSpPr>
      <p:sp>
        <p:nvSpPr>
          <p:cNvPr id="148" name="Google Shape;148;p36"/>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49" name="Google Shape;149;p36"/>
          <p:cNvSpPr txBox="1"/>
          <p:nvPr>
            <p:ph type="title"/>
          </p:nvPr>
        </p:nvSpPr>
        <p:spPr>
          <a:xfrm>
            <a:off x="1066800" y="1104900"/>
            <a:ext cx="5029200" cy="10189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6"/>
          <p:cNvSpPr/>
          <p:nvPr>
            <p:ph idx="2" type="pic"/>
          </p:nvPr>
        </p:nvSpPr>
        <p:spPr>
          <a:xfrm>
            <a:off x="7009698" y="1135597"/>
            <a:ext cx="2103120" cy="2103120"/>
          </a:xfrm>
          <a:prstGeom prst="rect">
            <a:avLst/>
          </a:prstGeom>
          <a:noFill/>
          <a:ln>
            <a:noFill/>
          </a:ln>
        </p:spPr>
      </p:sp>
      <p:sp>
        <p:nvSpPr>
          <p:cNvPr id="151" name="Google Shape;151;p36"/>
          <p:cNvSpPr/>
          <p:nvPr>
            <p:ph idx="3" type="pic"/>
          </p:nvPr>
        </p:nvSpPr>
        <p:spPr>
          <a:xfrm>
            <a:off x="7009698" y="3562949"/>
            <a:ext cx="2103120" cy="2103120"/>
          </a:xfrm>
          <a:prstGeom prst="rect">
            <a:avLst/>
          </a:prstGeom>
          <a:noFill/>
          <a:ln>
            <a:noFill/>
          </a:ln>
        </p:spPr>
      </p:sp>
      <p:sp>
        <p:nvSpPr>
          <p:cNvPr id="152" name="Google Shape;152;p36"/>
          <p:cNvSpPr/>
          <p:nvPr>
            <p:ph idx="4" type="pic"/>
          </p:nvPr>
        </p:nvSpPr>
        <p:spPr>
          <a:xfrm>
            <a:off x="9258119" y="1135597"/>
            <a:ext cx="2103120" cy="2103120"/>
          </a:xfrm>
          <a:prstGeom prst="rect">
            <a:avLst/>
          </a:prstGeom>
          <a:noFill/>
          <a:ln>
            <a:noFill/>
          </a:ln>
        </p:spPr>
      </p:sp>
      <p:sp>
        <p:nvSpPr>
          <p:cNvPr id="153" name="Google Shape;153;p36"/>
          <p:cNvSpPr/>
          <p:nvPr>
            <p:ph idx="5" type="pic"/>
          </p:nvPr>
        </p:nvSpPr>
        <p:spPr>
          <a:xfrm>
            <a:off x="9250680" y="3562950"/>
            <a:ext cx="2103120" cy="2103120"/>
          </a:xfrm>
          <a:prstGeom prst="rect">
            <a:avLst/>
          </a:prstGeom>
          <a:noFill/>
          <a:ln>
            <a:noFill/>
          </a:ln>
        </p:spPr>
      </p:sp>
      <p:sp>
        <p:nvSpPr>
          <p:cNvPr id="154" name="Google Shape;154;p36"/>
          <p:cNvSpPr txBox="1"/>
          <p:nvPr>
            <p:ph idx="1" type="body"/>
          </p:nvPr>
        </p:nvSpPr>
        <p:spPr>
          <a:xfrm>
            <a:off x="1066800" y="2123816"/>
            <a:ext cx="5029200" cy="359118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36"/>
          <p:cNvSpPr txBox="1"/>
          <p:nvPr>
            <p:ph idx="6"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36"/>
          <p:cNvSpPr/>
          <p:nvPr>
            <p:ph idx="7" type="dgm"/>
          </p:nvPr>
        </p:nvSpPr>
        <p:spPr>
          <a:xfrm>
            <a:off x="7009698" y="1112737"/>
            <a:ext cx="2103120"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7" name="Google Shape;157;p36"/>
          <p:cNvSpPr/>
          <p:nvPr>
            <p:ph idx="8" type="dgm"/>
          </p:nvPr>
        </p:nvSpPr>
        <p:spPr>
          <a:xfrm>
            <a:off x="9258119" y="1112737"/>
            <a:ext cx="2103120"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8" name="Google Shape;158;p36"/>
          <p:cNvSpPr/>
          <p:nvPr>
            <p:ph idx="9" type="dgm"/>
          </p:nvPr>
        </p:nvSpPr>
        <p:spPr>
          <a:xfrm>
            <a:off x="7009698" y="5664653"/>
            <a:ext cx="2103120"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9" name="Google Shape;159;p36"/>
          <p:cNvSpPr/>
          <p:nvPr>
            <p:ph idx="13" type="dgm"/>
          </p:nvPr>
        </p:nvSpPr>
        <p:spPr>
          <a:xfrm>
            <a:off x="9250680" y="5664653"/>
            <a:ext cx="2103120"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0" name="Google Shape;160;p36"/>
          <p:cNvSpPr/>
          <p:nvPr>
            <p:ph idx="14" type="pic"/>
          </p:nvPr>
        </p:nvSpPr>
        <p:spPr>
          <a:xfrm>
            <a:off x="9189245" y="6289673"/>
            <a:ext cx="2882900" cy="4318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mages / 4 text">
  <p:cSld name="4 images / 4 text">
    <p:spTree>
      <p:nvGrpSpPr>
        <p:cNvPr id="161" name="Shape 161"/>
        <p:cNvGrpSpPr/>
        <p:nvPr/>
      </p:nvGrpSpPr>
      <p:grpSpPr>
        <a:xfrm>
          <a:off x="0" y="0"/>
          <a:ext cx="0" cy="0"/>
          <a:chOff x="0" y="0"/>
          <a:chExt cx="0" cy="0"/>
        </a:xfrm>
      </p:grpSpPr>
      <p:sp>
        <p:nvSpPr>
          <p:cNvPr id="162" name="Google Shape;162;p37"/>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37"/>
          <p:cNvSpPr txBox="1"/>
          <p:nvPr>
            <p:ph type="title"/>
          </p:nvPr>
        </p:nvSpPr>
        <p:spPr>
          <a:xfrm>
            <a:off x="1066801" y="647700"/>
            <a:ext cx="10058400" cy="91313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37"/>
          <p:cNvSpPr/>
          <p:nvPr>
            <p:ph idx="2" type="pic"/>
          </p:nvPr>
        </p:nvSpPr>
        <p:spPr>
          <a:xfrm>
            <a:off x="1075299" y="1747945"/>
            <a:ext cx="2260704" cy="2260704"/>
          </a:xfrm>
          <a:prstGeom prst="rect">
            <a:avLst/>
          </a:prstGeom>
          <a:noFill/>
          <a:ln>
            <a:noFill/>
          </a:ln>
        </p:spPr>
      </p:sp>
      <p:sp>
        <p:nvSpPr>
          <p:cNvPr id="165" name="Google Shape;165;p37"/>
          <p:cNvSpPr/>
          <p:nvPr>
            <p:ph idx="3" type="pic"/>
          </p:nvPr>
        </p:nvSpPr>
        <p:spPr>
          <a:xfrm>
            <a:off x="3640505" y="1747945"/>
            <a:ext cx="2260704" cy="2260704"/>
          </a:xfrm>
          <a:prstGeom prst="rect">
            <a:avLst/>
          </a:prstGeom>
          <a:noFill/>
          <a:ln>
            <a:noFill/>
          </a:ln>
        </p:spPr>
      </p:sp>
      <p:sp>
        <p:nvSpPr>
          <p:cNvPr id="166" name="Google Shape;166;p37"/>
          <p:cNvSpPr/>
          <p:nvPr>
            <p:ph idx="4" type="pic"/>
          </p:nvPr>
        </p:nvSpPr>
        <p:spPr>
          <a:xfrm>
            <a:off x="8854900" y="1747945"/>
            <a:ext cx="2260704" cy="2260704"/>
          </a:xfrm>
          <a:prstGeom prst="rect">
            <a:avLst/>
          </a:prstGeom>
          <a:noFill/>
          <a:ln>
            <a:noFill/>
          </a:ln>
        </p:spPr>
      </p:sp>
      <p:sp>
        <p:nvSpPr>
          <p:cNvPr id="167" name="Google Shape;167;p37"/>
          <p:cNvSpPr/>
          <p:nvPr>
            <p:ph idx="5" type="pic"/>
          </p:nvPr>
        </p:nvSpPr>
        <p:spPr>
          <a:xfrm>
            <a:off x="6235970" y="1747945"/>
            <a:ext cx="2260704" cy="2260704"/>
          </a:xfrm>
          <a:prstGeom prst="rect">
            <a:avLst/>
          </a:prstGeom>
          <a:noFill/>
          <a:ln>
            <a:noFill/>
          </a:ln>
        </p:spPr>
      </p:sp>
      <p:sp>
        <p:nvSpPr>
          <p:cNvPr id="168" name="Google Shape;168;p37"/>
          <p:cNvSpPr txBox="1"/>
          <p:nvPr>
            <p:ph idx="1" type="body"/>
          </p:nvPr>
        </p:nvSpPr>
        <p:spPr>
          <a:xfrm>
            <a:off x="1075299" y="4120230"/>
            <a:ext cx="2260600" cy="498054"/>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37"/>
          <p:cNvSpPr txBox="1"/>
          <p:nvPr>
            <p:ph idx="6" type="body"/>
          </p:nvPr>
        </p:nvSpPr>
        <p:spPr>
          <a:xfrm>
            <a:off x="1075299" y="4618284"/>
            <a:ext cx="2262188" cy="109671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37"/>
          <p:cNvSpPr txBox="1"/>
          <p:nvPr>
            <p:ph idx="7" type="body"/>
          </p:nvPr>
        </p:nvSpPr>
        <p:spPr>
          <a:xfrm>
            <a:off x="3640505" y="4126017"/>
            <a:ext cx="2260600" cy="498054"/>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37"/>
          <p:cNvSpPr txBox="1"/>
          <p:nvPr>
            <p:ph idx="8" type="body"/>
          </p:nvPr>
        </p:nvSpPr>
        <p:spPr>
          <a:xfrm>
            <a:off x="3640505" y="4618284"/>
            <a:ext cx="2262188" cy="109671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37"/>
          <p:cNvSpPr txBox="1"/>
          <p:nvPr>
            <p:ph idx="9" type="body"/>
          </p:nvPr>
        </p:nvSpPr>
        <p:spPr>
          <a:xfrm>
            <a:off x="6235970" y="4126017"/>
            <a:ext cx="2260600" cy="498054"/>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37"/>
          <p:cNvSpPr txBox="1"/>
          <p:nvPr>
            <p:ph idx="13" type="body"/>
          </p:nvPr>
        </p:nvSpPr>
        <p:spPr>
          <a:xfrm>
            <a:off x="6235970" y="4618284"/>
            <a:ext cx="2262188" cy="109671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37"/>
          <p:cNvSpPr txBox="1"/>
          <p:nvPr>
            <p:ph idx="14" type="body"/>
          </p:nvPr>
        </p:nvSpPr>
        <p:spPr>
          <a:xfrm>
            <a:off x="8854900" y="4126017"/>
            <a:ext cx="2260600" cy="498054"/>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37"/>
          <p:cNvSpPr txBox="1"/>
          <p:nvPr>
            <p:ph idx="15" type="body"/>
          </p:nvPr>
        </p:nvSpPr>
        <p:spPr>
          <a:xfrm>
            <a:off x="8854900" y="4618284"/>
            <a:ext cx="2262188" cy="109671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37"/>
          <p:cNvSpPr txBox="1"/>
          <p:nvPr>
            <p:ph idx="16"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37"/>
          <p:cNvSpPr/>
          <p:nvPr>
            <p:ph idx="17" type="dgm"/>
          </p:nvPr>
        </p:nvSpPr>
        <p:spPr>
          <a:xfrm>
            <a:off x="1075299" y="1710173"/>
            <a:ext cx="2258568"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8" name="Google Shape;178;p37"/>
          <p:cNvSpPr/>
          <p:nvPr>
            <p:ph idx="18" type="dgm"/>
          </p:nvPr>
        </p:nvSpPr>
        <p:spPr>
          <a:xfrm>
            <a:off x="3640505" y="1705159"/>
            <a:ext cx="2258568"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9" name="Google Shape;179;p37"/>
          <p:cNvSpPr/>
          <p:nvPr>
            <p:ph idx="19" type="dgm"/>
          </p:nvPr>
        </p:nvSpPr>
        <p:spPr>
          <a:xfrm>
            <a:off x="6235970" y="1704962"/>
            <a:ext cx="2258568"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37"/>
          <p:cNvSpPr/>
          <p:nvPr>
            <p:ph idx="20" type="dgm"/>
          </p:nvPr>
        </p:nvSpPr>
        <p:spPr>
          <a:xfrm>
            <a:off x="8854900" y="1708575"/>
            <a:ext cx="2258568" cy="4572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1" name="Google Shape;181;p37"/>
          <p:cNvSpPr/>
          <p:nvPr>
            <p:ph idx="21" type="pic"/>
          </p:nvPr>
        </p:nvSpPr>
        <p:spPr>
          <a:xfrm>
            <a:off x="9189245" y="6289673"/>
            <a:ext cx="2882900" cy="4318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Multiple Images">
  <p:cSld name="Text / Multiple Images">
    <p:spTree>
      <p:nvGrpSpPr>
        <p:cNvPr id="182" name="Shape 182"/>
        <p:cNvGrpSpPr/>
        <p:nvPr/>
      </p:nvGrpSpPr>
      <p:grpSpPr>
        <a:xfrm>
          <a:off x="0" y="0"/>
          <a:ext cx="0" cy="0"/>
          <a:chOff x="0" y="0"/>
          <a:chExt cx="0" cy="0"/>
        </a:xfrm>
      </p:grpSpPr>
      <p:sp>
        <p:nvSpPr>
          <p:cNvPr id="183" name="Google Shape;183;p38"/>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84" name="Google Shape;184;p38"/>
          <p:cNvSpPr/>
          <p:nvPr>
            <p:ph idx="2" type="pic"/>
          </p:nvPr>
        </p:nvSpPr>
        <p:spPr>
          <a:xfrm>
            <a:off x="793230" y="467818"/>
            <a:ext cx="3701172" cy="3532403"/>
          </a:xfrm>
          <a:prstGeom prst="rect">
            <a:avLst/>
          </a:prstGeom>
          <a:noFill/>
          <a:ln>
            <a:noFill/>
          </a:ln>
        </p:spPr>
      </p:sp>
      <p:sp>
        <p:nvSpPr>
          <p:cNvPr id="185" name="Google Shape;185;p38"/>
          <p:cNvSpPr/>
          <p:nvPr>
            <p:ph idx="3" type="pic"/>
          </p:nvPr>
        </p:nvSpPr>
        <p:spPr>
          <a:xfrm>
            <a:off x="7515429" y="2923953"/>
            <a:ext cx="3804811" cy="3068365"/>
          </a:xfrm>
          <a:prstGeom prst="rect">
            <a:avLst/>
          </a:prstGeom>
          <a:noFill/>
          <a:ln>
            <a:noFill/>
          </a:ln>
        </p:spPr>
      </p:sp>
      <p:sp>
        <p:nvSpPr>
          <p:cNvPr id="186" name="Google Shape;186;p38"/>
          <p:cNvSpPr/>
          <p:nvPr>
            <p:ph idx="4" type="pic"/>
          </p:nvPr>
        </p:nvSpPr>
        <p:spPr>
          <a:xfrm>
            <a:off x="9473438" y="467818"/>
            <a:ext cx="1828800" cy="2353702"/>
          </a:xfrm>
          <a:prstGeom prst="rect">
            <a:avLst/>
          </a:prstGeom>
          <a:noFill/>
          <a:ln>
            <a:noFill/>
          </a:ln>
        </p:spPr>
      </p:sp>
      <p:sp>
        <p:nvSpPr>
          <p:cNvPr id="187" name="Google Shape;187;p38"/>
          <p:cNvSpPr/>
          <p:nvPr>
            <p:ph idx="5" type="pic"/>
          </p:nvPr>
        </p:nvSpPr>
        <p:spPr>
          <a:xfrm>
            <a:off x="7515429" y="467818"/>
            <a:ext cx="1828800" cy="2353702"/>
          </a:xfrm>
          <a:prstGeom prst="rect">
            <a:avLst/>
          </a:prstGeom>
          <a:noFill/>
          <a:ln>
            <a:noFill/>
          </a:ln>
        </p:spPr>
      </p:sp>
      <p:sp>
        <p:nvSpPr>
          <p:cNvPr id="188" name="Google Shape;188;p38"/>
          <p:cNvSpPr txBox="1"/>
          <p:nvPr>
            <p:ph idx="1" type="body"/>
          </p:nvPr>
        </p:nvSpPr>
        <p:spPr>
          <a:xfrm>
            <a:off x="793230" y="4125433"/>
            <a:ext cx="3679092" cy="66454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800"/>
              <a:buNone/>
              <a:defRPr b="1">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38"/>
          <p:cNvSpPr txBox="1"/>
          <p:nvPr>
            <p:ph idx="6" type="body"/>
          </p:nvPr>
        </p:nvSpPr>
        <p:spPr>
          <a:xfrm>
            <a:off x="793230" y="4808295"/>
            <a:ext cx="3679092" cy="11713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38"/>
          <p:cNvSpPr/>
          <p:nvPr>
            <p:ph idx="7" type="pic"/>
          </p:nvPr>
        </p:nvSpPr>
        <p:spPr>
          <a:xfrm>
            <a:off x="4607295" y="467818"/>
            <a:ext cx="2783636" cy="5514975"/>
          </a:xfrm>
          <a:prstGeom prst="rect">
            <a:avLst/>
          </a:prstGeom>
          <a:noFill/>
          <a:ln>
            <a:noFill/>
          </a:ln>
        </p:spPr>
      </p:sp>
      <p:sp>
        <p:nvSpPr>
          <p:cNvPr id="191" name="Google Shape;191;p38"/>
          <p:cNvSpPr txBox="1"/>
          <p:nvPr>
            <p:ph idx="8" type="body"/>
          </p:nvPr>
        </p:nvSpPr>
        <p:spPr>
          <a:xfrm>
            <a:off x="4253893" y="3787496"/>
            <a:ext cx="241096" cy="212725"/>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8"/>
          <p:cNvSpPr txBox="1"/>
          <p:nvPr>
            <p:ph idx="9" type="body"/>
          </p:nvPr>
        </p:nvSpPr>
        <p:spPr>
          <a:xfrm>
            <a:off x="7149835" y="5768003"/>
            <a:ext cx="241096" cy="211628"/>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38"/>
          <p:cNvSpPr txBox="1"/>
          <p:nvPr>
            <p:ph idx="13" type="body"/>
          </p:nvPr>
        </p:nvSpPr>
        <p:spPr>
          <a:xfrm>
            <a:off x="9109229" y="2613414"/>
            <a:ext cx="241096" cy="212725"/>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38"/>
          <p:cNvSpPr txBox="1"/>
          <p:nvPr>
            <p:ph idx="14" type="body"/>
          </p:nvPr>
        </p:nvSpPr>
        <p:spPr>
          <a:xfrm>
            <a:off x="11067238" y="2613414"/>
            <a:ext cx="241096" cy="212725"/>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38"/>
          <p:cNvSpPr txBox="1"/>
          <p:nvPr>
            <p:ph idx="15" type="body"/>
          </p:nvPr>
        </p:nvSpPr>
        <p:spPr>
          <a:xfrm>
            <a:off x="11085240" y="5781896"/>
            <a:ext cx="241096" cy="212725"/>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38"/>
          <p:cNvSpPr txBox="1"/>
          <p:nvPr>
            <p:ph idx="16"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38"/>
          <p:cNvSpPr/>
          <p:nvPr>
            <p:ph idx="17" type="pic"/>
          </p:nvPr>
        </p:nvSpPr>
        <p:spPr>
          <a:xfrm>
            <a:off x="9189245" y="6289673"/>
            <a:ext cx="2882900" cy="4318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2 Text">
  <p:cSld name="Big Image / 2 Text">
    <p:spTree>
      <p:nvGrpSpPr>
        <p:cNvPr id="198" name="Shape 198"/>
        <p:cNvGrpSpPr/>
        <p:nvPr/>
      </p:nvGrpSpPr>
      <p:grpSpPr>
        <a:xfrm>
          <a:off x="0" y="0"/>
          <a:ext cx="0" cy="0"/>
          <a:chOff x="0" y="0"/>
          <a:chExt cx="0" cy="0"/>
        </a:xfrm>
      </p:grpSpPr>
      <p:sp>
        <p:nvSpPr>
          <p:cNvPr id="199" name="Google Shape;199;p39"/>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39"/>
          <p:cNvSpPr txBox="1"/>
          <p:nvPr>
            <p:ph idx="1" type="body"/>
          </p:nvPr>
        </p:nvSpPr>
        <p:spPr>
          <a:xfrm>
            <a:off x="1066800" y="5166008"/>
            <a:ext cx="4800600" cy="981075"/>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39"/>
          <p:cNvSpPr txBox="1"/>
          <p:nvPr>
            <p:ph idx="2" type="body"/>
          </p:nvPr>
        </p:nvSpPr>
        <p:spPr>
          <a:xfrm>
            <a:off x="6324600" y="5166008"/>
            <a:ext cx="4800600" cy="981075"/>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39"/>
          <p:cNvSpPr txBox="1"/>
          <p:nvPr>
            <p:ph idx="3"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39"/>
          <p:cNvSpPr/>
          <p:nvPr>
            <p:ph idx="4" type="pic"/>
          </p:nvPr>
        </p:nvSpPr>
        <p:spPr>
          <a:xfrm>
            <a:off x="609600" y="0"/>
            <a:ext cx="10972800" cy="5010150"/>
          </a:xfrm>
          <a:prstGeom prst="rect">
            <a:avLst/>
          </a:prstGeom>
          <a:noFill/>
          <a:ln>
            <a:noFill/>
          </a:ln>
        </p:spPr>
      </p:sp>
      <p:sp>
        <p:nvSpPr>
          <p:cNvPr id="204" name="Google Shape;204;p39"/>
          <p:cNvSpPr/>
          <p:nvPr>
            <p:ph idx="5" type="pic"/>
          </p:nvPr>
        </p:nvSpPr>
        <p:spPr>
          <a:xfrm>
            <a:off x="9189245" y="6289673"/>
            <a:ext cx="2882900" cy="431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Left Callout">
  <p:cSld name="Big Image Left Callout">
    <p:spTree>
      <p:nvGrpSpPr>
        <p:cNvPr id="205" name="Shape 205"/>
        <p:cNvGrpSpPr/>
        <p:nvPr/>
      </p:nvGrpSpPr>
      <p:grpSpPr>
        <a:xfrm>
          <a:off x="0" y="0"/>
          <a:ext cx="0" cy="0"/>
          <a:chOff x="0" y="0"/>
          <a:chExt cx="0" cy="0"/>
        </a:xfrm>
      </p:grpSpPr>
      <p:sp>
        <p:nvSpPr>
          <p:cNvPr id="206" name="Google Shape;206;p40"/>
          <p:cNvSpPr/>
          <p:nvPr>
            <p:ph idx="2" type="pic"/>
          </p:nvPr>
        </p:nvSpPr>
        <p:spPr>
          <a:xfrm>
            <a:off x="1066800" y="647700"/>
            <a:ext cx="10058400" cy="5067300"/>
          </a:xfrm>
          <a:prstGeom prst="rect">
            <a:avLst/>
          </a:prstGeom>
          <a:noFill/>
          <a:ln>
            <a:noFill/>
          </a:ln>
        </p:spPr>
      </p:sp>
      <p:sp>
        <p:nvSpPr>
          <p:cNvPr id="207" name="Google Shape;207;p40"/>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40"/>
          <p:cNvSpPr txBox="1"/>
          <p:nvPr>
            <p:ph idx="1" type="body"/>
          </p:nvPr>
        </p:nvSpPr>
        <p:spPr>
          <a:xfrm>
            <a:off x="7727950" y="2362200"/>
            <a:ext cx="3854450" cy="2552700"/>
          </a:xfrm>
          <a:prstGeom prst="rect">
            <a:avLst/>
          </a:prstGeom>
          <a:solidFill>
            <a:srgbClr val="FFBB00"/>
          </a:solidFill>
          <a:ln>
            <a:noFill/>
          </a:ln>
          <a:effectLst>
            <a:outerShdw blurRad="165100" sx="101000" rotWithShape="0" algn="tr" dir="7800000" dist="63500" sy="101000">
              <a:srgbClr val="000000">
                <a:alpha val="34117"/>
              </a:srgbClr>
            </a:outerShdw>
          </a:effectLst>
        </p:spPr>
        <p:txBody>
          <a:bodyPr anchorCtr="0" anchor="ctr" bIns="228600" lIns="228600" spcFirstLastPara="1" rIns="228600" wrap="square" tIns="2286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40"/>
          <p:cNvSpPr txBox="1"/>
          <p:nvPr>
            <p:ph idx="3"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40"/>
          <p:cNvSpPr/>
          <p:nvPr>
            <p:ph idx="4" type="pic"/>
          </p:nvPr>
        </p:nvSpPr>
        <p:spPr>
          <a:xfrm>
            <a:off x="9189245" y="6289673"/>
            <a:ext cx="2882900" cy="4318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Bottom Callout">
  <p:cSld name="Big Image / Bottom Callout">
    <p:spTree>
      <p:nvGrpSpPr>
        <p:cNvPr id="211" name="Shape 211"/>
        <p:cNvGrpSpPr/>
        <p:nvPr/>
      </p:nvGrpSpPr>
      <p:grpSpPr>
        <a:xfrm>
          <a:off x="0" y="0"/>
          <a:ext cx="0" cy="0"/>
          <a:chOff x="0" y="0"/>
          <a:chExt cx="0" cy="0"/>
        </a:xfrm>
      </p:grpSpPr>
      <p:sp>
        <p:nvSpPr>
          <p:cNvPr id="212" name="Google Shape;212;p41"/>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13" name="Google Shape;213;p41"/>
          <p:cNvSpPr/>
          <p:nvPr>
            <p:ph idx="2" type="pic"/>
          </p:nvPr>
        </p:nvSpPr>
        <p:spPr>
          <a:xfrm>
            <a:off x="1066797" y="367260"/>
            <a:ext cx="10058401" cy="5238750"/>
          </a:xfrm>
          <a:prstGeom prst="rect">
            <a:avLst/>
          </a:prstGeom>
          <a:noFill/>
          <a:ln>
            <a:noFill/>
          </a:ln>
        </p:spPr>
      </p:sp>
      <p:sp>
        <p:nvSpPr>
          <p:cNvPr id="214" name="Google Shape;214;p41"/>
          <p:cNvSpPr txBox="1"/>
          <p:nvPr>
            <p:ph idx="1" type="body"/>
          </p:nvPr>
        </p:nvSpPr>
        <p:spPr>
          <a:xfrm>
            <a:off x="2335744" y="4492152"/>
            <a:ext cx="7520509" cy="1493198"/>
          </a:xfrm>
          <a:prstGeom prst="rect">
            <a:avLst/>
          </a:prstGeom>
          <a:solidFill>
            <a:srgbClr val="FFBB00"/>
          </a:solidFill>
          <a:ln>
            <a:noFill/>
          </a:ln>
          <a:effectLst>
            <a:outerShdw blurRad="139700" sx="101000" rotWithShape="0" algn="br" dir="19860000" dist="38100" sy="101000">
              <a:srgbClr val="000000">
                <a:alpha val="34117"/>
              </a:srgbClr>
            </a:outerShdw>
          </a:effectLst>
        </p:spPr>
        <p:txBody>
          <a:bodyPr anchorCtr="0" anchor="t" bIns="274300" lIns="274300" spcFirstLastPara="1" rIns="274300" wrap="square" tIns="27430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41"/>
          <p:cNvSpPr txBox="1"/>
          <p:nvPr>
            <p:ph idx="3"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41"/>
          <p:cNvSpPr/>
          <p:nvPr>
            <p:ph idx="4" type="pic"/>
          </p:nvPr>
        </p:nvSpPr>
        <p:spPr>
          <a:xfrm>
            <a:off x="9189245" y="6289673"/>
            <a:ext cx="2882900" cy="4318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Left Callout">
  <p:cSld name="Big Image / Left Callout">
    <p:spTree>
      <p:nvGrpSpPr>
        <p:cNvPr id="217" name="Shape 217"/>
        <p:cNvGrpSpPr/>
        <p:nvPr/>
      </p:nvGrpSpPr>
      <p:grpSpPr>
        <a:xfrm>
          <a:off x="0" y="0"/>
          <a:ext cx="0" cy="0"/>
          <a:chOff x="0" y="0"/>
          <a:chExt cx="0" cy="0"/>
        </a:xfrm>
      </p:grpSpPr>
      <p:sp>
        <p:nvSpPr>
          <p:cNvPr id="218" name="Google Shape;218;p42"/>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19" name="Google Shape;219;p42"/>
          <p:cNvSpPr/>
          <p:nvPr>
            <p:ph idx="2" type="pic"/>
          </p:nvPr>
        </p:nvSpPr>
        <p:spPr>
          <a:xfrm>
            <a:off x="1317381" y="766884"/>
            <a:ext cx="9740545" cy="5140657"/>
          </a:xfrm>
          <a:prstGeom prst="rect">
            <a:avLst/>
          </a:prstGeom>
          <a:noFill/>
          <a:ln>
            <a:noFill/>
          </a:ln>
        </p:spPr>
      </p:sp>
      <p:sp>
        <p:nvSpPr>
          <p:cNvPr id="220" name="Google Shape;220;p42"/>
          <p:cNvSpPr txBox="1"/>
          <p:nvPr>
            <p:ph idx="1" type="body"/>
          </p:nvPr>
        </p:nvSpPr>
        <p:spPr>
          <a:xfrm>
            <a:off x="609600" y="539750"/>
            <a:ext cx="3225800" cy="2387600"/>
          </a:xfrm>
          <a:prstGeom prst="rect">
            <a:avLst/>
          </a:prstGeom>
          <a:solidFill>
            <a:srgbClr val="FFBB00"/>
          </a:solidFill>
          <a:ln>
            <a:noFill/>
          </a:ln>
          <a:effectLst>
            <a:outerShdw blurRad="139700" sx="101000" rotWithShape="0" algn="tl" dir="2700000" dist="63500" sy="101000">
              <a:srgbClr val="000000">
                <a:alpha val="34117"/>
              </a:srgbClr>
            </a:outerShdw>
          </a:effectLst>
        </p:spPr>
        <p:txBody>
          <a:bodyPr anchorCtr="0" anchor="ctr" bIns="274300" lIns="274300" spcFirstLastPara="1" rIns="274300" wrap="square" tIns="27430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42"/>
          <p:cNvSpPr txBox="1"/>
          <p:nvPr>
            <p:ph idx="3"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42"/>
          <p:cNvSpPr/>
          <p:nvPr>
            <p:ph idx="4" type="pic"/>
          </p:nvPr>
        </p:nvSpPr>
        <p:spPr>
          <a:xfrm>
            <a:off x="9189245" y="6289673"/>
            <a:ext cx="2882900" cy="4318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ntent Cols">
  <p:cSld name="Title / 2 Content Cols">
    <p:spTree>
      <p:nvGrpSpPr>
        <p:cNvPr id="223" name="Shape 223"/>
        <p:cNvGrpSpPr/>
        <p:nvPr/>
      </p:nvGrpSpPr>
      <p:grpSpPr>
        <a:xfrm>
          <a:off x="0" y="0"/>
          <a:ext cx="0" cy="0"/>
          <a:chOff x="0" y="0"/>
          <a:chExt cx="0" cy="0"/>
        </a:xfrm>
      </p:grpSpPr>
      <p:sp>
        <p:nvSpPr>
          <p:cNvPr id="224" name="Google Shape;224;p43"/>
          <p:cNvSpPr txBox="1"/>
          <p:nvPr>
            <p:ph type="title"/>
          </p:nvPr>
        </p:nvSpPr>
        <p:spPr>
          <a:xfrm>
            <a:off x="1066800" y="647699"/>
            <a:ext cx="10058400" cy="59630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43"/>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26" name="Google Shape;226;p43"/>
          <p:cNvSpPr txBox="1"/>
          <p:nvPr>
            <p:ph idx="1"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43"/>
          <p:cNvSpPr/>
          <p:nvPr>
            <p:ph idx="2" type="pic"/>
          </p:nvPr>
        </p:nvSpPr>
        <p:spPr>
          <a:xfrm>
            <a:off x="9189245" y="6289673"/>
            <a:ext cx="2882900" cy="431800"/>
          </a:xfrm>
          <a:prstGeom prst="rect">
            <a:avLst/>
          </a:prstGeom>
          <a:noFill/>
          <a:ln>
            <a:noFill/>
          </a:ln>
        </p:spPr>
      </p:sp>
      <p:sp>
        <p:nvSpPr>
          <p:cNvPr id="228" name="Google Shape;228;p43"/>
          <p:cNvSpPr txBox="1"/>
          <p:nvPr>
            <p:ph idx="3" type="body"/>
          </p:nvPr>
        </p:nvSpPr>
        <p:spPr>
          <a:xfrm>
            <a:off x="1066800" y="1517650"/>
            <a:ext cx="4827588" cy="41973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43"/>
          <p:cNvSpPr txBox="1"/>
          <p:nvPr>
            <p:ph idx="4" type="body"/>
          </p:nvPr>
        </p:nvSpPr>
        <p:spPr>
          <a:xfrm>
            <a:off x="6296702" y="1517650"/>
            <a:ext cx="4827588" cy="41973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p:cSld name="Quote / Text">
    <p:spTree>
      <p:nvGrpSpPr>
        <p:cNvPr id="230" name="Shape 230"/>
        <p:cNvGrpSpPr/>
        <p:nvPr/>
      </p:nvGrpSpPr>
      <p:grpSpPr>
        <a:xfrm>
          <a:off x="0" y="0"/>
          <a:ext cx="0" cy="0"/>
          <a:chOff x="0" y="0"/>
          <a:chExt cx="0" cy="0"/>
        </a:xfrm>
      </p:grpSpPr>
      <p:sp>
        <p:nvSpPr>
          <p:cNvPr id="231" name="Google Shape;231;p44"/>
          <p:cNvSpPr/>
          <p:nvPr/>
        </p:nvSpPr>
        <p:spPr>
          <a:xfrm>
            <a:off x="609601" y="0"/>
            <a:ext cx="5486400" cy="6858000"/>
          </a:xfrm>
          <a:prstGeom prst="rect">
            <a:avLst/>
          </a:prstGeom>
          <a:gradFill>
            <a:gsLst>
              <a:gs pos="0">
                <a:srgbClr val="262626"/>
              </a:gs>
              <a:gs pos="44000">
                <a:srgbClr val="3F3F3F"/>
              </a:gs>
              <a:gs pos="100000">
                <a:srgbClr val="7F7F7F"/>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2" name="Google Shape;232;p44"/>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33" name="Google Shape;233;p44"/>
          <p:cNvSpPr txBox="1"/>
          <p:nvPr>
            <p:ph type="title"/>
          </p:nvPr>
        </p:nvSpPr>
        <p:spPr>
          <a:xfrm>
            <a:off x="1066801" y="1349625"/>
            <a:ext cx="4578349" cy="3182486"/>
          </a:xfrm>
          <a:prstGeom prst="rect">
            <a:avLst/>
          </a:prstGeom>
          <a:noFill/>
          <a:ln>
            <a:noFill/>
          </a:ln>
        </p:spPr>
        <p:txBody>
          <a:bodyPr anchorCtr="0" anchor="t" bIns="45700" lIns="91425" spcFirstLastPara="1" rIns="91425" wrap="square" tIns="45700">
            <a:normAutofit/>
          </a:bodyPr>
          <a:lstStyle>
            <a:lvl1pPr lvl="0" algn="l">
              <a:lnSpc>
                <a:spcPct val="125000"/>
              </a:lnSpc>
              <a:spcBef>
                <a:spcPts val="0"/>
              </a:spcBef>
              <a:spcAft>
                <a:spcPts val="0"/>
              </a:spcAft>
              <a:buClr>
                <a:srgbClr val="FFBB00"/>
              </a:buClr>
              <a:buSzPts val="2400"/>
              <a:buFont typeface="Proxima Nova"/>
              <a:buNone/>
              <a:defRPr sz="2400">
                <a:solidFill>
                  <a:srgbClr val="FFBB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44"/>
          <p:cNvSpPr txBox="1"/>
          <p:nvPr>
            <p:ph idx="1" type="body"/>
          </p:nvPr>
        </p:nvSpPr>
        <p:spPr>
          <a:xfrm>
            <a:off x="6788150" y="1547499"/>
            <a:ext cx="4337050" cy="151220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5" name="Google Shape;235;p44"/>
          <p:cNvCxnSpPr/>
          <p:nvPr/>
        </p:nvCxnSpPr>
        <p:spPr>
          <a:xfrm>
            <a:off x="1066800" y="894326"/>
            <a:ext cx="798786" cy="0"/>
          </a:xfrm>
          <a:prstGeom prst="straightConnector1">
            <a:avLst/>
          </a:prstGeom>
          <a:noFill/>
          <a:ln cap="flat" cmpd="sng" w="38100">
            <a:solidFill>
              <a:srgbClr val="F2F2F2"/>
            </a:solidFill>
            <a:prstDash val="solid"/>
            <a:miter lim="8000"/>
            <a:headEnd len="sm" w="sm" type="none"/>
            <a:tailEnd len="sm" w="sm" type="none"/>
          </a:ln>
        </p:spPr>
      </p:cxnSp>
      <p:sp>
        <p:nvSpPr>
          <p:cNvPr id="236" name="Google Shape;236;p44"/>
          <p:cNvSpPr txBox="1"/>
          <p:nvPr>
            <p:ph idx="2" type="body"/>
          </p:nvPr>
        </p:nvSpPr>
        <p:spPr>
          <a:xfrm>
            <a:off x="1066800" y="4617014"/>
            <a:ext cx="4578348" cy="738187"/>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chemeClr val="lt1"/>
              </a:buClr>
              <a:buSzPts val="1400"/>
              <a:buNone/>
              <a:defRPr sz="1400">
                <a:solidFill>
                  <a:schemeClr val="lt1"/>
                </a:solidFill>
              </a:defRPr>
            </a:lvl1pPr>
            <a:lvl2pPr indent="-330200" lvl="1" marL="914400" algn="r">
              <a:lnSpc>
                <a:spcPct val="90000"/>
              </a:lnSpc>
              <a:spcBef>
                <a:spcPts val="500"/>
              </a:spcBef>
              <a:spcAft>
                <a:spcPts val="0"/>
              </a:spcAft>
              <a:buSzPts val="1600"/>
              <a:buChar char="▪"/>
              <a:defRPr/>
            </a:lvl2pPr>
            <a:lvl3pPr indent="-279400" lvl="2" marL="1371600" algn="r">
              <a:lnSpc>
                <a:spcPct val="90000"/>
              </a:lnSpc>
              <a:spcBef>
                <a:spcPts val="500"/>
              </a:spcBef>
              <a:spcAft>
                <a:spcPts val="0"/>
              </a:spcAft>
              <a:buSzPts val="800"/>
              <a:buChar char="◆"/>
              <a:defRPr/>
            </a:lvl3pPr>
            <a:lvl4pPr indent="-330200" lvl="3" marL="1828800" algn="r">
              <a:lnSpc>
                <a:spcPct val="90000"/>
              </a:lnSpc>
              <a:spcBef>
                <a:spcPts val="500"/>
              </a:spcBef>
              <a:spcAft>
                <a:spcPts val="0"/>
              </a:spcAft>
              <a:buSzPts val="1600"/>
              <a:buChar char="•"/>
              <a:defRPr/>
            </a:lvl4pPr>
            <a:lvl5pPr indent="-279400" lvl="4" marL="2286000" algn="r">
              <a:lnSpc>
                <a:spcPct val="90000"/>
              </a:lnSpc>
              <a:spcBef>
                <a:spcPts val="500"/>
              </a:spcBef>
              <a:spcAft>
                <a:spcPts val="0"/>
              </a:spcAft>
              <a:buSzPts val="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37" name="Google Shape;237;p44"/>
          <p:cNvGrpSpPr/>
          <p:nvPr/>
        </p:nvGrpSpPr>
        <p:grpSpPr>
          <a:xfrm>
            <a:off x="609601" y="5508375"/>
            <a:ext cx="1504123" cy="2230188"/>
            <a:chOff x="6213475" y="-204788"/>
            <a:chExt cx="3857625" cy="5719763"/>
          </a:xfrm>
        </p:grpSpPr>
        <p:sp>
          <p:nvSpPr>
            <p:cNvPr id="238" name="Google Shape;238;p44"/>
            <p:cNvSpPr/>
            <p:nvPr/>
          </p:nvSpPr>
          <p:spPr>
            <a:xfrm>
              <a:off x="7927975" y="936625"/>
              <a:ext cx="428625" cy="2003425"/>
            </a:xfrm>
            <a:custGeom>
              <a:rect b="b" l="l" r="r" t="t"/>
              <a:pathLst>
                <a:path extrusionOk="0" h="1262" w="270">
                  <a:moveTo>
                    <a:pt x="0" y="0"/>
                  </a:moveTo>
                  <a:lnTo>
                    <a:pt x="0" y="1082"/>
                  </a:lnTo>
                  <a:lnTo>
                    <a:pt x="270" y="1262"/>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44"/>
            <p:cNvSpPr/>
            <p:nvPr/>
          </p:nvSpPr>
          <p:spPr>
            <a:xfrm>
              <a:off x="7497763" y="2366962"/>
              <a:ext cx="430213" cy="3148013"/>
            </a:xfrm>
            <a:custGeom>
              <a:rect b="b" l="l" r="r" t="t"/>
              <a:pathLst>
                <a:path extrusionOk="0" h="1983" w="271">
                  <a:moveTo>
                    <a:pt x="0" y="0"/>
                  </a:moveTo>
                  <a:lnTo>
                    <a:pt x="2" y="1801"/>
                  </a:lnTo>
                  <a:lnTo>
                    <a:pt x="271" y="1983"/>
                  </a:lnTo>
                  <a:lnTo>
                    <a:pt x="271" y="181"/>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44"/>
            <p:cNvSpPr/>
            <p:nvPr/>
          </p:nvSpPr>
          <p:spPr>
            <a:xfrm>
              <a:off x="6642100" y="1795462"/>
              <a:ext cx="430213" cy="3144838"/>
            </a:xfrm>
            <a:custGeom>
              <a:rect b="b" l="l" r="r" t="t"/>
              <a:pathLst>
                <a:path extrusionOk="0" h="1981" w="271">
                  <a:moveTo>
                    <a:pt x="0" y="0"/>
                  </a:moveTo>
                  <a:lnTo>
                    <a:pt x="0" y="1802"/>
                  </a:lnTo>
                  <a:lnTo>
                    <a:pt x="271" y="1981"/>
                  </a:lnTo>
                  <a:lnTo>
                    <a:pt x="271"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44"/>
            <p:cNvSpPr/>
            <p:nvPr/>
          </p:nvSpPr>
          <p:spPr>
            <a:xfrm>
              <a:off x="7072313" y="-204788"/>
              <a:ext cx="425450" cy="2571750"/>
            </a:xfrm>
            <a:custGeom>
              <a:rect b="b" l="l" r="r" t="t"/>
              <a:pathLst>
                <a:path extrusionOk="0" h="1620" w="268">
                  <a:moveTo>
                    <a:pt x="0" y="0"/>
                  </a:moveTo>
                  <a:lnTo>
                    <a:pt x="0" y="0"/>
                  </a:lnTo>
                  <a:lnTo>
                    <a:pt x="0" y="1440"/>
                  </a:lnTo>
                  <a:lnTo>
                    <a:pt x="268" y="1620"/>
                  </a:lnTo>
                  <a:lnTo>
                    <a:pt x="268"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2" name="Google Shape;242;p44"/>
            <p:cNvSpPr/>
            <p:nvPr/>
          </p:nvSpPr>
          <p:spPr>
            <a:xfrm>
              <a:off x="9642475" y="1509712"/>
              <a:ext cx="428625" cy="2005013"/>
            </a:xfrm>
            <a:custGeom>
              <a:rect b="b" l="l" r="r" t="t"/>
              <a:pathLst>
                <a:path extrusionOk="0" h="1263" w="270">
                  <a:moveTo>
                    <a:pt x="0" y="0"/>
                  </a:moveTo>
                  <a:lnTo>
                    <a:pt x="2" y="1083"/>
                  </a:lnTo>
                  <a:lnTo>
                    <a:pt x="270" y="1263"/>
                  </a:lnTo>
                  <a:lnTo>
                    <a:pt x="270" y="1263"/>
                  </a:lnTo>
                  <a:lnTo>
                    <a:pt x="270" y="1261"/>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3" name="Google Shape;243;p44"/>
            <p:cNvSpPr/>
            <p:nvPr/>
          </p:nvSpPr>
          <p:spPr>
            <a:xfrm>
              <a:off x="6213475" y="365125"/>
              <a:ext cx="428625" cy="1430338"/>
            </a:xfrm>
            <a:custGeom>
              <a:rect b="b" l="l" r="r" t="t"/>
              <a:pathLst>
                <a:path extrusionOk="0" h="901" w="270">
                  <a:moveTo>
                    <a:pt x="0" y="0"/>
                  </a:moveTo>
                  <a:lnTo>
                    <a:pt x="0" y="721"/>
                  </a:lnTo>
                  <a:lnTo>
                    <a:pt x="270" y="901"/>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44"/>
            <p:cNvSpPr/>
            <p:nvPr/>
          </p:nvSpPr>
          <p:spPr>
            <a:xfrm>
              <a:off x="8786813" y="2654300"/>
              <a:ext cx="425450" cy="857250"/>
            </a:xfrm>
            <a:custGeom>
              <a:rect b="b" l="l" r="r" t="t"/>
              <a:pathLst>
                <a:path extrusionOk="0" h="540" w="268">
                  <a:moveTo>
                    <a:pt x="0" y="0"/>
                  </a:moveTo>
                  <a:lnTo>
                    <a:pt x="0" y="360"/>
                  </a:lnTo>
                  <a:lnTo>
                    <a:pt x="268" y="540"/>
                  </a:lnTo>
                  <a:lnTo>
                    <a:pt x="268" y="540"/>
                  </a:lnTo>
                  <a:lnTo>
                    <a:pt x="268"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45" name="Google Shape;245;p44"/>
          <p:cNvSpPr/>
          <p:nvPr>
            <p:ph idx="3" type="pic"/>
          </p:nvPr>
        </p:nvSpPr>
        <p:spPr>
          <a:xfrm>
            <a:off x="9189245" y="6289673"/>
            <a:ext cx="2882900" cy="4318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graphic 4-up">
  <p:cSld name="infographic 4-up">
    <p:spTree>
      <p:nvGrpSpPr>
        <p:cNvPr id="246" name="Shape 246"/>
        <p:cNvGrpSpPr/>
        <p:nvPr/>
      </p:nvGrpSpPr>
      <p:grpSpPr>
        <a:xfrm>
          <a:off x="0" y="0"/>
          <a:ext cx="0" cy="0"/>
          <a:chOff x="0" y="0"/>
          <a:chExt cx="0" cy="0"/>
        </a:xfrm>
      </p:grpSpPr>
      <p:sp>
        <p:nvSpPr>
          <p:cNvPr id="247" name="Google Shape;247;p45"/>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48" name="Google Shape;248;p45"/>
          <p:cNvSpPr txBox="1"/>
          <p:nvPr>
            <p:ph idx="1" type="body"/>
          </p:nvPr>
        </p:nvSpPr>
        <p:spPr>
          <a:xfrm>
            <a:off x="1068498" y="1863545"/>
            <a:ext cx="2220510" cy="1371600"/>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5"/>
          <p:cNvSpPr txBox="1"/>
          <p:nvPr>
            <p:ph idx="2" type="body"/>
          </p:nvPr>
        </p:nvSpPr>
        <p:spPr>
          <a:xfrm>
            <a:off x="3633863" y="1873978"/>
            <a:ext cx="2203211" cy="1361167"/>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 name="Google Shape;250;p45"/>
          <p:cNvSpPr txBox="1"/>
          <p:nvPr>
            <p:ph idx="3" type="body"/>
          </p:nvPr>
        </p:nvSpPr>
        <p:spPr>
          <a:xfrm>
            <a:off x="6222383" y="1867882"/>
            <a:ext cx="2218056" cy="1371600"/>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45"/>
          <p:cNvSpPr txBox="1"/>
          <p:nvPr>
            <p:ph idx="4" type="body"/>
          </p:nvPr>
        </p:nvSpPr>
        <p:spPr>
          <a:xfrm>
            <a:off x="8907143" y="1869641"/>
            <a:ext cx="2218057" cy="137160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45"/>
          <p:cNvSpPr txBox="1"/>
          <p:nvPr>
            <p:ph idx="5" type="body"/>
          </p:nvPr>
        </p:nvSpPr>
        <p:spPr>
          <a:xfrm>
            <a:off x="1069397" y="3235145"/>
            <a:ext cx="2219611" cy="427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45"/>
          <p:cNvSpPr txBox="1"/>
          <p:nvPr>
            <p:ph idx="6" type="body"/>
          </p:nvPr>
        </p:nvSpPr>
        <p:spPr>
          <a:xfrm>
            <a:off x="1066801" y="3684097"/>
            <a:ext cx="22180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 name="Google Shape;254;p45"/>
          <p:cNvSpPr txBox="1"/>
          <p:nvPr>
            <p:ph idx="7" type="body"/>
          </p:nvPr>
        </p:nvSpPr>
        <p:spPr>
          <a:xfrm>
            <a:off x="3621614" y="3235145"/>
            <a:ext cx="2219611" cy="427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45"/>
          <p:cNvSpPr txBox="1"/>
          <p:nvPr>
            <p:ph idx="8" type="body"/>
          </p:nvPr>
        </p:nvSpPr>
        <p:spPr>
          <a:xfrm>
            <a:off x="3619018" y="3684097"/>
            <a:ext cx="22180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 name="Google Shape;256;p45"/>
          <p:cNvSpPr txBox="1"/>
          <p:nvPr>
            <p:ph idx="9" type="body"/>
          </p:nvPr>
        </p:nvSpPr>
        <p:spPr>
          <a:xfrm>
            <a:off x="6225918" y="3235145"/>
            <a:ext cx="2219611" cy="427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p45"/>
          <p:cNvSpPr txBox="1"/>
          <p:nvPr>
            <p:ph idx="13" type="body"/>
          </p:nvPr>
        </p:nvSpPr>
        <p:spPr>
          <a:xfrm>
            <a:off x="6223322" y="3684097"/>
            <a:ext cx="22180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45"/>
          <p:cNvSpPr txBox="1"/>
          <p:nvPr>
            <p:ph idx="14" type="body"/>
          </p:nvPr>
        </p:nvSpPr>
        <p:spPr>
          <a:xfrm>
            <a:off x="8896018" y="3235145"/>
            <a:ext cx="2219611" cy="427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45"/>
          <p:cNvSpPr txBox="1"/>
          <p:nvPr>
            <p:ph idx="15" type="body"/>
          </p:nvPr>
        </p:nvSpPr>
        <p:spPr>
          <a:xfrm>
            <a:off x="8893422" y="3684097"/>
            <a:ext cx="2218056" cy="276999"/>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45"/>
          <p:cNvSpPr txBox="1"/>
          <p:nvPr>
            <p:ph idx="16"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45"/>
          <p:cNvSpPr txBox="1"/>
          <p:nvPr>
            <p:ph type="title"/>
          </p:nvPr>
        </p:nvSpPr>
        <p:spPr>
          <a:xfrm>
            <a:off x="1066800" y="647700"/>
            <a:ext cx="10058400" cy="5857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p45"/>
          <p:cNvSpPr/>
          <p:nvPr>
            <p:ph idx="17" type="pic"/>
          </p:nvPr>
        </p:nvSpPr>
        <p:spPr>
          <a:xfrm>
            <a:off x="9189245" y="6289673"/>
            <a:ext cx="2882900" cy="4318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up">
  <p:cSld name="Team 4-up">
    <p:spTree>
      <p:nvGrpSpPr>
        <p:cNvPr id="263" name="Shape 263"/>
        <p:cNvGrpSpPr/>
        <p:nvPr/>
      </p:nvGrpSpPr>
      <p:grpSpPr>
        <a:xfrm>
          <a:off x="0" y="0"/>
          <a:ext cx="0" cy="0"/>
          <a:chOff x="0" y="0"/>
          <a:chExt cx="0" cy="0"/>
        </a:xfrm>
      </p:grpSpPr>
      <p:sp>
        <p:nvSpPr>
          <p:cNvPr id="264" name="Google Shape;264;p46"/>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65" name="Google Shape;265;p46"/>
          <p:cNvSpPr txBox="1"/>
          <p:nvPr>
            <p:ph idx="1" type="body"/>
          </p:nvPr>
        </p:nvSpPr>
        <p:spPr>
          <a:xfrm>
            <a:off x="1076822" y="3577256"/>
            <a:ext cx="2219611" cy="276999"/>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46"/>
          <p:cNvSpPr txBox="1"/>
          <p:nvPr>
            <p:ph idx="2" type="body"/>
          </p:nvPr>
        </p:nvSpPr>
        <p:spPr>
          <a:xfrm>
            <a:off x="1077599" y="4418281"/>
            <a:ext cx="2218056"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46"/>
          <p:cNvSpPr/>
          <p:nvPr>
            <p:ph idx="3" type="pic"/>
          </p:nvPr>
        </p:nvSpPr>
        <p:spPr>
          <a:xfrm>
            <a:off x="1386527" y="1828799"/>
            <a:ext cx="1600200" cy="1600199"/>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268" name="Google Shape;268;p46"/>
          <p:cNvSpPr txBox="1"/>
          <p:nvPr>
            <p:ph idx="4" type="body"/>
          </p:nvPr>
        </p:nvSpPr>
        <p:spPr>
          <a:xfrm>
            <a:off x="1078552" y="3853481"/>
            <a:ext cx="2216150" cy="268288"/>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46"/>
          <p:cNvSpPr txBox="1"/>
          <p:nvPr>
            <p:ph idx="5" type="body"/>
          </p:nvPr>
        </p:nvSpPr>
        <p:spPr>
          <a:xfrm>
            <a:off x="3684060" y="3577256"/>
            <a:ext cx="2219611" cy="276999"/>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 name="Google Shape;270;p46"/>
          <p:cNvSpPr txBox="1"/>
          <p:nvPr>
            <p:ph idx="6" type="body"/>
          </p:nvPr>
        </p:nvSpPr>
        <p:spPr>
          <a:xfrm>
            <a:off x="3684837" y="4418281"/>
            <a:ext cx="2218056"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46"/>
          <p:cNvSpPr txBox="1"/>
          <p:nvPr>
            <p:ph idx="7" type="body"/>
          </p:nvPr>
        </p:nvSpPr>
        <p:spPr>
          <a:xfrm>
            <a:off x="3685790" y="3853481"/>
            <a:ext cx="2216150" cy="268288"/>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46"/>
          <p:cNvSpPr txBox="1"/>
          <p:nvPr>
            <p:ph idx="8" type="body"/>
          </p:nvPr>
        </p:nvSpPr>
        <p:spPr>
          <a:xfrm>
            <a:off x="6325228" y="3577256"/>
            <a:ext cx="2219611" cy="276999"/>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46"/>
          <p:cNvSpPr txBox="1"/>
          <p:nvPr>
            <p:ph idx="9" type="body"/>
          </p:nvPr>
        </p:nvSpPr>
        <p:spPr>
          <a:xfrm>
            <a:off x="6326005" y="4418281"/>
            <a:ext cx="2218056"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4" name="Google Shape;274;p46"/>
          <p:cNvSpPr txBox="1"/>
          <p:nvPr>
            <p:ph idx="13" type="body"/>
          </p:nvPr>
        </p:nvSpPr>
        <p:spPr>
          <a:xfrm>
            <a:off x="6326958" y="3853481"/>
            <a:ext cx="2216150" cy="268288"/>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 name="Google Shape;275;p46"/>
          <p:cNvSpPr txBox="1"/>
          <p:nvPr>
            <p:ph idx="14" type="body"/>
          </p:nvPr>
        </p:nvSpPr>
        <p:spPr>
          <a:xfrm>
            <a:off x="8905589" y="3577256"/>
            <a:ext cx="2219611" cy="276999"/>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46"/>
          <p:cNvSpPr txBox="1"/>
          <p:nvPr>
            <p:ph idx="15" type="body"/>
          </p:nvPr>
        </p:nvSpPr>
        <p:spPr>
          <a:xfrm>
            <a:off x="8906366" y="4418281"/>
            <a:ext cx="2218056" cy="276999"/>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46"/>
          <p:cNvSpPr txBox="1"/>
          <p:nvPr>
            <p:ph idx="16" type="body"/>
          </p:nvPr>
        </p:nvSpPr>
        <p:spPr>
          <a:xfrm>
            <a:off x="8907319" y="3853481"/>
            <a:ext cx="2216150" cy="268288"/>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46"/>
          <p:cNvSpPr txBox="1"/>
          <p:nvPr>
            <p:ph idx="17"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46"/>
          <p:cNvSpPr txBox="1"/>
          <p:nvPr>
            <p:ph type="title"/>
          </p:nvPr>
        </p:nvSpPr>
        <p:spPr>
          <a:xfrm>
            <a:off x="1066800" y="647700"/>
            <a:ext cx="10058400" cy="5857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0" name="Google Shape;280;p46"/>
          <p:cNvSpPr/>
          <p:nvPr>
            <p:ph idx="18" type="pic"/>
          </p:nvPr>
        </p:nvSpPr>
        <p:spPr>
          <a:xfrm>
            <a:off x="9189245" y="6289673"/>
            <a:ext cx="2882900" cy="431800"/>
          </a:xfrm>
          <a:prstGeom prst="rect">
            <a:avLst/>
          </a:prstGeom>
          <a:noFill/>
          <a:ln>
            <a:noFill/>
          </a:ln>
        </p:spPr>
      </p:sp>
      <p:sp>
        <p:nvSpPr>
          <p:cNvPr id="281" name="Google Shape;281;p46"/>
          <p:cNvSpPr/>
          <p:nvPr>
            <p:ph idx="19" type="pic"/>
          </p:nvPr>
        </p:nvSpPr>
        <p:spPr>
          <a:xfrm>
            <a:off x="3957341" y="1828799"/>
            <a:ext cx="1600200" cy="1600199"/>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282" name="Google Shape;282;p46"/>
          <p:cNvSpPr/>
          <p:nvPr>
            <p:ph idx="20" type="pic"/>
          </p:nvPr>
        </p:nvSpPr>
        <p:spPr>
          <a:xfrm>
            <a:off x="6618095" y="1828799"/>
            <a:ext cx="1600200" cy="1600199"/>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283" name="Google Shape;283;p46"/>
          <p:cNvSpPr/>
          <p:nvPr>
            <p:ph idx="21" type="pic"/>
          </p:nvPr>
        </p:nvSpPr>
        <p:spPr>
          <a:xfrm>
            <a:off x="9173918" y="1828799"/>
            <a:ext cx="1600200" cy="1600199"/>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file / Contact">
  <p:cSld name="Profile / Contact">
    <p:spTree>
      <p:nvGrpSpPr>
        <p:cNvPr id="284" name="Shape 284"/>
        <p:cNvGrpSpPr/>
        <p:nvPr/>
      </p:nvGrpSpPr>
      <p:grpSpPr>
        <a:xfrm>
          <a:off x="0" y="0"/>
          <a:ext cx="0" cy="0"/>
          <a:chOff x="0" y="0"/>
          <a:chExt cx="0" cy="0"/>
        </a:xfrm>
      </p:grpSpPr>
      <p:sp>
        <p:nvSpPr>
          <p:cNvPr id="285" name="Google Shape;285;p47"/>
          <p:cNvSpPr/>
          <p:nvPr>
            <p:ph idx="2" type="pic"/>
          </p:nvPr>
        </p:nvSpPr>
        <p:spPr>
          <a:xfrm>
            <a:off x="1022905" y="1216667"/>
            <a:ext cx="3376023" cy="4232258"/>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286" name="Google Shape;286;p47"/>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287" name="Google Shape;287;p47"/>
          <p:cNvSpPr txBox="1"/>
          <p:nvPr>
            <p:ph idx="1" type="body"/>
          </p:nvPr>
        </p:nvSpPr>
        <p:spPr>
          <a:xfrm>
            <a:off x="4936012" y="2045380"/>
            <a:ext cx="6501483" cy="44697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47"/>
          <p:cNvSpPr txBox="1"/>
          <p:nvPr>
            <p:ph idx="3" type="body"/>
          </p:nvPr>
        </p:nvSpPr>
        <p:spPr>
          <a:xfrm>
            <a:off x="4927480" y="2878858"/>
            <a:ext cx="3047345" cy="25700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47"/>
          <p:cNvSpPr txBox="1"/>
          <p:nvPr>
            <p:ph idx="4" type="body"/>
          </p:nvPr>
        </p:nvSpPr>
        <p:spPr>
          <a:xfrm>
            <a:off x="4936012" y="2522347"/>
            <a:ext cx="6488957" cy="276999"/>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rgbClr val="CC9900"/>
              </a:buClr>
              <a:buSzPts val="1200"/>
              <a:buNone/>
              <a:defRPr b="0" sz="12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47"/>
          <p:cNvSpPr txBox="1"/>
          <p:nvPr/>
        </p:nvSpPr>
        <p:spPr>
          <a:xfrm>
            <a:off x="4948538" y="1544223"/>
            <a:ext cx="2567181" cy="523220"/>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9900"/>
                </a:solidFill>
                <a:latin typeface="Proxima Nova"/>
                <a:ea typeface="Proxima Nova"/>
                <a:cs typeface="Proxima Nova"/>
                <a:sym typeface="Proxima Nova"/>
              </a:rPr>
              <a:t>Meet</a:t>
            </a:r>
            <a:endParaRPr b="0" i="0" sz="1400" u="none" cap="none" strike="noStrike">
              <a:solidFill>
                <a:srgbClr val="000000"/>
              </a:solidFill>
              <a:latin typeface="Arial"/>
              <a:ea typeface="Arial"/>
              <a:cs typeface="Arial"/>
              <a:sym typeface="Arial"/>
            </a:endParaRPr>
          </a:p>
        </p:txBody>
      </p:sp>
      <p:sp>
        <p:nvSpPr>
          <p:cNvPr id="291" name="Google Shape;291;p47"/>
          <p:cNvSpPr txBox="1"/>
          <p:nvPr>
            <p:ph idx="5" type="body"/>
          </p:nvPr>
        </p:nvSpPr>
        <p:spPr>
          <a:xfrm>
            <a:off x="8722964" y="3585734"/>
            <a:ext cx="2689479" cy="58990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 name="Google Shape;292;p47"/>
          <p:cNvSpPr txBox="1"/>
          <p:nvPr>
            <p:ph idx="6" type="body"/>
          </p:nvPr>
        </p:nvSpPr>
        <p:spPr>
          <a:xfrm>
            <a:off x="8950242" y="4330031"/>
            <a:ext cx="2474727" cy="246221"/>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47"/>
          <p:cNvSpPr txBox="1"/>
          <p:nvPr>
            <p:ph idx="7" type="body"/>
          </p:nvPr>
        </p:nvSpPr>
        <p:spPr>
          <a:xfrm>
            <a:off x="8950242" y="4630656"/>
            <a:ext cx="2474727" cy="246221"/>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47"/>
          <p:cNvSpPr txBox="1"/>
          <p:nvPr>
            <p:ph idx="8" type="body"/>
          </p:nvPr>
        </p:nvSpPr>
        <p:spPr>
          <a:xfrm>
            <a:off x="8950242" y="4950070"/>
            <a:ext cx="2474727" cy="246221"/>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95" name="Google Shape;295;p47"/>
          <p:cNvPicPr preferRelativeResize="0"/>
          <p:nvPr/>
        </p:nvPicPr>
        <p:blipFill rotWithShape="1">
          <a:blip r:embed="rId2">
            <a:alphaModFix/>
          </a:blip>
          <a:srcRect b="0" l="0" r="0" t="0"/>
          <a:stretch/>
        </p:blipFill>
        <p:spPr>
          <a:xfrm>
            <a:off x="8722964" y="4366441"/>
            <a:ext cx="182880" cy="182880"/>
          </a:xfrm>
          <a:prstGeom prst="rect">
            <a:avLst/>
          </a:prstGeom>
          <a:noFill/>
          <a:ln>
            <a:noFill/>
          </a:ln>
        </p:spPr>
      </p:pic>
      <p:pic>
        <p:nvPicPr>
          <p:cNvPr id="296" name="Google Shape;296;p47"/>
          <p:cNvPicPr preferRelativeResize="0"/>
          <p:nvPr/>
        </p:nvPicPr>
        <p:blipFill rotWithShape="1">
          <a:blip r:embed="rId3">
            <a:alphaModFix/>
          </a:blip>
          <a:srcRect b="0" l="0" r="0" t="0"/>
          <a:stretch/>
        </p:blipFill>
        <p:spPr>
          <a:xfrm>
            <a:off x="8722964" y="4685855"/>
            <a:ext cx="182880" cy="182880"/>
          </a:xfrm>
          <a:prstGeom prst="rect">
            <a:avLst/>
          </a:prstGeom>
          <a:noFill/>
          <a:ln>
            <a:noFill/>
          </a:ln>
        </p:spPr>
      </p:pic>
      <p:pic>
        <p:nvPicPr>
          <p:cNvPr id="297" name="Google Shape;297;p47"/>
          <p:cNvPicPr preferRelativeResize="0"/>
          <p:nvPr/>
        </p:nvPicPr>
        <p:blipFill rotWithShape="1">
          <a:blip r:embed="rId4">
            <a:alphaModFix/>
          </a:blip>
          <a:srcRect b="0" l="0" r="0" t="0"/>
          <a:stretch/>
        </p:blipFill>
        <p:spPr>
          <a:xfrm>
            <a:off x="8722964" y="4986479"/>
            <a:ext cx="182880" cy="182880"/>
          </a:xfrm>
          <a:prstGeom prst="rect">
            <a:avLst/>
          </a:prstGeom>
          <a:noFill/>
          <a:ln>
            <a:noFill/>
          </a:ln>
        </p:spPr>
      </p:pic>
      <p:sp>
        <p:nvSpPr>
          <p:cNvPr id="298" name="Google Shape;298;p47"/>
          <p:cNvSpPr txBox="1"/>
          <p:nvPr>
            <p:ph idx="9" type="body"/>
          </p:nvPr>
        </p:nvSpPr>
        <p:spPr>
          <a:xfrm>
            <a:off x="494354" y="6356349"/>
            <a:ext cx="4433126" cy="365125"/>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 name="Google Shape;299;p47"/>
          <p:cNvSpPr/>
          <p:nvPr>
            <p:ph idx="13" type="pic"/>
          </p:nvPr>
        </p:nvSpPr>
        <p:spPr>
          <a:xfrm>
            <a:off x="9189245" y="6289673"/>
            <a:ext cx="2882900" cy="4318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305" name="Shape 305"/>
        <p:cNvGrpSpPr/>
        <p:nvPr/>
      </p:nvGrpSpPr>
      <p:grpSpPr>
        <a:xfrm>
          <a:off x="0" y="0"/>
          <a:ext cx="0" cy="0"/>
          <a:chOff x="0" y="0"/>
          <a:chExt cx="0" cy="0"/>
        </a:xfrm>
      </p:grpSpPr>
      <p:sp>
        <p:nvSpPr>
          <p:cNvPr id="306" name="Google Shape;306;g3a0a694c39d_1_1931"/>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07" name="Google Shape;307;g3a0a694c39d_1_1931"/>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08" name="Google Shape;308;g3a0a694c39d_1_1931"/>
          <p:cNvSpPr txBox="1"/>
          <p:nvPr>
            <p:ph idx="1" type="body"/>
          </p:nvPr>
        </p:nvSpPr>
        <p:spPr>
          <a:xfrm>
            <a:off x="6183467" y="5768367"/>
            <a:ext cx="5246400" cy="598800"/>
          </a:xfrm>
          <a:prstGeom prst="rect">
            <a:avLst/>
          </a:prstGeom>
          <a:noFill/>
          <a:ln>
            <a:noFill/>
          </a:ln>
        </p:spPr>
        <p:txBody>
          <a:bodyPr anchorCtr="0" anchor="ctr"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09" name="Google Shape;309;g3a0a694c39d_1_1931"/>
          <p:cNvSpPr txBox="1"/>
          <p:nvPr>
            <p:ph idx="3" type="subTitle"/>
          </p:nvPr>
        </p:nvSpPr>
        <p:spPr>
          <a:xfrm>
            <a:off x="2138531" y="5790528"/>
            <a:ext cx="3163500" cy="55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10" name="Google Shape;310;g3a0a694c39d_1_1931"/>
          <p:cNvSpPr txBox="1"/>
          <p:nvPr>
            <p:ph idx="4" type="subTitle"/>
          </p:nvPr>
        </p:nvSpPr>
        <p:spPr>
          <a:xfrm>
            <a:off x="441100" y="5585766"/>
            <a:ext cx="1231200" cy="96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6400">
                <a:solidFill>
                  <a:schemeClr val="lt2"/>
                </a:solidFill>
              </a:defRPr>
            </a:lvl1pPr>
            <a:lvl2pPr lvl="1" algn="l">
              <a:lnSpc>
                <a:spcPct val="100000"/>
              </a:lnSpc>
              <a:spcBef>
                <a:spcPts val="0"/>
              </a:spcBef>
              <a:spcAft>
                <a:spcPts val="0"/>
              </a:spcAft>
              <a:buSzPts val="1600"/>
              <a:buNone/>
              <a:defRPr sz="6400">
                <a:solidFill>
                  <a:schemeClr val="lt2"/>
                </a:solidFill>
              </a:defRPr>
            </a:lvl2pPr>
            <a:lvl3pPr lvl="2" algn="l">
              <a:lnSpc>
                <a:spcPct val="100000"/>
              </a:lnSpc>
              <a:spcBef>
                <a:spcPts val="0"/>
              </a:spcBef>
              <a:spcAft>
                <a:spcPts val="0"/>
              </a:spcAft>
              <a:buSzPts val="1600"/>
              <a:buNone/>
              <a:defRPr sz="6400">
                <a:solidFill>
                  <a:schemeClr val="lt2"/>
                </a:solidFill>
              </a:defRPr>
            </a:lvl3pPr>
            <a:lvl4pPr lvl="3" algn="l">
              <a:lnSpc>
                <a:spcPct val="100000"/>
              </a:lnSpc>
              <a:spcBef>
                <a:spcPts val="0"/>
              </a:spcBef>
              <a:spcAft>
                <a:spcPts val="0"/>
              </a:spcAft>
              <a:buSzPts val="1600"/>
              <a:buNone/>
              <a:defRPr sz="6400">
                <a:solidFill>
                  <a:schemeClr val="lt2"/>
                </a:solidFill>
              </a:defRPr>
            </a:lvl4pPr>
            <a:lvl5pPr lvl="4" algn="l">
              <a:lnSpc>
                <a:spcPct val="100000"/>
              </a:lnSpc>
              <a:spcBef>
                <a:spcPts val="0"/>
              </a:spcBef>
              <a:spcAft>
                <a:spcPts val="0"/>
              </a:spcAft>
              <a:buSzPts val="1600"/>
              <a:buNone/>
              <a:defRPr sz="6400">
                <a:solidFill>
                  <a:schemeClr val="lt2"/>
                </a:solidFill>
              </a:defRPr>
            </a:lvl5pPr>
            <a:lvl6pPr lvl="5" algn="l">
              <a:lnSpc>
                <a:spcPct val="100000"/>
              </a:lnSpc>
              <a:spcBef>
                <a:spcPts val="0"/>
              </a:spcBef>
              <a:spcAft>
                <a:spcPts val="0"/>
              </a:spcAft>
              <a:buSzPts val="1600"/>
              <a:buNone/>
              <a:defRPr sz="6400">
                <a:solidFill>
                  <a:schemeClr val="lt2"/>
                </a:solidFill>
              </a:defRPr>
            </a:lvl6pPr>
            <a:lvl7pPr lvl="6" algn="l">
              <a:lnSpc>
                <a:spcPct val="100000"/>
              </a:lnSpc>
              <a:spcBef>
                <a:spcPts val="0"/>
              </a:spcBef>
              <a:spcAft>
                <a:spcPts val="0"/>
              </a:spcAft>
              <a:buSzPts val="1600"/>
              <a:buNone/>
              <a:defRPr sz="6400">
                <a:solidFill>
                  <a:schemeClr val="lt2"/>
                </a:solidFill>
              </a:defRPr>
            </a:lvl7pPr>
            <a:lvl8pPr lvl="7" algn="l">
              <a:lnSpc>
                <a:spcPct val="100000"/>
              </a:lnSpc>
              <a:spcBef>
                <a:spcPts val="0"/>
              </a:spcBef>
              <a:spcAft>
                <a:spcPts val="0"/>
              </a:spcAft>
              <a:buSzPts val="1600"/>
              <a:buNone/>
              <a:defRPr sz="6400">
                <a:solidFill>
                  <a:schemeClr val="lt2"/>
                </a:solidFill>
              </a:defRPr>
            </a:lvl8pPr>
            <a:lvl9pPr lvl="8" algn="l">
              <a:lnSpc>
                <a:spcPct val="100000"/>
              </a:lnSpc>
              <a:spcBef>
                <a:spcPts val="0"/>
              </a:spcBef>
              <a:spcAft>
                <a:spcPts val="0"/>
              </a:spcAft>
              <a:buSzPts val="1600"/>
              <a:buNone/>
              <a:defRPr sz="6400">
                <a:solidFill>
                  <a:schemeClr val="lt2"/>
                </a:solidFill>
              </a:defRPr>
            </a:lvl9pPr>
          </a:lstStyle>
          <a:p/>
        </p:txBody>
      </p:sp>
      <p:sp>
        <p:nvSpPr>
          <p:cNvPr id="311" name="Google Shape;311;g3a0a694c39d_1_1931"/>
          <p:cNvSpPr txBox="1"/>
          <p:nvPr>
            <p:ph idx="5" type="body"/>
          </p:nvPr>
        </p:nvSpPr>
        <p:spPr>
          <a:xfrm>
            <a:off x="6183467" y="4430193"/>
            <a:ext cx="5246400" cy="598800"/>
          </a:xfrm>
          <a:prstGeom prst="rect">
            <a:avLst/>
          </a:prstGeom>
          <a:noFill/>
          <a:ln>
            <a:noFill/>
          </a:ln>
        </p:spPr>
        <p:txBody>
          <a:bodyPr anchorCtr="0" anchor="ctr"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12" name="Google Shape;312;g3a0a694c39d_1_1931"/>
          <p:cNvSpPr txBox="1"/>
          <p:nvPr>
            <p:ph idx="6" type="subTitle"/>
          </p:nvPr>
        </p:nvSpPr>
        <p:spPr>
          <a:xfrm>
            <a:off x="2138531" y="4452355"/>
            <a:ext cx="3163500" cy="55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13" name="Google Shape;313;g3a0a694c39d_1_1931"/>
          <p:cNvSpPr txBox="1"/>
          <p:nvPr>
            <p:ph idx="7" type="subTitle"/>
          </p:nvPr>
        </p:nvSpPr>
        <p:spPr>
          <a:xfrm>
            <a:off x="441100" y="4247594"/>
            <a:ext cx="1231200" cy="96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6400">
                <a:solidFill>
                  <a:schemeClr val="lt2"/>
                </a:solidFill>
              </a:defRPr>
            </a:lvl1pPr>
            <a:lvl2pPr lvl="1" algn="l">
              <a:lnSpc>
                <a:spcPct val="100000"/>
              </a:lnSpc>
              <a:spcBef>
                <a:spcPts val="0"/>
              </a:spcBef>
              <a:spcAft>
                <a:spcPts val="0"/>
              </a:spcAft>
              <a:buSzPts val="1600"/>
              <a:buNone/>
              <a:defRPr sz="6400">
                <a:solidFill>
                  <a:schemeClr val="lt2"/>
                </a:solidFill>
              </a:defRPr>
            </a:lvl2pPr>
            <a:lvl3pPr lvl="2" algn="l">
              <a:lnSpc>
                <a:spcPct val="100000"/>
              </a:lnSpc>
              <a:spcBef>
                <a:spcPts val="0"/>
              </a:spcBef>
              <a:spcAft>
                <a:spcPts val="0"/>
              </a:spcAft>
              <a:buSzPts val="1600"/>
              <a:buNone/>
              <a:defRPr sz="6400">
                <a:solidFill>
                  <a:schemeClr val="lt2"/>
                </a:solidFill>
              </a:defRPr>
            </a:lvl3pPr>
            <a:lvl4pPr lvl="3" algn="l">
              <a:lnSpc>
                <a:spcPct val="100000"/>
              </a:lnSpc>
              <a:spcBef>
                <a:spcPts val="0"/>
              </a:spcBef>
              <a:spcAft>
                <a:spcPts val="0"/>
              </a:spcAft>
              <a:buSzPts val="1600"/>
              <a:buNone/>
              <a:defRPr sz="6400">
                <a:solidFill>
                  <a:schemeClr val="lt2"/>
                </a:solidFill>
              </a:defRPr>
            </a:lvl4pPr>
            <a:lvl5pPr lvl="4" algn="l">
              <a:lnSpc>
                <a:spcPct val="100000"/>
              </a:lnSpc>
              <a:spcBef>
                <a:spcPts val="0"/>
              </a:spcBef>
              <a:spcAft>
                <a:spcPts val="0"/>
              </a:spcAft>
              <a:buSzPts val="1600"/>
              <a:buNone/>
              <a:defRPr sz="6400">
                <a:solidFill>
                  <a:schemeClr val="lt2"/>
                </a:solidFill>
              </a:defRPr>
            </a:lvl5pPr>
            <a:lvl6pPr lvl="5" algn="l">
              <a:lnSpc>
                <a:spcPct val="100000"/>
              </a:lnSpc>
              <a:spcBef>
                <a:spcPts val="0"/>
              </a:spcBef>
              <a:spcAft>
                <a:spcPts val="0"/>
              </a:spcAft>
              <a:buSzPts val="1600"/>
              <a:buNone/>
              <a:defRPr sz="6400">
                <a:solidFill>
                  <a:schemeClr val="lt2"/>
                </a:solidFill>
              </a:defRPr>
            </a:lvl6pPr>
            <a:lvl7pPr lvl="6" algn="l">
              <a:lnSpc>
                <a:spcPct val="100000"/>
              </a:lnSpc>
              <a:spcBef>
                <a:spcPts val="0"/>
              </a:spcBef>
              <a:spcAft>
                <a:spcPts val="0"/>
              </a:spcAft>
              <a:buSzPts val="1600"/>
              <a:buNone/>
              <a:defRPr sz="6400">
                <a:solidFill>
                  <a:schemeClr val="lt2"/>
                </a:solidFill>
              </a:defRPr>
            </a:lvl7pPr>
            <a:lvl8pPr lvl="7" algn="l">
              <a:lnSpc>
                <a:spcPct val="100000"/>
              </a:lnSpc>
              <a:spcBef>
                <a:spcPts val="0"/>
              </a:spcBef>
              <a:spcAft>
                <a:spcPts val="0"/>
              </a:spcAft>
              <a:buSzPts val="1600"/>
              <a:buNone/>
              <a:defRPr sz="6400">
                <a:solidFill>
                  <a:schemeClr val="lt2"/>
                </a:solidFill>
              </a:defRPr>
            </a:lvl8pPr>
            <a:lvl9pPr lvl="8" algn="l">
              <a:lnSpc>
                <a:spcPct val="100000"/>
              </a:lnSpc>
              <a:spcBef>
                <a:spcPts val="0"/>
              </a:spcBef>
              <a:spcAft>
                <a:spcPts val="0"/>
              </a:spcAft>
              <a:buSzPts val="1600"/>
              <a:buNone/>
              <a:defRPr sz="6400">
                <a:solidFill>
                  <a:schemeClr val="lt2"/>
                </a:solidFill>
              </a:defRPr>
            </a:lvl9pPr>
          </a:lstStyle>
          <a:p/>
        </p:txBody>
      </p:sp>
      <p:sp>
        <p:nvSpPr>
          <p:cNvPr id="314" name="Google Shape;314;g3a0a694c39d_1_1931"/>
          <p:cNvSpPr txBox="1"/>
          <p:nvPr>
            <p:ph idx="8" type="body"/>
          </p:nvPr>
        </p:nvSpPr>
        <p:spPr>
          <a:xfrm>
            <a:off x="6183467" y="3122646"/>
            <a:ext cx="5246400" cy="598800"/>
          </a:xfrm>
          <a:prstGeom prst="rect">
            <a:avLst/>
          </a:prstGeom>
          <a:noFill/>
          <a:ln>
            <a:noFill/>
          </a:ln>
        </p:spPr>
        <p:txBody>
          <a:bodyPr anchorCtr="0" anchor="ctr"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15" name="Google Shape;315;g3a0a694c39d_1_1931"/>
          <p:cNvSpPr txBox="1"/>
          <p:nvPr>
            <p:ph idx="9" type="subTitle"/>
          </p:nvPr>
        </p:nvSpPr>
        <p:spPr>
          <a:xfrm>
            <a:off x="2138531" y="3144810"/>
            <a:ext cx="3163500" cy="55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16" name="Google Shape;316;g3a0a694c39d_1_1931"/>
          <p:cNvSpPr txBox="1"/>
          <p:nvPr>
            <p:ph idx="13" type="subTitle"/>
          </p:nvPr>
        </p:nvSpPr>
        <p:spPr>
          <a:xfrm>
            <a:off x="441100" y="2940049"/>
            <a:ext cx="1231200" cy="96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6400">
                <a:solidFill>
                  <a:schemeClr val="lt2"/>
                </a:solidFill>
              </a:defRPr>
            </a:lvl1pPr>
            <a:lvl2pPr lvl="1" algn="l">
              <a:lnSpc>
                <a:spcPct val="100000"/>
              </a:lnSpc>
              <a:spcBef>
                <a:spcPts val="0"/>
              </a:spcBef>
              <a:spcAft>
                <a:spcPts val="0"/>
              </a:spcAft>
              <a:buSzPts val="1600"/>
              <a:buNone/>
              <a:defRPr sz="6400">
                <a:solidFill>
                  <a:schemeClr val="lt2"/>
                </a:solidFill>
              </a:defRPr>
            </a:lvl2pPr>
            <a:lvl3pPr lvl="2" algn="l">
              <a:lnSpc>
                <a:spcPct val="100000"/>
              </a:lnSpc>
              <a:spcBef>
                <a:spcPts val="0"/>
              </a:spcBef>
              <a:spcAft>
                <a:spcPts val="0"/>
              </a:spcAft>
              <a:buSzPts val="1600"/>
              <a:buNone/>
              <a:defRPr sz="6400">
                <a:solidFill>
                  <a:schemeClr val="lt2"/>
                </a:solidFill>
              </a:defRPr>
            </a:lvl3pPr>
            <a:lvl4pPr lvl="3" algn="l">
              <a:lnSpc>
                <a:spcPct val="100000"/>
              </a:lnSpc>
              <a:spcBef>
                <a:spcPts val="0"/>
              </a:spcBef>
              <a:spcAft>
                <a:spcPts val="0"/>
              </a:spcAft>
              <a:buSzPts val="1600"/>
              <a:buNone/>
              <a:defRPr sz="6400">
                <a:solidFill>
                  <a:schemeClr val="lt2"/>
                </a:solidFill>
              </a:defRPr>
            </a:lvl4pPr>
            <a:lvl5pPr lvl="4" algn="l">
              <a:lnSpc>
                <a:spcPct val="100000"/>
              </a:lnSpc>
              <a:spcBef>
                <a:spcPts val="0"/>
              </a:spcBef>
              <a:spcAft>
                <a:spcPts val="0"/>
              </a:spcAft>
              <a:buSzPts val="1600"/>
              <a:buNone/>
              <a:defRPr sz="6400">
                <a:solidFill>
                  <a:schemeClr val="lt2"/>
                </a:solidFill>
              </a:defRPr>
            </a:lvl5pPr>
            <a:lvl6pPr lvl="5" algn="l">
              <a:lnSpc>
                <a:spcPct val="100000"/>
              </a:lnSpc>
              <a:spcBef>
                <a:spcPts val="0"/>
              </a:spcBef>
              <a:spcAft>
                <a:spcPts val="0"/>
              </a:spcAft>
              <a:buSzPts val="1600"/>
              <a:buNone/>
              <a:defRPr sz="6400">
                <a:solidFill>
                  <a:schemeClr val="lt2"/>
                </a:solidFill>
              </a:defRPr>
            </a:lvl6pPr>
            <a:lvl7pPr lvl="6" algn="l">
              <a:lnSpc>
                <a:spcPct val="100000"/>
              </a:lnSpc>
              <a:spcBef>
                <a:spcPts val="0"/>
              </a:spcBef>
              <a:spcAft>
                <a:spcPts val="0"/>
              </a:spcAft>
              <a:buSzPts val="1600"/>
              <a:buNone/>
              <a:defRPr sz="6400">
                <a:solidFill>
                  <a:schemeClr val="lt2"/>
                </a:solidFill>
              </a:defRPr>
            </a:lvl7pPr>
            <a:lvl8pPr lvl="7" algn="l">
              <a:lnSpc>
                <a:spcPct val="100000"/>
              </a:lnSpc>
              <a:spcBef>
                <a:spcPts val="0"/>
              </a:spcBef>
              <a:spcAft>
                <a:spcPts val="0"/>
              </a:spcAft>
              <a:buSzPts val="1600"/>
              <a:buNone/>
              <a:defRPr sz="6400">
                <a:solidFill>
                  <a:schemeClr val="lt2"/>
                </a:solidFill>
              </a:defRPr>
            </a:lvl8pPr>
            <a:lvl9pPr lvl="8" algn="l">
              <a:lnSpc>
                <a:spcPct val="100000"/>
              </a:lnSpc>
              <a:spcBef>
                <a:spcPts val="0"/>
              </a:spcBef>
              <a:spcAft>
                <a:spcPts val="0"/>
              </a:spcAft>
              <a:buSzPts val="1600"/>
              <a:buNone/>
              <a:defRPr sz="6400">
                <a:solidFill>
                  <a:schemeClr val="lt2"/>
                </a:solidFill>
              </a:defRPr>
            </a:lvl9pPr>
          </a:lstStyle>
          <a:p/>
        </p:txBody>
      </p:sp>
      <p:sp>
        <p:nvSpPr>
          <p:cNvPr id="317" name="Google Shape;317;g3a0a694c39d_1_1931"/>
          <p:cNvSpPr txBox="1"/>
          <p:nvPr>
            <p:ph idx="14" type="body"/>
          </p:nvPr>
        </p:nvSpPr>
        <p:spPr>
          <a:xfrm>
            <a:off x="6183467" y="1815100"/>
            <a:ext cx="5246400" cy="598800"/>
          </a:xfrm>
          <a:prstGeom prst="rect">
            <a:avLst/>
          </a:prstGeom>
          <a:noFill/>
          <a:ln>
            <a:noFill/>
          </a:ln>
        </p:spPr>
        <p:txBody>
          <a:bodyPr anchorCtr="0" anchor="ctr"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18" name="Google Shape;318;g3a0a694c39d_1_1931"/>
          <p:cNvSpPr txBox="1"/>
          <p:nvPr>
            <p:ph idx="15" type="subTitle"/>
          </p:nvPr>
        </p:nvSpPr>
        <p:spPr>
          <a:xfrm>
            <a:off x="2138531" y="1837266"/>
            <a:ext cx="3163500" cy="55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19" name="Google Shape;319;g3a0a694c39d_1_1931"/>
          <p:cNvSpPr txBox="1"/>
          <p:nvPr>
            <p:ph idx="16" type="subTitle"/>
          </p:nvPr>
        </p:nvSpPr>
        <p:spPr>
          <a:xfrm>
            <a:off x="441100" y="1632504"/>
            <a:ext cx="1231200" cy="96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6400">
                <a:solidFill>
                  <a:schemeClr val="lt2"/>
                </a:solidFill>
              </a:defRPr>
            </a:lvl1pPr>
            <a:lvl2pPr lvl="1" algn="l">
              <a:lnSpc>
                <a:spcPct val="100000"/>
              </a:lnSpc>
              <a:spcBef>
                <a:spcPts val="0"/>
              </a:spcBef>
              <a:spcAft>
                <a:spcPts val="0"/>
              </a:spcAft>
              <a:buSzPts val="1600"/>
              <a:buNone/>
              <a:defRPr sz="6400">
                <a:solidFill>
                  <a:schemeClr val="lt2"/>
                </a:solidFill>
              </a:defRPr>
            </a:lvl2pPr>
            <a:lvl3pPr lvl="2" algn="l">
              <a:lnSpc>
                <a:spcPct val="100000"/>
              </a:lnSpc>
              <a:spcBef>
                <a:spcPts val="0"/>
              </a:spcBef>
              <a:spcAft>
                <a:spcPts val="0"/>
              </a:spcAft>
              <a:buSzPts val="1600"/>
              <a:buNone/>
              <a:defRPr sz="6400">
                <a:solidFill>
                  <a:schemeClr val="lt2"/>
                </a:solidFill>
              </a:defRPr>
            </a:lvl3pPr>
            <a:lvl4pPr lvl="3" algn="l">
              <a:lnSpc>
                <a:spcPct val="100000"/>
              </a:lnSpc>
              <a:spcBef>
                <a:spcPts val="0"/>
              </a:spcBef>
              <a:spcAft>
                <a:spcPts val="0"/>
              </a:spcAft>
              <a:buSzPts val="1600"/>
              <a:buNone/>
              <a:defRPr sz="6400">
                <a:solidFill>
                  <a:schemeClr val="lt2"/>
                </a:solidFill>
              </a:defRPr>
            </a:lvl4pPr>
            <a:lvl5pPr lvl="4" algn="l">
              <a:lnSpc>
                <a:spcPct val="100000"/>
              </a:lnSpc>
              <a:spcBef>
                <a:spcPts val="0"/>
              </a:spcBef>
              <a:spcAft>
                <a:spcPts val="0"/>
              </a:spcAft>
              <a:buSzPts val="1600"/>
              <a:buNone/>
              <a:defRPr sz="6400">
                <a:solidFill>
                  <a:schemeClr val="lt2"/>
                </a:solidFill>
              </a:defRPr>
            </a:lvl5pPr>
            <a:lvl6pPr lvl="5" algn="l">
              <a:lnSpc>
                <a:spcPct val="100000"/>
              </a:lnSpc>
              <a:spcBef>
                <a:spcPts val="0"/>
              </a:spcBef>
              <a:spcAft>
                <a:spcPts val="0"/>
              </a:spcAft>
              <a:buSzPts val="1600"/>
              <a:buNone/>
              <a:defRPr sz="6400">
                <a:solidFill>
                  <a:schemeClr val="lt2"/>
                </a:solidFill>
              </a:defRPr>
            </a:lvl6pPr>
            <a:lvl7pPr lvl="6" algn="l">
              <a:lnSpc>
                <a:spcPct val="100000"/>
              </a:lnSpc>
              <a:spcBef>
                <a:spcPts val="0"/>
              </a:spcBef>
              <a:spcAft>
                <a:spcPts val="0"/>
              </a:spcAft>
              <a:buSzPts val="1600"/>
              <a:buNone/>
              <a:defRPr sz="6400">
                <a:solidFill>
                  <a:schemeClr val="lt2"/>
                </a:solidFill>
              </a:defRPr>
            </a:lvl7pPr>
            <a:lvl8pPr lvl="7" algn="l">
              <a:lnSpc>
                <a:spcPct val="100000"/>
              </a:lnSpc>
              <a:spcBef>
                <a:spcPts val="0"/>
              </a:spcBef>
              <a:spcAft>
                <a:spcPts val="0"/>
              </a:spcAft>
              <a:buSzPts val="1600"/>
              <a:buNone/>
              <a:defRPr sz="6400">
                <a:solidFill>
                  <a:schemeClr val="lt2"/>
                </a:solidFill>
              </a:defRPr>
            </a:lvl8pPr>
            <a:lvl9pPr lvl="8" algn="l">
              <a:lnSpc>
                <a:spcPct val="100000"/>
              </a:lnSpc>
              <a:spcBef>
                <a:spcPts val="0"/>
              </a:spcBef>
              <a:spcAft>
                <a:spcPts val="0"/>
              </a:spcAft>
              <a:buSzPts val="1600"/>
              <a:buNone/>
              <a:defRPr sz="6400">
                <a:solidFill>
                  <a:schemeClr val="lt2"/>
                </a:solidFill>
              </a:defRPr>
            </a:lvl9pPr>
          </a:lstStyle>
          <a:p/>
        </p:txBody>
      </p:sp>
      <p:sp>
        <p:nvSpPr>
          <p:cNvPr id="320" name="Google Shape;320;g3a0a694c39d_1_1931"/>
          <p:cNvSpPr txBox="1"/>
          <p:nvPr>
            <p:ph idx="17"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321" name="Shape 321"/>
        <p:cNvGrpSpPr/>
        <p:nvPr/>
      </p:nvGrpSpPr>
      <p:grpSpPr>
        <a:xfrm>
          <a:off x="0" y="0"/>
          <a:ext cx="0" cy="0"/>
          <a:chOff x="0" y="0"/>
          <a:chExt cx="0" cy="0"/>
        </a:xfrm>
      </p:grpSpPr>
      <p:sp>
        <p:nvSpPr>
          <p:cNvPr id="322" name="Google Shape;322;g3a0a694c39d_1_1986"/>
          <p:cNvSpPr/>
          <p:nvPr/>
        </p:nvSpPr>
        <p:spPr>
          <a:xfrm>
            <a:off x="0" y="0"/>
            <a:ext cx="4236300" cy="4236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323" name="Google Shape;323;g3a0a694c39d_1_1986"/>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24" name="Google Shape;324;g3a0a694c39d_1_1986"/>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25" name="Google Shape;325;g3a0a694c39d_1_1986"/>
          <p:cNvSpPr txBox="1"/>
          <p:nvPr>
            <p:ph idx="1" type="body"/>
          </p:nvPr>
        </p:nvSpPr>
        <p:spPr>
          <a:xfrm>
            <a:off x="450396" y="1392100"/>
            <a:ext cx="37860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26" name="Google Shape;326;g3a0a694c39d_1_1986"/>
          <p:cNvSpPr txBox="1"/>
          <p:nvPr>
            <p:ph idx="3" type="body"/>
          </p:nvPr>
        </p:nvSpPr>
        <p:spPr>
          <a:xfrm>
            <a:off x="7956755" y="1392100"/>
            <a:ext cx="38076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27" name="Google Shape;327;g3a0a694c39d_1_1986"/>
          <p:cNvSpPr txBox="1"/>
          <p:nvPr>
            <p:ph idx="4" type="body"/>
          </p:nvPr>
        </p:nvSpPr>
        <p:spPr>
          <a:xfrm>
            <a:off x="428633" y="4513904"/>
            <a:ext cx="37860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28" name="Google Shape;328;g3a0a694c39d_1_1986"/>
          <p:cNvSpPr txBox="1"/>
          <p:nvPr>
            <p:ph idx="5" type="body"/>
          </p:nvPr>
        </p:nvSpPr>
        <p:spPr>
          <a:xfrm>
            <a:off x="7934866" y="4513904"/>
            <a:ext cx="38076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29" name="Google Shape;329;g3a0a694c39d_1_1986"/>
          <p:cNvSpPr txBox="1"/>
          <p:nvPr>
            <p:ph idx="6" type="subTitle"/>
          </p:nvPr>
        </p:nvSpPr>
        <p:spPr>
          <a:xfrm>
            <a:off x="4673483" y="2673967"/>
            <a:ext cx="1333500" cy="2295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300"/>
            </a:lvl1pPr>
            <a:lvl2pPr lvl="1" algn="ctr">
              <a:lnSpc>
                <a:spcPct val="100000"/>
              </a:lnSpc>
              <a:spcBef>
                <a:spcPts val="0"/>
              </a:spcBef>
              <a:spcAft>
                <a:spcPts val="0"/>
              </a:spcAft>
              <a:buSzPts val="1600"/>
              <a:buNone/>
              <a:defRPr sz="1300"/>
            </a:lvl2pPr>
            <a:lvl3pPr lvl="2" algn="ctr">
              <a:lnSpc>
                <a:spcPct val="100000"/>
              </a:lnSpc>
              <a:spcBef>
                <a:spcPts val="0"/>
              </a:spcBef>
              <a:spcAft>
                <a:spcPts val="0"/>
              </a:spcAft>
              <a:buSzPts val="1600"/>
              <a:buNone/>
              <a:defRPr sz="1300"/>
            </a:lvl3pPr>
            <a:lvl4pPr lvl="3" algn="ctr">
              <a:lnSpc>
                <a:spcPct val="100000"/>
              </a:lnSpc>
              <a:spcBef>
                <a:spcPts val="0"/>
              </a:spcBef>
              <a:spcAft>
                <a:spcPts val="0"/>
              </a:spcAft>
              <a:buSzPts val="1600"/>
              <a:buNone/>
              <a:defRPr sz="1300"/>
            </a:lvl4pPr>
            <a:lvl5pPr lvl="4" algn="ctr">
              <a:lnSpc>
                <a:spcPct val="100000"/>
              </a:lnSpc>
              <a:spcBef>
                <a:spcPts val="0"/>
              </a:spcBef>
              <a:spcAft>
                <a:spcPts val="0"/>
              </a:spcAft>
              <a:buSzPts val="1600"/>
              <a:buNone/>
              <a:defRPr sz="1300"/>
            </a:lvl5pPr>
            <a:lvl6pPr lvl="5" algn="ctr">
              <a:lnSpc>
                <a:spcPct val="100000"/>
              </a:lnSpc>
              <a:spcBef>
                <a:spcPts val="0"/>
              </a:spcBef>
              <a:spcAft>
                <a:spcPts val="0"/>
              </a:spcAft>
              <a:buSzPts val="1600"/>
              <a:buNone/>
              <a:defRPr sz="1300"/>
            </a:lvl6pPr>
            <a:lvl7pPr lvl="6" algn="ctr">
              <a:lnSpc>
                <a:spcPct val="100000"/>
              </a:lnSpc>
              <a:spcBef>
                <a:spcPts val="0"/>
              </a:spcBef>
              <a:spcAft>
                <a:spcPts val="0"/>
              </a:spcAft>
              <a:buSzPts val="1600"/>
              <a:buNone/>
              <a:defRPr sz="1300"/>
            </a:lvl7pPr>
            <a:lvl8pPr lvl="7" algn="ctr">
              <a:lnSpc>
                <a:spcPct val="100000"/>
              </a:lnSpc>
              <a:spcBef>
                <a:spcPts val="0"/>
              </a:spcBef>
              <a:spcAft>
                <a:spcPts val="0"/>
              </a:spcAft>
              <a:buSzPts val="1600"/>
              <a:buNone/>
              <a:defRPr sz="1300"/>
            </a:lvl8pPr>
            <a:lvl9pPr lvl="8" algn="ctr">
              <a:lnSpc>
                <a:spcPct val="100000"/>
              </a:lnSpc>
              <a:spcBef>
                <a:spcPts val="0"/>
              </a:spcBef>
              <a:spcAft>
                <a:spcPts val="0"/>
              </a:spcAft>
              <a:buSzPts val="1600"/>
              <a:buNone/>
              <a:defRPr sz="1300"/>
            </a:lvl9pPr>
          </a:lstStyle>
          <a:p/>
        </p:txBody>
      </p:sp>
      <p:sp>
        <p:nvSpPr>
          <p:cNvPr id="330" name="Google Shape;330;g3a0a694c39d_1_1986"/>
          <p:cNvSpPr txBox="1"/>
          <p:nvPr>
            <p:ph idx="7" type="subTitle"/>
          </p:nvPr>
        </p:nvSpPr>
        <p:spPr>
          <a:xfrm>
            <a:off x="6184850" y="2673967"/>
            <a:ext cx="1333500" cy="2295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300"/>
            </a:lvl1pPr>
            <a:lvl2pPr lvl="1" algn="ctr">
              <a:lnSpc>
                <a:spcPct val="100000"/>
              </a:lnSpc>
              <a:spcBef>
                <a:spcPts val="0"/>
              </a:spcBef>
              <a:spcAft>
                <a:spcPts val="0"/>
              </a:spcAft>
              <a:buSzPts val="1600"/>
              <a:buNone/>
              <a:defRPr sz="1300"/>
            </a:lvl2pPr>
            <a:lvl3pPr lvl="2" algn="ctr">
              <a:lnSpc>
                <a:spcPct val="100000"/>
              </a:lnSpc>
              <a:spcBef>
                <a:spcPts val="0"/>
              </a:spcBef>
              <a:spcAft>
                <a:spcPts val="0"/>
              </a:spcAft>
              <a:buSzPts val="1600"/>
              <a:buNone/>
              <a:defRPr sz="1300"/>
            </a:lvl3pPr>
            <a:lvl4pPr lvl="3" algn="ctr">
              <a:lnSpc>
                <a:spcPct val="100000"/>
              </a:lnSpc>
              <a:spcBef>
                <a:spcPts val="0"/>
              </a:spcBef>
              <a:spcAft>
                <a:spcPts val="0"/>
              </a:spcAft>
              <a:buSzPts val="1600"/>
              <a:buNone/>
              <a:defRPr sz="1300"/>
            </a:lvl4pPr>
            <a:lvl5pPr lvl="4" algn="ctr">
              <a:lnSpc>
                <a:spcPct val="100000"/>
              </a:lnSpc>
              <a:spcBef>
                <a:spcPts val="0"/>
              </a:spcBef>
              <a:spcAft>
                <a:spcPts val="0"/>
              </a:spcAft>
              <a:buSzPts val="1600"/>
              <a:buNone/>
              <a:defRPr sz="1300"/>
            </a:lvl5pPr>
            <a:lvl6pPr lvl="5" algn="ctr">
              <a:lnSpc>
                <a:spcPct val="100000"/>
              </a:lnSpc>
              <a:spcBef>
                <a:spcPts val="0"/>
              </a:spcBef>
              <a:spcAft>
                <a:spcPts val="0"/>
              </a:spcAft>
              <a:buSzPts val="1600"/>
              <a:buNone/>
              <a:defRPr sz="1300"/>
            </a:lvl6pPr>
            <a:lvl7pPr lvl="6" algn="ctr">
              <a:lnSpc>
                <a:spcPct val="100000"/>
              </a:lnSpc>
              <a:spcBef>
                <a:spcPts val="0"/>
              </a:spcBef>
              <a:spcAft>
                <a:spcPts val="0"/>
              </a:spcAft>
              <a:buSzPts val="1600"/>
              <a:buNone/>
              <a:defRPr sz="1300"/>
            </a:lvl7pPr>
            <a:lvl8pPr lvl="7" algn="ctr">
              <a:lnSpc>
                <a:spcPct val="100000"/>
              </a:lnSpc>
              <a:spcBef>
                <a:spcPts val="0"/>
              </a:spcBef>
              <a:spcAft>
                <a:spcPts val="0"/>
              </a:spcAft>
              <a:buSzPts val="1600"/>
              <a:buNone/>
              <a:defRPr sz="1300"/>
            </a:lvl8pPr>
            <a:lvl9pPr lvl="8" algn="ctr">
              <a:lnSpc>
                <a:spcPct val="100000"/>
              </a:lnSpc>
              <a:spcBef>
                <a:spcPts val="0"/>
              </a:spcBef>
              <a:spcAft>
                <a:spcPts val="0"/>
              </a:spcAft>
              <a:buSzPts val="1600"/>
              <a:buNone/>
              <a:defRPr sz="1300"/>
            </a:lvl9pPr>
          </a:lstStyle>
          <a:p/>
        </p:txBody>
      </p:sp>
      <p:sp>
        <p:nvSpPr>
          <p:cNvPr id="331" name="Google Shape;331;g3a0a694c39d_1_1986"/>
          <p:cNvSpPr txBox="1"/>
          <p:nvPr>
            <p:ph idx="8" type="subTitle"/>
          </p:nvPr>
        </p:nvSpPr>
        <p:spPr>
          <a:xfrm>
            <a:off x="4674033" y="3954433"/>
            <a:ext cx="1333500" cy="2295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300"/>
            </a:lvl1pPr>
            <a:lvl2pPr lvl="1" algn="ctr">
              <a:lnSpc>
                <a:spcPct val="100000"/>
              </a:lnSpc>
              <a:spcBef>
                <a:spcPts val="0"/>
              </a:spcBef>
              <a:spcAft>
                <a:spcPts val="0"/>
              </a:spcAft>
              <a:buSzPts val="1600"/>
              <a:buNone/>
              <a:defRPr sz="1300"/>
            </a:lvl2pPr>
            <a:lvl3pPr lvl="2" algn="ctr">
              <a:lnSpc>
                <a:spcPct val="100000"/>
              </a:lnSpc>
              <a:spcBef>
                <a:spcPts val="0"/>
              </a:spcBef>
              <a:spcAft>
                <a:spcPts val="0"/>
              </a:spcAft>
              <a:buSzPts val="1600"/>
              <a:buNone/>
              <a:defRPr sz="1300"/>
            </a:lvl3pPr>
            <a:lvl4pPr lvl="3" algn="ctr">
              <a:lnSpc>
                <a:spcPct val="100000"/>
              </a:lnSpc>
              <a:spcBef>
                <a:spcPts val="0"/>
              </a:spcBef>
              <a:spcAft>
                <a:spcPts val="0"/>
              </a:spcAft>
              <a:buSzPts val="1600"/>
              <a:buNone/>
              <a:defRPr sz="1300"/>
            </a:lvl4pPr>
            <a:lvl5pPr lvl="4" algn="ctr">
              <a:lnSpc>
                <a:spcPct val="100000"/>
              </a:lnSpc>
              <a:spcBef>
                <a:spcPts val="0"/>
              </a:spcBef>
              <a:spcAft>
                <a:spcPts val="0"/>
              </a:spcAft>
              <a:buSzPts val="1600"/>
              <a:buNone/>
              <a:defRPr sz="1300"/>
            </a:lvl5pPr>
            <a:lvl6pPr lvl="5" algn="ctr">
              <a:lnSpc>
                <a:spcPct val="100000"/>
              </a:lnSpc>
              <a:spcBef>
                <a:spcPts val="0"/>
              </a:spcBef>
              <a:spcAft>
                <a:spcPts val="0"/>
              </a:spcAft>
              <a:buSzPts val="1600"/>
              <a:buNone/>
              <a:defRPr sz="1300"/>
            </a:lvl6pPr>
            <a:lvl7pPr lvl="6" algn="ctr">
              <a:lnSpc>
                <a:spcPct val="100000"/>
              </a:lnSpc>
              <a:spcBef>
                <a:spcPts val="0"/>
              </a:spcBef>
              <a:spcAft>
                <a:spcPts val="0"/>
              </a:spcAft>
              <a:buSzPts val="1600"/>
              <a:buNone/>
              <a:defRPr sz="1300"/>
            </a:lvl7pPr>
            <a:lvl8pPr lvl="7" algn="ctr">
              <a:lnSpc>
                <a:spcPct val="100000"/>
              </a:lnSpc>
              <a:spcBef>
                <a:spcPts val="0"/>
              </a:spcBef>
              <a:spcAft>
                <a:spcPts val="0"/>
              </a:spcAft>
              <a:buSzPts val="1600"/>
              <a:buNone/>
              <a:defRPr sz="1300"/>
            </a:lvl8pPr>
            <a:lvl9pPr lvl="8" algn="ctr">
              <a:lnSpc>
                <a:spcPct val="100000"/>
              </a:lnSpc>
              <a:spcBef>
                <a:spcPts val="0"/>
              </a:spcBef>
              <a:spcAft>
                <a:spcPts val="0"/>
              </a:spcAft>
              <a:buSzPts val="1600"/>
              <a:buNone/>
              <a:defRPr sz="1300"/>
            </a:lvl9pPr>
          </a:lstStyle>
          <a:p/>
        </p:txBody>
      </p:sp>
      <p:sp>
        <p:nvSpPr>
          <p:cNvPr id="332" name="Google Shape;332;g3a0a694c39d_1_1986"/>
          <p:cNvSpPr txBox="1"/>
          <p:nvPr>
            <p:ph idx="9" type="subTitle"/>
          </p:nvPr>
        </p:nvSpPr>
        <p:spPr>
          <a:xfrm>
            <a:off x="6185400" y="3954433"/>
            <a:ext cx="1333500" cy="2295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300"/>
            </a:lvl1pPr>
            <a:lvl2pPr lvl="1" algn="ctr">
              <a:lnSpc>
                <a:spcPct val="100000"/>
              </a:lnSpc>
              <a:spcBef>
                <a:spcPts val="0"/>
              </a:spcBef>
              <a:spcAft>
                <a:spcPts val="0"/>
              </a:spcAft>
              <a:buSzPts val="1600"/>
              <a:buNone/>
              <a:defRPr sz="1300"/>
            </a:lvl2pPr>
            <a:lvl3pPr lvl="2" algn="ctr">
              <a:lnSpc>
                <a:spcPct val="100000"/>
              </a:lnSpc>
              <a:spcBef>
                <a:spcPts val="0"/>
              </a:spcBef>
              <a:spcAft>
                <a:spcPts val="0"/>
              </a:spcAft>
              <a:buSzPts val="1600"/>
              <a:buNone/>
              <a:defRPr sz="1300"/>
            </a:lvl3pPr>
            <a:lvl4pPr lvl="3" algn="ctr">
              <a:lnSpc>
                <a:spcPct val="100000"/>
              </a:lnSpc>
              <a:spcBef>
                <a:spcPts val="0"/>
              </a:spcBef>
              <a:spcAft>
                <a:spcPts val="0"/>
              </a:spcAft>
              <a:buSzPts val="1600"/>
              <a:buNone/>
              <a:defRPr sz="1300"/>
            </a:lvl4pPr>
            <a:lvl5pPr lvl="4" algn="ctr">
              <a:lnSpc>
                <a:spcPct val="100000"/>
              </a:lnSpc>
              <a:spcBef>
                <a:spcPts val="0"/>
              </a:spcBef>
              <a:spcAft>
                <a:spcPts val="0"/>
              </a:spcAft>
              <a:buSzPts val="1600"/>
              <a:buNone/>
              <a:defRPr sz="1300"/>
            </a:lvl5pPr>
            <a:lvl6pPr lvl="5" algn="ctr">
              <a:lnSpc>
                <a:spcPct val="100000"/>
              </a:lnSpc>
              <a:spcBef>
                <a:spcPts val="0"/>
              </a:spcBef>
              <a:spcAft>
                <a:spcPts val="0"/>
              </a:spcAft>
              <a:buSzPts val="1600"/>
              <a:buNone/>
              <a:defRPr sz="1300"/>
            </a:lvl6pPr>
            <a:lvl7pPr lvl="6" algn="ctr">
              <a:lnSpc>
                <a:spcPct val="100000"/>
              </a:lnSpc>
              <a:spcBef>
                <a:spcPts val="0"/>
              </a:spcBef>
              <a:spcAft>
                <a:spcPts val="0"/>
              </a:spcAft>
              <a:buSzPts val="1600"/>
              <a:buNone/>
              <a:defRPr sz="1300"/>
            </a:lvl7pPr>
            <a:lvl8pPr lvl="7" algn="ctr">
              <a:lnSpc>
                <a:spcPct val="100000"/>
              </a:lnSpc>
              <a:spcBef>
                <a:spcPts val="0"/>
              </a:spcBef>
              <a:spcAft>
                <a:spcPts val="0"/>
              </a:spcAft>
              <a:buSzPts val="1600"/>
              <a:buNone/>
              <a:defRPr sz="1300"/>
            </a:lvl8pPr>
            <a:lvl9pPr lvl="8" algn="ctr">
              <a:lnSpc>
                <a:spcPct val="100000"/>
              </a:lnSpc>
              <a:spcBef>
                <a:spcPts val="0"/>
              </a:spcBef>
              <a:spcAft>
                <a:spcPts val="0"/>
              </a:spcAft>
              <a:buSzPts val="1600"/>
              <a:buNone/>
              <a:defRPr sz="1300"/>
            </a:lvl9pPr>
          </a:lstStyle>
          <a:p/>
        </p:txBody>
      </p:sp>
      <p:sp>
        <p:nvSpPr>
          <p:cNvPr id="333" name="Google Shape;333;g3a0a694c39d_1_1986"/>
          <p:cNvSpPr txBox="1"/>
          <p:nvPr>
            <p:ph idx="13" type="subTitle"/>
          </p:nvPr>
        </p:nvSpPr>
        <p:spPr>
          <a:xfrm>
            <a:off x="5758725" y="3314200"/>
            <a:ext cx="675600" cy="2295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300"/>
            </a:lvl1pPr>
            <a:lvl2pPr lvl="1" algn="ctr">
              <a:lnSpc>
                <a:spcPct val="100000"/>
              </a:lnSpc>
              <a:spcBef>
                <a:spcPts val="0"/>
              </a:spcBef>
              <a:spcAft>
                <a:spcPts val="0"/>
              </a:spcAft>
              <a:buSzPts val="1600"/>
              <a:buNone/>
              <a:defRPr sz="1300"/>
            </a:lvl2pPr>
            <a:lvl3pPr lvl="2" algn="ctr">
              <a:lnSpc>
                <a:spcPct val="100000"/>
              </a:lnSpc>
              <a:spcBef>
                <a:spcPts val="0"/>
              </a:spcBef>
              <a:spcAft>
                <a:spcPts val="0"/>
              </a:spcAft>
              <a:buSzPts val="1600"/>
              <a:buNone/>
              <a:defRPr sz="1300"/>
            </a:lvl3pPr>
            <a:lvl4pPr lvl="3" algn="ctr">
              <a:lnSpc>
                <a:spcPct val="100000"/>
              </a:lnSpc>
              <a:spcBef>
                <a:spcPts val="0"/>
              </a:spcBef>
              <a:spcAft>
                <a:spcPts val="0"/>
              </a:spcAft>
              <a:buSzPts val="1600"/>
              <a:buNone/>
              <a:defRPr sz="1300"/>
            </a:lvl4pPr>
            <a:lvl5pPr lvl="4" algn="ctr">
              <a:lnSpc>
                <a:spcPct val="100000"/>
              </a:lnSpc>
              <a:spcBef>
                <a:spcPts val="0"/>
              </a:spcBef>
              <a:spcAft>
                <a:spcPts val="0"/>
              </a:spcAft>
              <a:buSzPts val="1600"/>
              <a:buNone/>
              <a:defRPr sz="1300"/>
            </a:lvl5pPr>
            <a:lvl6pPr lvl="5" algn="ctr">
              <a:lnSpc>
                <a:spcPct val="100000"/>
              </a:lnSpc>
              <a:spcBef>
                <a:spcPts val="0"/>
              </a:spcBef>
              <a:spcAft>
                <a:spcPts val="0"/>
              </a:spcAft>
              <a:buSzPts val="1600"/>
              <a:buNone/>
              <a:defRPr sz="1300"/>
            </a:lvl6pPr>
            <a:lvl7pPr lvl="6" algn="ctr">
              <a:lnSpc>
                <a:spcPct val="100000"/>
              </a:lnSpc>
              <a:spcBef>
                <a:spcPts val="0"/>
              </a:spcBef>
              <a:spcAft>
                <a:spcPts val="0"/>
              </a:spcAft>
              <a:buSzPts val="1600"/>
              <a:buNone/>
              <a:defRPr sz="1300"/>
            </a:lvl7pPr>
            <a:lvl8pPr lvl="7" algn="ctr">
              <a:lnSpc>
                <a:spcPct val="100000"/>
              </a:lnSpc>
              <a:spcBef>
                <a:spcPts val="0"/>
              </a:spcBef>
              <a:spcAft>
                <a:spcPts val="0"/>
              </a:spcAft>
              <a:buSzPts val="1600"/>
              <a:buNone/>
              <a:defRPr sz="1300"/>
            </a:lvl8pPr>
            <a:lvl9pPr lvl="8" algn="ctr">
              <a:lnSpc>
                <a:spcPct val="100000"/>
              </a:lnSpc>
              <a:spcBef>
                <a:spcPts val="0"/>
              </a:spcBef>
              <a:spcAft>
                <a:spcPts val="0"/>
              </a:spcAft>
              <a:buSzPts val="1600"/>
              <a:buNone/>
              <a:defRPr sz="1300"/>
            </a:lvl9pPr>
          </a:lstStyle>
          <a:p/>
        </p:txBody>
      </p:sp>
      <p:sp>
        <p:nvSpPr>
          <p:cNvPr id="334" name="Google Shape;334;g3a0a694c39d_1_1986"/>
          <p:cNvSpPr txBox="1"/>
          <p:nvPr>
            <p:ph idx="14"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335" name="Shape 335"/>
        <p:cNvGrpSpPr/>
        <p:nvPr/>
      </p:nvGrpSpPr>
      <p:grpSpPr>
        <a:xfrm>
          <a:off x="0" y="0"/>
          <a:ext cx="0" cy="0"/>
          <a:chOff x="0" y="0"/>
          <a:chExt cx="0" cy="0"/>
        </a:xfrm>
      </p:grpSpPr>
      <p:pic>
        <p:nvPicPr>
          <p:cNvPr id="336" name="Google Shape;336;g3a0a694c39d_1_1789"/>
          <p:cNvPicPr preferRelativeResize="0"/>
          <p:nvPr/>
        </p:nvPicPr>
        <p:blipFill rotWithShape="1">
          <a:blip r:embed="rId2">
            <a:alphaModFix/>
          </a:blip>
          <a:srcRect b="0" l="0" r="0" t="0"/>
          <a:stretch/>
        </p:blipFill>
        <p:spPr>
          <a:xfrm>
            <a:off x="0" y="0"/>
            <a:ext cx="12192005" cy="6858003"/>
          </a:xfrm>
          <a:prstGeom prst="rect">
            <a:avLst/>
          </a:prstGeom>
          <a:noFill/>
          <a:ln>
            <a:noFill/>
          </a:ln>
        </p:spPr>
      </p:pic>
      <p:sp>
        <p:nvSpPr>
          <p:cNvPr id="337" name="Google Shape;337;g3a0a694c39d_1_1789"/>
          <p:cNvSpPr txBox="1"/>
          <p:nvPr>
            <p:ph idx="1" type="subTitle"/>
          </p:nvPr>
        </p:nvSpPr>
        <p:spPr>
          <a:xfrm>
            <a:off x="304300" y="1730933"/>
            <a:ext cx="3615900" cy="232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38" name="Google Shape;338;g3a0a694c39d_1_1789"/>
          <p:cNvSpPr txBox="1"/>
          <p:nvPr>
            <p:ph type="title"/>
          </p:nvPr>
        </p:nvSpPr>
        <p:spPr>
          <a:xfrm>
            <a:off x="304300" y="6105582"/>
            <a:ext cx="9747300" cy="540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100"/>
              <a:buFont typeface="Figtree Light"/>
              <a:buNone/>
              <a:defRPr sz="1100">
                <a:latin typeface="Figtree Light"/>
                <a:ea typeface="Figtree Light"/>
                <a:cs typeface="Figtree Light"/>
                <a:sym typeface="Figtree Light"/>
              </a:defRPr>
            </a:lvl1pPr>
            <a:lvl2pPr lvl="1" algn="l">
              <a:lnSpc>
                <a:spcPct val="100000"/>
              </a:lnSpc>
              <a:spcBef>
                <a:spcPts val="0"/>
              </a:spcBef>
              <a:spcAft>
                <a:spcPts val="0"/>
              </a:spcAft>
              <a:buClr>
                <a:schemeClr val="dk1"/>
              </a:buClr>
              <a:buSzPts val="1900"/>
              <a:buNone/>
              <a:defRPr/>
            </a:lvl2pPr>
            <a:lvl3pPr lvl="2" algn="l">
              <a:lnSpc>
                <a:spcPct val="100000"/>
              </a:lnSpc>
              <a:spcBef>
                <a:spcPts val="0"/>
              </a:spcBef>
              <a:spcAft>
                <a:spcPts val="0"/>
              </a:spcAft>
              <a:buClr>
                <a:schemeClr val="dk1"/>
              </a:buClr>
              <a:buSzPts val="1900"/>
              <a:buNone/>
              <a:defRPr/>
            </a:lvl3pPr>
            <a:lvl4pPr lvl="3" algn="l">
              <a:lnSpc>
                <a:spcPct val="100000"/>
              </a:lnSpc>
              <a:spcBef>
                <a:spcPts val="0"/>
              </a:spcBef>
              <a:spcAft>
                <a:spcPts val="0"/>
              </a:spcAft>
              <a:buClr>
                <a:schemeClr val="dk1"/>
              </a:buClr>
              <a:buSzPts val="1900"/>
              <a:buNone/>
              <a:defRPr/>
            </a:lvl4pPr>
            <a:lvl5pPr lvl="4" algn="l">
              <a:lnSpc>
                <a:spcPct val="100000"/>
              </a:lnSpc>
              <a:spcBef>
                <a:spcPts val="0"/>
              </a:spcBef>
              <a:spcAft>
                <a:spcPts val="0"/>
              </a:spcAft>
              <a:buClr>
                <a:schemeClr val="dk1"/>
              </a:buClr>
              <a:buSzPts val="1900"/>
              <a:buNone/>
              <a:defRPr/>
            </a:lvl5pPr>
            <a:lvl6pPr lvl="5" algn="l">
              <a:lnSpc>
                <a:spcPct val="100000"/>
              </a:lnSpc>
              <a:spcBef>
                <a:spcPts val="0"/>
              </a:spcBef>
              <a:spcAft>
                <a:spcPts val="0"/>
              </a:spcAft>
              <a:buClr>
                <a:schemeClr val="dk1"/>
              </a:buClr>
              <a:buSzPts val="1900"/>
              <a:buNone/>
              <a:defRPr/>
            </a:lvl6pPr>
            <a:lvl7pPr lvl="6" algn="l">
              <a:lnSpc>
                <a:spcPct val="100000"/>
              </a:lnSpc>
              <a:spcBef>
                <a:spcPts val="0"/>
              </a:spcBef>
              <a:spcAft>
                <a:spcPts val="0"/>
              </a:spcAft>
              <a:buClr>
                <a:schemeClr val="dk1"/>
              </a:buClr>
              <a:buSzPts val="1900"/>
              <a:buNone/>
              <a:defRPr/>
            </a:lvl7pPr>
            <a:lvl8pPr lvl="7" algn="l">
              <a:lnSpc>
                <a:spcPct val="100000"/>
              </a:lnSpc>
              <a:spcBef>
                <a:spcPts val="0"/>
              </a:spcBef>
              <a:spcAft>
                <a:spcPts val="0"/>
              </a:spcAft>
              <a:buClr>
                <a:schemeClr val="dk1"/>
              </a:buClr>
              <a:buSzPts val="1900"/>
              <a:buNone/>
              <a:defRPr/>
            </a:lvl8pPr>
            <a:lvl9pPr lvl="8" algn="l">
              <a:lnSpc>
                <a:spcPct val="100000"/>
              </a:lnSpc>
              <a:spcBef>
                <a:spcPts val="0"/>
              </a:spcBef>
              <a:spcAft>
                <a:spcPts val="0"/>
              </a:spcAft>
              <a:buClr>
                <a:schemeClr val="dk1"/>
              </a:buClr>
              <a:buSzPts val="1900"/>
              <a:buNone/>
              <a:defRPr/>
            </a:lvl9pPr>
          </a:lstStyle>
          <a:p/>
        </p:txBody>
      </p:sp>
      <p:sp>
        <p:nvSpPr>
          <p:cNvPr id="339" name="Google Shape;339;g3a0a694c39d_1_1789"/>
          <p:cNvSpPr txBox="1"/>
          <p:nvPr>
            <p:ph idx="2" type="subTitle"/>
          </p:nvPr>
        </p:nvSpPr>
        <p:spPr>
          <a:xfrm>
            <a:off x="304300" y="3014567"/>
            <a:ext cx="7120500" cy="356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sz="1600">
                <a:solidFill>
                  <a:schemeClr val="dk2"/>
                </a:solidFill>
              </a:defRPr>
            </a:lvl1pPr>
            <a:lvl2pPr lvl="1" algn="l">
              <a:lnSpc>
                <a:spcPct val="100000"/>
              </a:lnSpc>
              <a:spcBef>
                <a:spcPts val="0"/>
              </a:spcBef>
              <a:spcAft>
                <a:spcPts val="0"/>
              </a:spcAft>
              <a:buSzPts val="1600"/>
              <a:buNone/>
              <a:defRPr sz="1600">
                <a:solidFill>
                  <a:schemeClr val="dk2"/>
                </a:solidFill>
              </a:defRPr>
            </a:lvl2pPr>
            <a:lvl3pPr lvl="2" algn="l">
              <a:lnSpc>
                <a:spcPct val="100000"/>
              </a:lnSpc>
              <a:spcBef>
                <a:spcPts val="0"/>
              </a:spcBef>
              <a:spcAft>
                <a:spcPts val="0"/>
              </a:spcAft>
              <a:buSzPts val="1600"/>
              <a:buNone/>
              <a:defRPr sz="1600">
                <a:solidFill>
                  <a:schemeClr val="dk2"/>
                </a:solidFill>
              </a:defRPr>
            </a:lvl3pPr>
            <a:lvl4pPr lvl="3" algn="l">
              <a:lnSpc>
                <a:spcPct val="100000"/>
              </a:lnSpc>
              <a:spcBef>
                <a:spcPts val="0"/>
              </a:spcBef>
              <a:spcAft>
                <a:spcPts val="0"/>
              </a:spcAft>
              <a:buSzPts val="1600"/>
              <a:buNone/>
              <a:defRPr sz="1600">
                <a:solidFill>
                  <a:schemeClr val="dk2"/>
                </a:solidFill>
              </a:defRPr>
            </a:lvl4pPr>
            <a:lvl5pPr lvl="4" algn="l">
              <a:lnSpc>
                <a:spcPct val="100000"/>
              </a:lnSpc>
              <a:spcBef>
                <a:spcPts val="0"/>
              </a:spcBef>
              <a:spcAft>
                <a:spcPts val="0"/>
              </a:spcAft>
              <a:buSzPts val="1600"/>
              <a:buNone/>
              <a:defRPr sz="1600">
                <a:solidFill>
                  <a:schemeClr val="dk2"/>
                </a:solidFill>
              </a:defRPr>
            </a:lvl5pPr>
            <a:lvl6pPr lvl="5" algn="l">
              <a:lnSpc>
                <a:spcPct val="100000"/>
              </a:lnSpc>
              <a:spcBef>
                <a:spcPts val="0"/>
              </a:spcBef>
              <a:spcAft>
                <a:spcPts val="0"/>
              </a:spcAft>
              <a:buSzPts val="1600"/>
              <a:buNone/>
              <a:defRPr sz="1600">
                <a:solidFill>
                  <a:schemeClr val="dk2"/>
                </a:solidFill>
              </a:defRPr>
            </a:lvl6pPr>
            <a:lvl7pPr lvl="6" algn="l">
              <a:lnSpc>
                <a:spcPct val="100000"/>
              </a:lnSpc>
              <a:spcBef>
                <a:spcPts val="0"/>
              </a:spcBef>
              <a:spcAft>
                <a:spcPts val="0"/>
              </a:spcAft>
              <a:buSzPts val="1600"/>
              <a:buNone/>
              <a:defRPr sz="1600">
                <a:solidFill>
                  <a:schemeClr val="dk2"/>
                </a:solidFill>
              </a:defRPr>
            </a:lvl7pPr>
            <a:lvl8pPr lvl="7" algn="l">
              <a:lnSpc>
                <a:spcPct val="100000"/>
              </a:lnSpc>
              <a:spcBef>
                <a:spcPts val="0"/>
              </a:spcBef>
              <a:spcAft>
                <a:spcPts val="0"/>
              </a:spcAft>
              <a:buSzPts val="1600"/>
              <a:buNone/>
              <a:defRPr sz="1600">
                <a:solidFill>
                  <a:schemeClr val="dk2"/>
                </a:solidFill>
              </a:defRPr>
            </a:lvl8pPr>
            <a:lvl9pPr lvl="8" algn="l">
              <a:lnSpc>
                <a:spcPct val="100000"/>
              </a:lnSpc>
              <a:spcBef>
                <a:spcPts val="0"/>
              </a:spcBef>
              <a:spcAft>
                <a:spcPts val="0"/>
              </a:spcAft>
              <a:buSzPts val="1600"/>
              <a:buNone/>
              <a:defRPr sz="1600">
                <a:solidFill>
                  <a:schemeClr val="dk2"/>
                </a:solidFill>
              </a:defRPr>
            </a:lvl9pPr>
          </a:lstStyle>
          <a:p/>
        </p:txBody>
      </p:sp>
      <p:sp>
        <p:nvSpPr>
          <p:cNvPr id="340" name="Google Shape;340;g3a0a694c39d_1_1789"/>
          <p:cNvSpPr txBox="1"/>
          <p:nvPr>
            <p:ph idx="3" type="title"/>
          </p:nvPr>
        </p:nvSpPr>
        <p:spPr>
          <a:xfrm>
            <a:off x="252825" y="2060977"/>
            <a:ext cx="11037900" cy="1925700"/>
          </a:xfrm>
          <a:prstGeom prst="rect">
            <a:avLst/>
          </a:prstGeom>
          <a:noFill/>
          <a:ln>
            <a:noFill/>
          </a:ln>
        </p:spPr>
        <p:txBody>
          <a:bodyPr anchorCtr="0" anchor="t" bIns="121900" lIns="0" spcFirstLastPara="1" rIns="121900" wrap="square" tIns="121900">
            <a:noAutofit/>
          </a:bodyPr>
          <a:lstStyle>
            <a:lvl1pPr lvl="0" algn="l">
              <a:lnSpc>
                <a:spcPct val="80000"/>
              </a:lnSpc>
              <a:spcBef>
                <a:spcPts val="0"/>
              </a:spcBef>
              <a:spcAft>
                <a:spcPts val="0"/>
              </a:spcAft>
              <a:buClr>
                <a:schemeClr val="dk1"/>
              </a:buClr>
              <a:buSzPts val="10700"/>
              <a:buFont typeface="Figtree"/>
              <a:buNone/>
              <a:defRPr sz="10700"/>
            </a:lvl1pPr>
            <a:lvl2pPr lvl="1" algn="l">
              <a:lnSpc>
                <a:spcPct val="100000"/>
              </a:lnSpc>
              <a:spcBef>
                <a:spcPts val="0"/>
              </a:spcBef>
              <a:spcAft>
                <a:spcPts val="0"/>
              </a:spcAft>
              <a:buClr>
                <a:schemeClr val="dk1"/>
              </a:buClr>
              <a:buSzPts val="10700"/>
              <a:buNone/>
              <a:defRPr sz="10700">
                <a:solidFill>
                  <a:schemeClr val="dk1"/>
                </a:solidFill>
              </a:defRPr>
            </a:lvl2pPr>
            <a:lvl3pPr lvl="2" algn="l">
              <a:lnSpc>
                <a:spcPct val="100000"/>
              </a:lnSpc>
              <a:spcBef>
                <a:spcPts val="0"/>
              </a:spcBef>
              <a:spcAft>
                <a:spcPts val="0"/>
              </a:spcAft>
              <a:buClr>
                <a:schemeClr val="dk1"/>
              </a:buClr>
              <a:buSzPts val="10700"/>
              <a:buNone/>
              <a:defRPr sz="10700">
                <a:solidFill>
                  <a:schemeClr val="dk1"/>
                </a:solidFill>
              </a:defRPr>
            </a:lvl3pPr>
            <a:lvl4pPr lvl="3" algn="l">
              <a:lnSpc>
                <a:spcPct val="100000"/>
              </a:lnSpc>
              <a:spcBef>
                <a:spcPts val="0"/>
              </a:spcBef>
              <a:spcAft>
                <a:spcPts val="0"/>
              </a:spcAft>
              <a:buClr>
                <a:schemeClr val="dk1"/>
              </a:buClr>
              <a:buSzPts val="10700"/>
              <a:buNone/>
              <a:defRPr sz="10700">
                <a:solidFill>
                  <a:schemeClr val="dk1"/>
                </a:solidFill>
              </a:defRPr>
            </a:lvl4pPr>
            <a:lvl5pPr lvl="4" algn="l">
              <a:lnSpc>
                <a:spcPct val="100000"/>
              </a:lnSpc>
              <a:spcBef>
                <a:spcPts val="0"/>
              </a:spcBef>
              <a:spcAft>
                <a:spcPts val="0"/>
              </a:spcAft>
              <a:buClr>
                <a:schemeClr val="dk1"/>
              </a:buClr>
              <a:buSzPts val="10700"/>
              <a:buNone/>
              <a:defRPr sz="10700">
                <a:solidFill>
                  <a:schemeClr val="dk1"/>
                </a:solidFill>
              </a:defRPr>
            </a:lvl5pPr>
            <a:lvl6pPr lvl="5" algn="l">
              <a:lnSpc>
                <a:spcPct val="100000"/>
              </a:lnSpc>
              <a:spcBef>
                <a:spcPts val="0"/>
              </a:spcBef>
              <a:spcAft>
                <a:spcPts val="0"/>
              </a:spcAft>
              <a:buClr>
                <a:schemeClr val="dk1"/>
              </a:buClr>
              <a:buSzPts val="10700"/>
              <a:buNone/>
              <a:defRPr sz="10700">
                <a:solidFill>
                  <a:schemeClr val="dk1"/>
                </a:solidFill>
              </a:defRPr>
            </a:lvl6pPr>
            <a:lvl7pPr lvl="6" algn="l">
              <a:lnSpc>
                <a:spcPct val="100000"/>
              </a:lnSpc>
              <a:spcBef>
                <a:spcPts val="0"/>
              </a:spcBef>
              <a:spcAft>
                <a:spcPts val="0"/>
              </a:spcAft>
              <a:buClr>
                <a:schemeClr val="dk1"/>
              </a:buClr>
              <a:buSzPts val="10700"/>
              <a:buNone/>
              <a:defRPr sz="10700">
                <a:solidFill>
                  <a:schemeClr val="dk1"/>
                </a:solidFill>
              </a:defRPr>
            </a:lvl7pPr>
            <a:lvl8pPr lvl="7" algn="l">
              <a:lnSpc>
                <a:spcPct val="100000"/>
              </a:lnSpc>
              <a:spcBef>
                <a:spcPts val="0"/>
              </a:spcBef>
              <a:spcAft>
                <a:spcPts val="0"/>
              </a:spcAft>
              <a:buClr>
                <a:schemeClr val="dk1"/>
              </a:buClr>
              <a:buSzPts val="10700"/>
              <a:buNone/>
              <a:defRPr sz="10700">
                <a:solidFill>
                  <a:schemeClr val="dk1"/>
                </a:solidFill>
              </a:defRPr>
            </a:lvl8pPr>
            <a:lvl9pPr lvl="8" algn="l">
              <a:lnSpc>
                <a:spcPct val="100000"/>
              </a:lnSpc>
              <a:spcBef>
                <a:spcPts val="0"/>
              </a:spcBef>
              <a:spcAft>
                <a:spcPts val="0"/>
              </a:spcAft>
              <a:buClr>
                <a:schemeClr val="dk1"/>
              </a:buClr>
              <a:buSzPts val="10700"/>
              <a:buNone/>
              <a:defRPr sz="107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341" name="Shape 341"/>
        <p:cNvGrpSpPr/>
        <p:nvPr/>
      </p:nvGrpSpPr>
      <p:grpSpPr>
        <a:xfrm>
          <a:off x="0" y="0"/>
          <a:ext cx="0" cy="0"/>
          <a:chOff x="0" y="0"/>
          <a:chExt cx="0" cy="0"/>
        </a:xfrm>
      </p:grpSpPr>
      <p:sp>
        <p:nvSpPr>
          <p:cNvPr id="342" name="Google Shape;342;g3a0a694c39d_1_1795"/>
          <p:cNvSpPr/>
          <p:nvPr/>
        </p:nvSpPr>
        <p:spPr>
          <a:xfrm>
            <a:off x="0" y="0"/>
            <a:ext cx="3209100" cy="32091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343" name="Google Shape;343;g3a0a694c39d_1_1795"/>
          <p:cNvSpPr/>
          <p:nvPr/>
        </p:nvSpPr>
        <p:spPr>
          <a:xfrm>
            <a:off x="9563367" y="0"/>
            <a:ext cx="2628900" cy="6858000"/>
          </a:xfrm>
          <a:prstGeom prst="rect">
            <a:avLst/>
          </a:prstGeom>
          <a:gradFill>
            <a:gsLst>
              <a:gs pos="0">
                <a:schemeClr val="accent6"/>
              </a:gs>
              <a:gs pos="100000">
                <a:schemeClr val="lt2"/>
              </a:gs>
            </a:gsLst>
            <a:lin ang="5400012"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344" name="Google Shape;344;g3a0a694c39d_1_1795"/>
          <p:cNvSpPr txBox="1"/>
          <p:nvPr>
            <p:ph type="title"/>
          </p:nvPr>
        </p:nvSpPr>
        <p:spPr>
          <a:xfrm>
            <a:off x="5079800" y="1692667"/>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45" name="Google Shape;345;g3a0a694c39d_1_1795"/>
          <p:cNvSpPr txBox="1"/>
          <p:nvPr>
            <p:ph idx="2" type="title"/>
          </p:nvPr>
        </p:nvSpPr>
        <p:spPr>
          <a:xfrm>
            <a:off x="4206200" y="4660067"/>
            <a:ext cx="790500" cy="4908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9pPr>
          </a:lstStyle>
          <a:p/>
        </p:txBody>
      </p:sp>
      <p:sp>
        <p:nvSpPr>
          <p:cNvPr id="346" name="Google Shape;346;g3a0a694c39d_1_1795"/>
          <p:cNvSpPr txBox="1"/>
          <p:nvPr>
            <p:ph idx="3" type="title"/>
          </p:nvPr>
        </p:nvSpPr>
        <p:spPr>
          <a:xfrm>
            <a:off x="306767" y="78167"/>
            <a:ext cx="33339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900"/>
              <a:buNone/>
              <a:defRPr sz="9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47" name="Google Shape;347;g3a0a694c39d_1_1795"/>
          <p:cNvSpPr txBox="1"/>
          <p:nvPr>
            <p:ph idx="4" type="title"/>
          </p:nvPr>
        </p:nvSpPr>
        <p:spPr>
          <a:xfrm>
            <a:off x="8553167" y="78167"/>
            <a:ext cx="3333900" cy="2295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900"/>
              <a:buNone/>
              <a:defRPr sz="900"/>
            </a:lvl1pPr>
            <a:lvl2pPr lvl="1"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r">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48" name="Google Shape;348;g3a0a694c39d_1_1795"/>
          <p:cNvSpPr txBox="1"/>
          <p:nvPr>
            <p:ph idx="5" type="title"/>
          </p:nvPr>
        </p:nvSpPr>
        <p:spPr>
          <a:xfrm>
            <a:off x="5079800" y="2286133"/>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49" name="Google Shape;349;g3a0a694c39d_1_1795"/>
          <p:cNvSpPr txBox="1"/>
          <p:nvPr>
            <p:ph idx="6" type="title"/>
          </p:nvPr>
        </p:nvSpPr>
        <p:spPr>
          <a:xfrm>
            <a:off x="5079800" y="2879600"/>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50" name="Google Shape;350;g3a0a694c39d_1_1795"/>
          <p:cNvSpPr txBox="1"/>
          <p:nvPr>
            <p:ph idx="7" type="title"/>
          </p:nvPr>
        </p:nvSpPr>
        <p:spPr>
          <a:xfrm>
            <a:off x="5079800" y="3458650"/>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51" name="Google Shape;351;g3a0a694c39d_1_1795"/>
          <p:cNvSpPr txBox="1"/>
          <p:nvPr>
            <p:ph idx="8" type="title"/>
          </p:nvPr>
        </p:nvSpPr>
        <p:spPr>
          <a:xfrm>
            <a:off x="5079800" y="4048817"/>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52" name="Google Shape;352;g3a0a694c39d_1_1795"/>
          <p:cNvSpPr txBox="1"/>
          <p:nvPr>
            <p:ph idx="9" type="title"/>
          </p:nvPr>
        </p:nvSpPr>
        <p:spPr>
          <a:xfrm>
            <a:off x="5079800" y="4638983"/>
            <a:ext cx="3846000" cy="490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53" name="Google Shape;353;g3a0a694c39d_1_1795"/>
          <p:cNvSpPr txBox="1"/>
          <p:nvPr>
            <p:ph idx="13" type="title"/>
          </p:nvPr>
        </p:nvSpPr>
        <p:spPr>
          <a:xfrm>
            <a:off x="4206200" y="4066567"/>
            <a:ext cx="790500" cy="490800"/>
          </a:xfrm>
          <a:prstGeom prst="rect">
            <a:avLst/>
          </a:prstGeom>
          <a:noFill/>
          <a:ln>
            <a:noFill/>
          </a:ln>
        </p:spPr>
        <p:txBody>
          <a:bodyPr anchorCtr="0" anchor="ctr"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latin typeface="Figtree"/>
                <a:ea typeface="Figtree"/>
                <a:cs typeface="Figtree"/>
                <a:sym typeface="Figtree"/>
              </a:defRPr>
            </a:lvl9pPr>
          </a:lstStyle>
          <a:p/>
        </p:txBody>
      </p:sp>
      <p:sp>
        <p:nvSpPr>
          <p:cNvPr id="354" name="Google Shape;354;g3a0a694c39d_1_1795"/>
          <p:cNvSpPr txBox="1"/>
          <p:nvPr>
            <p:ph idx="14" type="title"/>
          </p:nvPr>
        </p:nvSpPr>
        <p:spPr>
          <a:xfrm>
            <a:off x="4206200" y="3473083"/>
            <a:ext cx="790500" cy="4908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9pPr>
          </a:lstStyle>
          <a:p/>
        </p:txBody>
      </p:sp>
      <p:sp>
        <p:nvSpPr>
          <p:cNvPr id="355" name="Google Shape;355;g3a0a694c39d_1_1795"/>
          <p:cNvSpPr txBox="1"/>
          <p:nvPr>
            <p:ph idx="15" type="title"/>
          </p:nvPr>
        </p:nvSpPr>
        <p:spPr>
          <a:xfrm>
            <a:off x="4206200" y="2879600"/>
            <a:ext cx="790500" cy="4908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9pPr>
          </a:lstStyle>
          <a:p/>
        </p:txBody>
      </p:sp>
      <p:sp>
        <p:nvSpPr>
          <p:cNvPr id="356" name="Google Shape;356;g3a0a694c39d_1_1795"/>
          <p:cNvSpPr txBox="1"/>
          <p:nvPr>
            <p:ph idx="16" type="title"/>
          </p:nvPr>
        </p:nvSpPr>
        <p:spPr>
          <a:xfrm>
            <a:off x="4206200" y="2286117"/>
            <a:ext cx="790500" cy="4908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9pPr>
          </a:lstStyle>
          <a:p/>
        </p:txBody>
      </p:sp>
      <p:sp>
        <p:nvSpPr>
          <p:cNvPr id="357" name="Google Shape;357;g3a0a694c39d_1_1795"/>
          <p:cNvSpPr txBox="1"/>
          <p:nvPr>
            <p:ph idx="17" type="title"/>
          </p:nvPr>
        </p:nvSpPr>
        <p:spPr>
          <a:xfrm>
            <a:off x="4206200" y="1692650"/>
            <a:ext cx="790500" cy="4908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Clr>
                <a:schemeClr val="dk1"/>
              </a:buClr>
              <a:buSzPts val="3200"/>
              <a:buFont typeface="Figtree"/>
              <a:buNone/>
              <a:defRPr sz="3200"/>
            </a:lvl1pPr>
            <a:lvl2pPr lvl="1"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3200"/>
              <a:buFont typeface="Figtree"/>
              <a:buNone/>
              <a:defRPr sz="3200">
                <a:solidFill>
                  <a:schemeClr val="dk1"/>
                </a:solidFill>
                <a:latin typeface="Figtree"/>
                <a:ea typeface="Figtree"/>
                <a:cs typeface="Figtree"/>
                <a:sym typeface="Figtree"/>
              </a:defRPr>
            </a:lvl9pPr>
          </a:lstStyle>
          <a:p/>
        </p:txBody>
      </p:sp>
      <p:sp>
        <p:nvSpPr>
          <p:cNvPr id="358" name="Google Shape;358;g3a0a694c39d_1_1795"/>
          <p:cNvSpPr txBox="1"/>
          <p:nvPr>
            <p:ph idx="18" type="title"/>
          </p:nvPr>
        </p:nvSpPr>
        <p:spPr>
          <a:xfrm>
            <a:off x="304800" y="609600"/>
            <a:ext cx="7683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59" name="Shape 359"/>
        <p:cNvGrpSpPr/>
        <p:nvPr/>
      </p:nvGrpSpPr>
      <p:grpSpPr>
        <a:xfrm>
          <a:off x="0" y="0"/>
          <a:ext cx="0" cy="0"/>
          <a:chOff x="0" y="0"/>
          <a:chExt cx="0" cy="0"/>
        </a:xfrm>
      </p:grpSpPr>
      <p:sp>
        <p:nvSpPr>
          <p:cNvPr id="360" name="Google Shape;360;g3a0a694c39d_1_1813"/>
          <p:cNvSpPr/>
          <p:nvPr>
            <p:ph idx="2" type="pic"/>
          </p:nvPr>
        </p:nvSpPr>
        <p:spPr>
          <a:xfrm>
            <a:off x="0" y="-12000"/>
            <a:ext cx="4072500" cy="4337100"/>
          </a:xfrm>
          <a:prstGeom prst="rect">
            <a:avLst/>
          </a:prstGeom>
          <a:noFill/>
          <a:ln>
            <a:noFill/>
          </a:ln>
        </p:spPr>
      </p:sp>
      <p:sp>
        <p:nvSpPr>
          <p:cNvPr id="361" name="Google Shape;361;g3a0a694c39d_1_1813"/>
          <p:cNvSpPr/>
          <p:nvPr>
            <p:ph idx="3" type="pic"/>
          </p:nvPr>
        </p:nvSpPr>
        <p:spPr>
          <a:xfrm>
            <a:off x="4058822" y="-12000"/>
            <a:ext cx="4072500" cy="4337100"/>
          </a:xfrm>
          <a:prstGeom prst="rect">
            <a:avLst/>
          </a:prstGeom>
          <a:noFill/>
          <a:ln>
            <a:noFill/>
          </a:ln>
        </p:spPr>
      </p:sp>
      <p:sp>
        <p:nvSpPr>
          <p:cNvPr id="362" name="Google Shape;362;g3a0a694c39d_1_1813"/>
          <p:cNvSpPr/>
          <p:nvPr>
            <p:ph idx="4" type="pic"/>
          </p:nvPr>
        </p:nvSpPr>
        <p:spPr>
          <a:xfrm>
            <a:off x="8117644" y="-12000"/>
            <a:ext cx="4072500" cy="4337100"/>
          </a:xfrm>
          <a:prstGeom prst="rect">
            <a:avLst/>
          </a:prstGeom>
          <a:noFill/>
          <a:ln>
            <a:noFill/>
          </a:ln>
        </p:spPr>
      </p:sp>
      <p:sp>
        <p:nvSpPr>
          <p:cNvPr id="363" name="Google Shape;363;g3a0a694c39d_1_1813"/>
          <p:cNvSpPr txBox="1"/>
          <p:nvPr>
            <p:ph type="title"/>
          </p:nvPr>
        </p:nvSpPr>
        <p:spPr>
          <a:xfrm>
            <a:off x="304900" y="44504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64" name="Google Shape;364;g3a0a694c39d_1_1813"/>
          <p:cNvSpPr txBox="1"/>
          <p:nvPr>
            <p:ph idx="5" type="title"/>
          </p:nvPr>
        </p:nvSpPr>
        <p:spPr>
          <a:xfrm>
            <a:off x="304900" y="47348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65" name="Google Shape;365;g3a0a694c39d_1_1813"/>
          <p:cNvSpPr txBox="1"/>
          <p:nvPr>
            <p:ph idx="1" type="body"/>
          </p:nvPr>
        </p:nvSpPr>
        <p:spPr>
          <a:xfrm>
            <a:off x="304900" y="5675667"/>
            <a:ext cx="3546900" cy="5691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66" name="Google Shape;366;g3a0a694c39d_1_1813"/>
          <p:cNvSpPr txBox="1"/>
          <p:nvPr>
            <p:ph idx="6" type="title"/>
          </p:nvPr>
        </p:nvSpPr>
        <p:spPr>
          <a:xfrm>
            <a:off x="4313822" y="44504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latin typeface="Figtree"/>
                <a:ea typeface="Figtree"/>
                <a:cs typeface="Figtree"/>
                <a:sym typeface="Figtree"/>
              </a:defRPr>
            </a:lvl9pPr>
          </a:lstStyle>
          <a:p/>
        </p:txBody>
      </p:sp>
      <p:sp>
        <p:nvSpPr>
          <p:cNvPr id="367" name="Google Shape;367;g3a0a694c39d_1_1813"/>
          <p:cNvSpPr txBox="1"/>
          <p:nvPr>
            <p:ph idx="7" type="title"/>
          </p:nvPr>
        </p:nvSpPr>
        <p:spPr>
          <a:xfrm>
            <a:off x="4313822" y="47348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68" name="Google Shape;368;g3a0a694c39d_1_1813"/>
          <p:cNvSpPr txBox="1"/>
          <p:nvPr>
            <p:ph idx="8" type="body"/>
          </p:nvPr>
        </p:nvSpPr>
        <p:spPr>
          <a:xfrm>
            <a:off x="4321618" y="5675667"/>
            <a:ext cx="3546900" cy="5691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369" name="Google Shape;369;g3a0a694c39d_1_1813"/>
          <p:cNvSpPr txBox="1"/>
          <p:nvPr>
            <p:ph idx="9" type="title"/>
          </p:nvPr>
        </p:nvSpPr>
        <p:spPr>
          <a:xfrm>
            <a:off x="8372644" y="44504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70" name="Google Shape;370;g3a0a694c39d_1_1813"/>
          <p:cNvSpPr txBox="1"/>
          <p:nvPr>
            <p:ph idx="13" type="title"/>
          </p:nvPr>
        </p:nvSpPr>
        <p:spPr>
          <a:xfrm>
            <a:off x="8372644" y="4734800"/>
            <a:ext cx="3562500" cy="28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600"/>
              <a:buFont typeface="Figtree"/>
              <a:buNone/>
              <a:defRPr sz="16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71" name="Google Shape;371;g3a0a694c39d_1_1813"/>
          <p:cNvSpPr txBox="1"/>
          <p:nvPr>
            <p:ph idx="14" type="body"/>
          </p:nvPr>
        </p:nvSpPr>
        <p:spPr>
          <a:xfrm>
            <a:off x="8380437" y="5675667"/>
            <a:ext cx="3546900" cy="5691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372" name="Shape 372"/>
        <p:cNvGrpSpPr/>
        <p:nvPr/>
      </p:nvGrpSpPr>
      <p:grpSpPr>
        <a:xfrm>
          <a:off x="0" y="0"/>
          <a:ext cx="0" cy="0"/>
          <a:chOff x="0" y="0"/>
          <a:chExt cx="0" cy="0"/>
        </a:xfrm>
      </p:grpSpPr>
      <p:sp>
        <p:nvSpPr>
          <p:cNvPr id="373" name="Google Shape;373;g3a0a694c39d_1_1826"/>
          <p:cNvSpPr/>
          <p:nvPr/>
        </p:nvSpPr>
        <p:spPr>
          <a:xfrm rot="-2700000">
            <a:off x="1785039" y="-4307529"/>
            <a:ext cx="8618925" cy="861892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374" name="Google Shape;374;g3a0a694c39d_1_1826"/>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75" name="Google Shape;375;g3a0a694c39d_1_1826"/>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376" name="Google Shape;376;g3a0a694c39d_1_1826"/>
          <p:cNvSpPr txBox="1"/>
          <p:nvPr>
            <p:ph idx="3" type="title"/>
          </p:nvPr>
        </p:nvSpPr>
        <p:spPr>
          <a:xfrm>
            <a:off x="304800" y="609600"/>
            <a:ext cx="8376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377" name="Google Shape;377;g3a0a694c39d_1_1826"/>
          <p:cNvSpPr txBox="1"/>
          <p:nvPr>
            <p:ph idx="4" type="title"/>
          </p:nvPr>
        </p:nvSpPr>
        <p:spPr>
          <a:xfrm>
            <a:off x="453167"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78" name="Google Shape;378;g3a0a694c39d_1_1826"/>
          <p:cNvSpPr txBox="1"/>
          <p:nvPr>
            <p:ph idx="5" type="title"/>
          </p:nvPr>
        </p:nvSpPr>
        <p:spPr>
          <a:xfrm>
            <a:off x="453167"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9pPr>
          </a:lstStyle>
          <a:p/>
        </p:txBody>
      </p:sp>
      <p:sp>
        <p:nvSpPr>
          <p:cNvPr id="379" name="Google Shape;379;g3a0a694c39d_1_1826"/>
          <p:cNvSpPr txBox="1"/>
          <p:nvPr>
            <p:ph idx="6" type="title"/>
          </p:nvPr>
        </p:nvSpPr>
        <p:spPr>
          <a:xfrm>
            <a:off x="2410636"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80" name="Google Shape;380;g3a0a694c39d_1_1826"/>
          <p:cNvSpPr txBox="1"/>
          <p:nvPr>
            <p:ph idx="7" type="title"/>
          </p:nvPr>
        </p:nvSpPr>
        <p:spPr>
          <a:xfrm>
            <a:off x="2410636"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600"/>
              <a:buFont typeface="Jost"/>
              <a:buNone/>
              <a:defRPr sz="1600">
                <a:latin typeface="Jost"/>
                <a:ea typeface="Jost"/>
                <a:cs typeface="Jost"/>
                <a:sym typeface="Jost"/>
              </a:defRPr>
            </a:lvl2pPr>
            <a:lvl3pPr lvl="2" algn="l">
              <a:lnSpc>
                <a:spcPct val="100000"/>
              </a:lnSpc>
              <a:spcBef>
                <a:spcPts val="0"/>
              </a:spcBef>
              <a:spcAft>
                <a:spcPts val="0"/>
              </a:spcAft>
              <a:buSzPts val="1600"/>
              <a:buFont typeface="Jost"/>
              <a:buNone/>
              <a:defRPr sz="1600">
                <a:latin typeface="Jost"/>
                <a:ea typeface="Jost"/>
                <a:cs typeface="Jost"/>
                <a:sym typeface="Jost"/>
              </a:defRPr>
            </a:lvl3pPr>
            <a:lvl4pPr lvl="3" algn="l">
              <a:lnSpc>
                <a:spcPct val="100000"/>
              </a:lnSpc>
              <a:spcBef>
                <a:spcPts val="0"/>
              </a:spcBef>
              <a:spcAft>
                <a:spcPts val="0"/>
              </a:spcAft>
              <a:buSzPts val="1600"/>
              <a:buFont typeface="Jost"/>
              <a:buNone/>
              <a:defRPr sz="1600">
                <a:latin typeface="Jost"/>
                <a:ea typeface="Jost"/>
                <a:cs typeface="Jost"/>
                <a:sym typeface="Jost"/>
              </a:defRPr>
            </a:lvl4pPr>
            <a:lvl5pPr lvl="4" algn="l">
              <a:lnSpc>
                <a:spcPct val="100000"/>
              </a:lnSpc>
              <a:spcBef>
                <a:spcPts val="0"/>
              </a:spcBef>
              <a:spcAft>
                <a:spcPts val="0"/>
              </a:spcAft>
              <a:buSzPts val="1600"/>
              <a:buFont typeface="Jost"/>
              <a:buNone/>
              <a:defRPr sz="1600">
                <a:latin typeface="Jost"/>
                <a:ea typeface="Jost"/>
                <a:cs typeface="Jost"/>
                <a:sym typeface="Jost"/>
              </a:defRPr>
            </a:lvl5pPr>
            <a:lvl6pPr lvl="5" algn="l">
              <a:lnSpc>
                <a:spcPct val="100000"/>
              </a:lnSpc>
              <a:spcBef>
                <a:spcPts val="0"/>
              </a:spcBef>
              <a:spcAft>
                <a:spcPts val="0"/>
              </a:spcAft>
              <a:buSzPts val="1600"/>
              <a:buFont typeface="Jost"/>
              <a:buNone/>
              <a:defRPr sz="1600">
                <a:latin typeface="Jost"/>
                <a:ea typeface="Jost"/>
                <a:cs typeface="Jost"/>
                <a:sym typeface="Jost"/>
              </a:defRPr>
            </a:lvl6pPr>
            <a:lvl7pPr lvl="6" algn="l">
              <a:lnSpc>
                <a:spcPct val="100000"/>
              </a:lnSpc>
              <a:spcBef>
                <a:spcPts val="0"/>
              </a:spcBef>
              <a:spcAft>
                <a:spcPts val="0"/>
              </a:spcAft>
              <a:buSzPts val="1600"/>
              <a:buFont typeface="Jost"/>
              <a:buNone/>
              <a:defRPr sz="1600">
                <a:latin typeface="Jost"/>
                <a:ea typeface="Jost"/>
                <a:cs typeface="Jost"/>
                <a:sym typeface="Jost"/>
              </a:defRPr>
            </a:lvl7pPr>
            <a:lvl8pPr lvl="7" algn="l">
              <a:lnSpc>
                <a:spcPct val="100000"/>
              </a:lnSpc>
              <a:spcBef>
                <a:spcPts val="0"/>
              </a:spcBef>
              <a:spcAft>
                <a:spcPts val="0"/>
              </a:spcAft>
              <a:buSzPts val="1600"/>
              <a:buFont typeface="Jost"/>
              <a:buNone/>
              <a:defRPr sz="1600">
                <a:latin typeface="Jost"/>
                <a:ea typeface="Jost"/>
                <a:cs typeface="Jost"/>
                <a:sym typeface="Jost"/>
              </a:defRPr>
            </a:lvl8pPr>
            <a:lvl9pPr lvl="8" algn="l">
              <a:lnSpc>
                <a:spcPct val="100000"/>
              </a:lnSpc>
              <a:spcBef>
                <a:spcPts val="0"/>
              </a:spcBef>
              <a:spcAft>
                <a:spcPts val="0"/>
              </a:spcAft>
              <a:buSzPts val="1600"/>
              <a:buFont typeface="Jost"/>
              <a:buNone/>
              <a:defRPr sz="1600">
                <a:latin typeface="Jost"/>
                <a:ea typeface="Jost"/>
                <a:cs typeface="Jost"/>
                <a:sym typeface="Jost"/>
              </a:defRPr>
            </a:lvl9pPr>
          </a:lstStyle>
          <a:p/>
        </p:txBody>
      </p:sp>
      <p:sp>
        <p:nvSpPr>
          <p:cNvPr id="381" name="Google Shape;381;g3a0a694c39d_1_1826"/>
          <p:cNvSpPr txBox="1"/>
          <p:nvPr>
            <p:ph idx="8" type="title"/>
          </p:nvPr>
        </p:nvSpPr>
        <p:spPr>
          <a:xfrm>
            <a:off x="4367393"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82" name="Google Shape;382;g3a0a694c39d_1_1826"/>
          <p:cNvSpPr txBox="1"/>
          <p:nvPr>
            <p:ph idx="9" type="title"/>
          </p:nvPr>
        </p:nvSpPr>
        <p:spPr>
          <a:xfrm>
            <a:off x="4367393"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9pPr>
          </a:lstStyle>
          <a:p/>
        </p:txBody>
      </p:sp>
      <p:sp>
        <p:nvSpPr>
          <p:cNvPr id="383" name="Google Shape;383;g3a0a694c39d_1_1826"/>
          <p:cNvSpPr txBox="1"/>
          <p:nvPr>
            <p:ph idx="13" type="title"/>
          </p:nvPr>
        </p:nvSpPr>
        <p:spPr>
          <a:xfrm>
            <a:off x="6324497"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84" name="Google Shape;384;g3a0a694c39d_1_1826"/>
          <p:cNvSpPr txBox="1"/>
          <p:nvPr>
            <p:ph idx="14" type="title"/>
          </p:nvPr>
        </p:nvSpPr>
        <p:spPr>
          <a:xfrm>
            <a:off x="6324497"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9pPr>
          </a:lstStyle>
          <a:p/>
        </p:txBody>
      </p:sp>
      <p:sp>
        <p:nvSpPr>
          <p:cNvPr id="385" name="Google Shape;385;g3a0a694c39d_1_1826"/>
          <p:cNvSpPr txBox="1"/>
          <p:nvPr>
            <p:ph idx="15" type="title"/>
          </p:nvPr>
        </p:nvSpPr>
        <p:spPr>
          <a:xfrm>
            <a:off x="8274662"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86" name="Google Shape;386;g3a0a694c39d_1_1826"/>
          <p:cNvSpPr txBox="1"/>
          <p:nvPr>
            <p:ph idx="16" type="title"/>
          </p:nvPr>
        </p:nvSpPr>
        <p:spPr>
          <a:xfrm>
            <a:off x="8274662"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9pPr>
          </a:lstStyle>
          <a:p/>
        </p:txBody>
      </p:sp>
      <p:sp>
        <p:nvSpPr>
          <p:cNvPr id="387" name="Google Shape;387;g3a0a694c39d_1_1826"/>
          <p:cNvSpPr txBox="1"/>
          <p:nvPr>
            <p:ph idx="17" type="title"/>
          </p:nvPr>
        </p:nvSpPr>
        <p:spPr>
          <a:xfrm>
            <a:off x="10244880" y="4786567"/>
            <a:ext cx="1633500" cy="2295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300"/>
              <a:buNone/>
              <a:defRPr sz="1300"/>
            </a:lvl1pPr>
            <a:lvl2pPr lvl="1"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600"/>
              <a:buFont typeface="Figtree"/>
              <a:buNone/>
              <a:defRPr sz="1600">
                <a:solidFill>
                  <a:schemeClr val="dk1"/>
                </a:solidFill>
                <a:latin typeface="Figtree"/>
                <a:ea typeface="Figtree"/>
                <a:cs typeface="Figtree"/>
                <a:sym typeface="Figtree"/>
              </a:defRPr>
            </a:lvl9pPr>
          </a:lstStyle>
          <a:p/>
        </p:txBody>
      </p:sp>
      <p:sp>
        <p:nvSpPr>
          <p:cNvPr id="388" name="Google Shape;388;g3a0a694c39d_1_1826"/>
          <p:cNvSpPr txBox="1"/>
          <p:nvPr>
            <p:ph idx="18" type="title"/>
          </p:nvPr>
        </p:nvSpPr>
        <p:spPr>
          <a:xfrm>
            <a:off x="10244880" y="5368167"/>
            <a:ext cx="1633500" cy="276900"/>
          </a:xfrm>
          <a:prstGeom prst="rect">
            <a:avLst/>
          </a:prstGeom>
          <a:noFill/>
          <a:ln>
            <a:noFill/>
          </a:ln>
        </p:spPr>
        <p:txBody>
          <a:bodyPr anchorCtr="0" anchor="t" bIns="121900" lIns="0" spcFirstLastPara="1" rIns="12190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600"/>
              <a:buFont typeface="Jost"/>
              <a:buNone/>
              <a:defRPr sz="1600">
                <a:solidFill>
                  <a:schemeClr val="dk1"/>
                </a:solidFill>
                <a:latin typeface="Jost"/>
                <a:ea typeface="Jost"/>
                <a:cs typeface="Jost"/>
                <a:sym typeface="Jost"/>
              </a:defRPr>
            </a:lvl9pPr>
          </a:lstStyle>
          <a:p/>
        </p:txBody>
      </p:sp>
      <p:sp>
        <p:nvSpPr>
          <p:cNvPr id="389" name="Google Shape;389;g3a0a694c39d_1_1826"/>
          <p:cNvSpPr/>
          <p:nvPr>
            <p:ph idx="19" type="pic"/>
          </p:nvPr>
        </p:nvSpPr>
        <p:spPr>
          <a:xfrm>
            <a:off x="2301363" y="2655767"/>
            <a:ext cx="1718100" cy="1818300"/>
          </a:xfrm>
          <a:prstGeom prst="roundRect">
            <a:avLst>
              <a:gd fmla="val 6764" name="adj"/>
            </a:avLst>
          </a:prstGeom>
          <a:noFill/>
          <a:ln>
            <a:noFill/>
          </a:ln>
        </p:spPr>
      </p:sp>
      <p:sp>
        <p:nvSpPr>
          <p:cNvPr id="390" name="Google Shape;390;g3a0a694c39d_1_1826"/>
          <p:cNvSpPr/>
          <p:nvPr>
            <p:ph idx="20" type="pic"/>
          </p:nvPr>
        </p:nvSpPr>
        <p:spPr>
          <a:xfrm>
            <a:off x="4259127" y="2655767"/>
            <a:ext cx="1718100" cy="1818300"/>
          </a:xfrm>
          <a:prstGeom prst="roundRect">
            <a:avLst>
              <a:gd fmla="val 6764" name="adj"/>
            </a:avLst>
          </a:prstGeom>
          <a:noFill/>
          <a:ln>
            <a:noFill/>
          </a:ln>
        </p:spPr>
      </p:sp>
      <p:sp>
        <p:nvSpPr>
          <p:cNvPr id="391" name="Google Shape;391;g3a0a694c39d_1_1826"/>
          <p:cNvSpPr/>
          <p:nvPr>
            <p:ph idx="21" type="pic"/>
          </p:nvPr>
        </p:nvSpPr>
        <p:spPr>
          <a:xfrm>
            <a:off x="6216890" y="2655767"/>
            <a:ext cx="1718100" cy="1818300"/>
          </a:xfrm>
          <a:prstGeom prst="roundRect">
            <a:avLst>
              <a:gd fmla="val 6764" name="adj"/>
            </a:avLst>
          </a:prstGeom>
          <a:noFill/>
          <a:ln>
            <a:noFill/>
          </a:ln>
        </p:spPr>
      </p:sp>
      <p:sp>
        <p:nvSpPr>
          <p:cNvPr id="392" name="Google Shape;392;g3a0a694c39d_1_1826"/>
          <p:cNvSpPr/>
          <p:nvPr>
            <p:ph idx="22" type="pic"/>
          </p:nvPr>
        </p:nvSpPr>
        <p:spPr>
          <a:xfrm>
            <a:off x="8174653" y="2655767"/>
            <a:ext cx="1718100" cy="1818300"/>
          </a:xfrm>
          <a:prstGeom prst="roundRect">
            <a:avLst>
              <a:gd fmla="val 6764" name="adj"/>
            </a:avLst>
          </a:prstGeom>
          <a:noFill/>
          <a:ln>
            <a:noFill/>
          </a:ln>
        </p:spPr>
      </p:sp>
      <p:sp>
        <p:nvSpPr>
          <p:cNvPr id="393" name="Google Shape;393;g3a0a694c39d_1_1826"/>
          <p:cNvSpPr/>
          <p:nvPr>
            <p:ph idx="23" type="pic"/>
          </p:nvPr>
        </p:nvSpPr>
        <p:spPr>
          <a:xfrm>
            <a:off x="10132417" y="2655767"/>
            <a:ext cx="1718100" cy="1818300"/>
          </a:xfrm>
          <a:prstGeom prst="roundRect">
            <a:avLst>
              <a:gd fmla="val 6764" name="adj"/>
            </a:avLst>
          </a:prstGeom>
          <a:noFill/>
          <a:ln>
            <a:noFill/>
          </a:ln>
        </p:spPr>
      </p:sp>
      <p:sp>
        <p:nvSpPr>
          <p:cNvPr id="394" name="Google Shape;394;g3a0a694c39d_1_1826"/>
          <p:cNvSpPr/>
          <p:nvPr>
            <p:ph idx="24" type="pic"/>
          </p:nvPr>
        </p:nvSpPr>
        <p:spPr>
          <a:xfrm>
            <a:off x="343600" y="2655767"/>
            <a:ext cx="1718100" cy="1818300"/>
          </a:xfrm>
          <a:prstGeom prst="roundRect">
            <a:avLst>
              <a:gd fmla="val 6764" name="adj"/>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395" name="Shape 395"/>
        <p:cNvGrpSpPr/>
        <p:nvPr/>
      </p:nvGrpSpPr>
      <p:grpSpPr>
        <a:xfrm>
          <a:off x="0" y="0"/>
          <a:ext cx="0" cy="0"/>
          <a:chOff x="0" y="0"/>
          <a:chExt cx="0" cy="0"/>
        </a:xfrm>
      </p:grpSpPr>
      <p:sp>
        <p:nvSpPr>
          <p:cNvPr id="396" name="Google Shape;396;g3a0a694c39d_1_1849"/>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97" name="Google Shape;397;g3a0a694c39d_1_1849"/>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98" name="Google Shape;398;g3a0a694c39d_1_1849"/>
          <p:cNvSpPr txBox="1"/>
          <p:nvPr>
            <p:ph idx="3" type="title"/>
          </p:nvPr>
        </p:nvSpPr>
        <p:spPr>
          <a:xfrm>
            <a:off x="304800" y="609600"/>
            <a:ext cx="57288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399" name="Shape 399"/>
        <p:cNvGrpSpPr/>
        <p:nvPr/>
      </p:nvGrpSpPr>
      <p:grpSpPr>
        <a:xfrm>
          <a:off x="0" y="0"/>
          <a:ext cx="0" cy="0"/>
          <a:chOff x="0" y="0"/>
          <a:chExt cx="0" cy="0"/>
        </a:xfrm>
      </p:grpSpPr>
      <p:sp>
        <p:nvSpPr>
          <p:cNvPr id="400" name="Google Shape;400;g3a0a694c39d_1_1853"/>
          <p:cNvSpPr/>
          <p:nvPr/>
        </p:nvSpPr>
        <p:spPr>
          <a:xfrm>
            <a:off x="0" y="0"/>
            <a:ext cx="3209100" cy="32091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01" name="Google Shape;401;g3a0a694c39d_1_1853"/>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02" name="Google Shape;402;g3a0a694c39d_1_1853"/>
          <p:cNvSpPr txBox="1"/>
          <p:nvPr>
            <p:ph idx="2" type="title"/>
          </p:nvPr>
        </p:nvSpPr>
        <p:spPr>
          <a:xfrm>
            <a:off x="304800" y="609600"/>
            <a:ext cx="45768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pic>
        <p:nvPicPr>
          <p:cNvPr descr="Free Images : landscape, nature, horizon, mountain, sky, night ..." id="403" name="Google Shape;403;g3a0a694c39d_1_1853"/>
          <p:cNvPicPr preferRelativeResize="0"/>
          <p:nvPr/>
        </p:nvPicPr>
        <p:blipFill rotWithShape="1">
          <a:blip r:embed="rId2">
            <a:alphaModFix/>
          </a:blip>
          <a:srcRect b="0" l="23232" r="29975" t="0"/>
          <a:stretch/>
        </p:blipFill>
        <p:spPr>
          <a:xfrm>
            <a:off x="10055850" y="0"/>
            <a:ext cx="2138767" cy="6857999"/>
          </a:xfrm>
          <a:prstGeom prst="rect">
            <a:avLst/>
          </a:prstGeom>
          <a:noFill/>
          <a:ln>
            <a:noFill/>
          </a:ln>
        </p:spPr>
      </p:pic>
      <p:sp>
        <p:nvSpPr>
          <p:cNvPr id="404" name="Google Shape;404;g3a0a694c39d_1_1853"/>
          <p:cNvSpPr txBox="1"/>
          <p:nvPr>
            <p:ph idx="1" type="subTitle"/>
          </p:nvPr>
        </p:nvSpPr>
        <p:spPr>
          <a:xfrm>
            <a:off x="305267" y="1893000"/>
            <a:ext cx="6873300" cy="3050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sz="4800"/>
            </a:lvl1pPr>
            <a:lvl2pPr lvl="1" algn="l">
              <a:lnSpc>
                <a:spcPct val="100000"/>
              </a:lnSpc>
              <a:spcBef>
                <a:spcPts val="0"/>
              </a:spcBef>
              <a:spcAft>
                <a:spcPts val="0"/>
              </a:spcAft>
              <a:buSzPts val="1600"/>
              <a:buNone/>
              <a:defRPr sz="4800"/>
            </a:lvl2pPr>
            <a:lvl3pPr lvl="2" algn="l">
              <a:lnSpc>
                <a:spcPct val="100000"/>
              </a:lnSpc>
              <a:spcBef>
                <a:spcPts val="0"/>
              </a:spcBef>
              <a:spcAft>
                <a:spcPts val="0"/>
              </a:spcAft>
              <a:buSzPts val="1600"/>
              <a:buNone/>
              <a:defRPr sz="4800"/>
            </a:lvl3pPr>
            <a:lvl4pPr lvl="3" algn="l">
              <a:lnSpc>
                <a:spcPct val="100000"/>
              </a:lnSpc>
              <a:spcBef>
                <a:spcPts val="0"/>
              </a:spcBef>
              <a:spcAft>
                <a:spcPts val="0"/>
              </a:spcAft>
              <a:buSzPts val="1600"/>
              <a:buNone/>
              <a:defRPr sz="4800"/>
            </a:lvl4pPr>
            <a:lvl5pPr lvl="4" algn="l">
              <a:lnSpc>
                <a:spcPct val="100000"/>
              </a:lnSpc>
              <a:spcBef>
                <a:spcPts val="0"/>
              </a:spcBef>
              <a:spcAft>
                <a:spcPts val="0"/>
              </a:spcAft>
              <a:buSzPts val="1600"/>
              <a:buNone/>
              <a:defRPr sz="4800"/>
            </a:lvl5pPr>
            <a:lvl6pPr lvl="5" algn="l">
              <a:lnSpc>
                <a:spcPct val="100000"/>
              </a:lnSpc>
              <a:spcBef>
                <a:spcPts val="0"/>
              </a:spcBef>
              <a:spcAft>
                <a:spcPts val="0"/>
              </a:spcAft>
              <a:buSzPts val="1600"/>
              <a:buNone/>
              <a:defRPr sz="4800"/>
            </a:lvl6pPr>
            <a:lvl7pPr lvl="6" algn="l">
              <a:lnSpc>
                <a:spcPct val="100000"/>
              </a:lnSpc>
              <a:spcBef>
                <a:spcPts val="0"/>
              </a:spcBef>
              <a:spcAft>
                <a:spcPts val="0"/>
              </a:spcAft>
              <a:buSzPts val="1600"/>
              <a:buNone/>
              <a:defRPr sz="4800"/>
            </a:lvl7pPr>
            <a:lvl8pPr lvl="7" algn="l">
              <a:lnSpc>
                <a:spcPct val="100000"/>
              </a:lnSpc>
              <a:spcBef>
                <a:spcPts val="0"/>
              </a:spcBef>
              <a:spcAft>
                <a:spcPts val="0"/>
              </a:spcAft>
              <a:buSzPts val="1600"/>
              <a:buNone/>
              <a:defRPr sz="4800"/>
            </a:lvl8pPr>
            <a:lvl9pPr lvl="8" algn="l">
              <a:lnSpc>
                <a:spcPct val="100000"/>
              </a:lnSpc>
              <a:spcBef>
                <a:spcPts val="0"/>
              </a:spcBef>
              <a:spcAft>
                <a:spcPts val="0"/>
              </a:spcAft>
              <a:buSzPts val="1600"/>
              <a:buNone/>
              <a:defRPr sz="4800"/>
            </a:lvl9pPr>
          </a:lstStyle>
          <a:p/>
        </p:txBody>
      </p:sp>
      <p:sp>
        <p:nvSpPr>
          <p:cNvPr id="405" name="Google Shape;405;g3a0a694c39d_1_1853"/>
          <p:cNvSpPr/>
          <p:nvPr/>
        </p:nvSpPr>
        <p:spPr>
          <a:xfrm>
            <a:off x="8103533" y="0"/>
            <a:ext cx="1949700" cy="6858000"/>
          </a:xfrm>
          <a:prstGeom prst="rect">
            <a:avLst/>
          </a:prstGeom>
          <a:gradFill>
            <a:gsLst>
              <a:gs pos="0">
                <a:schemeClr val="accent5"/>
              </a:gs>
              <a:gs pos="100000">
                <a:schemeClr val="lt2"/>
              </a:gs>
            </a:gsLst>
            <a:lin ang="5400012"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406" name="Shape 406"/>
        <p:cNvGrpSpPr/>
        <p:nvPr/>
      </p:nvGrpSpPr>
      <p:grpSpPr>
        <a:xfrm>
          <a:off x="0" y="0"/>
          <a:ext cx="0" cy="0"/>
          <a:chOff x="0" y="0"/>
          <a:chExt cx="0" cy="0"/>
        </a:xfrm>
      </p:grpSpPr>
      <p:sp>
        <p:nvSpPr>
          <p:cNvPr id="407" name="Google Shape;407;g3a0a694c39d_1_1860"/>
          <p:cNvSpPr/>
          <p:nvPr/>
        </p:nvSpPr>
        <p:spPr>
          <a:xfrm>
            <a:off x="0" y="0"/>
            <a:ext cx="5034900" cy="5034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08" name="Google Shape;408;g3a0a694c39d_1_1860"/>
          <p:cNvSpPr/>
          <p:nvPr/>
        </p:nvSpPr>
        <p:spPr>
          <a:xfrm rot="10800000">
            <a:off x="4208867" y="233"/>
            <a:ext cx="7977900" cy="6863700"/>
          </a:xfrm>
          <a:prstGeom prst="rect">
            <a:avLst/>
          </a:prstGeom>
          <a:gradFill>
            <a:gsLst>
              <a:gs pos="0">
                <a:schemeClr val="accent6"/>
              </a:gs>
              <a:gs pos="100000">
                <a:schemeClr val="lt2"/>
              </a:gs>
            </a:gsLst>
            <a:lin ang="540070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09" name="Google Shape;409;g3a0a694c39d_1_1860"/>
          <p:cNvSpPr txBox="1"/>
          <p:nvPr/>
        </p:nvSpPr>
        <p:spPr>
          <a:xfrm>
            <a:off x="5470590" y="1389741"/>
            <a:ext cx="744900" cy="49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dk1"/>
                </a:solidFill>
                <a:latin typeface="Figtree"/>
                <a:ea typeface="Figtree"/>
                <a:cs typeface="Figtree"/>
                <a:sym typeface="Figtree"/>
              </a:rPr>
              <a:t>“</a:t>
            </a:r>
            <a:endParaRPr b="1" i="0" sz="9600" u="none" cap="none" strike="noStrike">
              <a:solidFill>
                <a:schemeClr val="dk1"/>
              </a:solidFill>
              <a:latin typeface="Figtree"/>
              <a:ea typeface="Figtree"/>
              <a:cs typeface="Figtree"/>
              <a:sym typeface="Figtree"/>
            </a:endParaRPr>
          </a:p>
        </p:txBody>
      </p:sp>
      <p:sp>
        <p:nvSpPr>
          <p:cNvPr id="410" name="Google Shape;410;g3a0a694c39d_1_1860"/>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11" name="Google Shape;411;g3a0a694c39d_1_1860"/>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12" name="Google Shape;412;g3a0a694c39d_1_1860"/>
          <p:cNvSpPr txBox="1"/>
          <p:nvPr>
            <p:ph idx="3" type="title"/>
          </p:nvPr>
        </p:nvSpPr>
        <p:spPr>
          <a:xfrm>
            <a:off x="304800" y="609600"/>
            <a:ext cx="39012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13" name="Google Shape;413;g3a0a694c39d_1_1860"/>
          <p:cNvSpPr txBox="1"/>
          <p:nvPr>
            <p:ph idx="1" type="subTitle"/>
          </p:nvPr>
        </p:nvSpPr>
        <p:spPr>
          <a:xfrm>
            <a:off x="5470600" y="2175200"/>
            <a:ext cx="5451900" cy="3050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sz="3200"/>
            </a:lvl1pPr>
            <a:lvl2pPr lvl="1" algn="l">
              <a:lnSpc>
                <a:spcPct val="100000"/>
              </a:lnSpc>
              <a:spcBef>
                <a:spcPts val="0"/>
              </a:spcBef>
              <a:spcAft>
                <a:spcPts val="0"/>
              </a:spcAft>
              <a:buSzPts val="1600"/>
              <a:buNone/>
              <a:defRPr sz="3200"/>
            </a:lvl2pPr>
            <a:lvl3pPr lvl="2" algn="l">
              <a:lnSpc>
                <a:spcPct val="100000"/>
              </a:lnSpc>
              <a:spcBef>
                <a:spcPts val="0"/>
              </a:spcBef>
              <a:spcAft>
                <a:spcPts val="0"/>
              </a:spcAft>
              <a:buSzPts val="1600"/>
              <a:buNone/>
              <a:defRPr sz="3200"/>
            </a:lvl3pPr>
            <a:lvl4pPr lvl="3" algn="l">
              <a:lnSpc>
                <a:spcPct val="100000"/>
              </a:lnSpc>
              <a:spcBef>
                <a:spcPts val="0"/>
              </a:spcBef>
              <a:spcAft>
                <a:spcPts val="0"/>
              </a:spcAft>
              <a:buSzPts val="1600"/>
              <a:buNone/>
              <a:defRPr sz="3200"/>
            </a:lvl4pPr>
            <a:lvl5pPr lvl="4" algn="l">
              <a:lnSpc>
                <a:spcPct val="100000"/>
              </a:lnSpc>
              <a:spcBef>
                <a:spcPts val="0"/>
              </a:spcBef>
              <a:spcAft>
                <a:spcPts val="0"/>
              </a:spcAft>
              <a:buSzPts val="1600"/>
              <a:buNone/>
              <a:defRPr sz="3200"/>
            </a:lvl5pPr>
            <a:lvl6pPr lvl="5" algn="l">
              <a:lnSpc>
                <a:spcPct val="100000"/>
              </a:lnSpc>
              <a:spcBef>
                <a:spcPts val="0"/>
              </a:spcBef>
              <a:spcAft>
                <a:spcPts val="0"/>
              </a:spcAft>
              <a:buSzPts val="1600"/>
              <a:buNone/>
              <a:defRPr sz="3200"/>
            </a:lvl6pPr>
            <a:lvl7pPr lvl="6" algn="l">
              <a:lnSpc>
                <a:spcPct val="100000"/>
              </a:lnSpc>
              <a:spcBef>
                <a:spcPts val="0"/>
              </a:spcBef>
              <a:spcAft>
                <a:spcPts val="0"/>
              </a:spcAft>
              <a:buSzPts val="1600"/>
              <a:buNone/>
              <a:defRPr sz="3200"/>
            </a:lvl7pPr>
            <a:lvl8pPr lvl="7" algn="l">
              <a:lnSpc>
                <a:spcPct val="100000"/>
              </a:lnSpc>
              <a:spcBef>
                <a:spcPts val="0"/>
              </a:spcBef>
              <a:spcAft>
                <a:spcPts val="0"/>
              </a:spcAft>
              <a:buSzPts val="1600"/>
              <a:buNone/>
              <a:defRPr sz="3200"/>
            </a:lvl8pPr>
            <a:lvl9pPr lvl="8" algn="l">
              <a:lnSpc>
                <a:spcPct val="100000"/>
              </a:lnSpc>
              <a:spcBef>
                <a:spcPts val="0"/>
              </a:spcBef>
              <a:spcAft>
                <a:spcPts val="0"/>
              </a:spcAft>
              <a:buSzPts val="1600"/>
              <a:buNone/>
              <a:defRPr sz="3200"/>
            </a:lvl9pPr>
          </a:lstStyle>
          <a:p/>
        </p:txBody>
      </p:sp>
      <p:sp>
        <p:nvSpPr>
          <p:cNvPr id="414" name="Google Shape;414;g3a0a694c39d_1_1860"/>
          <p:cNvSpPr txBox="1"/>
          <p:nvPr>
            <p:ph idx="4" type="subTitle"/>
          </p:nvPr>
        </p:nvSpPr>
        <p:spPr>
          <a:xfrm>
            <a:off x="304800" y="5290267"/>
            <a:ext cx="31152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415" name="Google Shape;415;g3a0a694c39d_1_1860"/>
          <p:cNvSpPr/>
          <p:nvPr>
            <p:ph idx="5" type="pic"/>
          </p:nvPr>
        </p:nvSpPr>
        <p:spPr>
          <a:xfrm>
            <a:off x="305067" y="2276800"/>
            <a:ext cx="2601600" cy="2757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416" name="Shape 416"/>
        <p:cNvGrpSpPr/>
        <p:nvPr/>
      </p:nvGrpSpPr>
      <p:grpSpPr>
        <a:xfrm>
          <a:off x="0" y="0"/>
          <a:ext cx="0" cy="0"/>
          <a:chOff x="0" y="0"/>
          <a:chExt cx="0" cy="0"/>
        </a:xfrm>
      </p:grpSpPr>
      <p:sp>
        <p:nvSpPr>
          <p:cNvPr id="417" name="Google Shape;417;g3a0a694c39d_1_1870"/>
          <p:cNvSpPr/>
          <p:nvPr/>
        </p:nvSpPr>
        <p:spPr>
          <a:xfrm rot="-5400000">
            <a:off x="4072400" y="1595700"/>
            <a:ext cx="5262300" cy="5262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18" name="Google Shape;418;g3a0a694c39d_1_1870"/>
          <p:cNvSpPr/>
          <p:nvPr/>
        </p:nvSpPr>
        <p:spPr>
          <a:xfrm rot="5400000">
            <a:off x="8349900" y="0"/>
            <a:ext cx="3842100" cy="38421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19" name="Google Shape;419;g3a0a694c39d_1_1870"/>
          <p:cNvSpPr/>
          <p:nvPr>
            <p:ph idx="2" type="pic"/>
          </p:nvPr>
        </p:nvSpPr>
        <p:spPr>
          <a:xfrm>
            <a:off x="0" y="-12000"/>
            <a:ext cx="4072500" cy="4337100"/>
          </a:xfrm>
          <a:prstGeom prst="rect">
            <a:avLst/>
          </a:prstGeom>
          <a:noFill/>
          <a:ln>
            <a:noFill/>
          </a:ln>
        </p:spPr>
      </p:sp>
      <p:sp>
        <p:nvSpPr>
          <p:cNvPr id="420" name="Google Shape;420;g3a0a694c39d_1_1870"/>
          <p:cNvSpPr txBox="1"/>
          <p:nvPr/>
        </p:nvSpPr>
        <p:spPr>
          <a:xfrm>
            <a:off x="4607590" y="304274"/>
            <a:ext cx="744900" cy="49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dk1"/>
                </a:solidFill>
                <a:latin typeface="Figtree"/>
                <a:ea typeface="Figtree"/>
                <a:cs typeface="Figtree"/>
                <a:sym typeface="Figtree"/>
              </a:rPr>
              <a:t>“</a:t>
            </a:r>
            <a:endParaRPr b="1" i="0" sz="9600" u="none" cap="none" strike="noStrike">
              <a:solidFill>
                <a:schemeClr val="dk1"/>
              </a:solidFill>
              <a:latin typeface="Figtree"/>
              <a:ea typeface="Figtree"/>
              <a:cs typeface="Figtree"/>
              <a:sym typeface="Figtree"/>
            </a:endParaRPr>
          </a:p>
        </p:txBody>
      </p:sp>
      <p:sp>
        <p:nvSpPr>
          <p:cNvPr id="421" name="Google Shape;421;g3a0a694c39d_1_1870"/>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22" name="Google Shape;422;g3a0a694c39d_1_1870"/>
          <p:cNvSpPr txBox="1"/>
          <p:nvPr>
            <p:ph idx="3"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23" name="Google Shape;423;g3a0a694c39d_1_1870"/>
          <p:cNvSpPr txBox="1"/>
          <p:nvPr>
            <p:ph idx="4" type="title"/>
          </p:nvPr>
        </p:nvSpPr>
        <p:spPr>
          <a:xfrm>
            <a:off x="304800" y="4572000"/>
            <a:ext cx="4576800" cy="37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24" name="Google Shape;424;g3a0a694c39d_1_1870"/>
          <p:cNvSpPr txBox="1"/>
          <p:nvPr>
            <p:ph idx="1" type="subTitle"/>
          </p:nvPr>
        </p:nvSpPr>
        <p:spPr>
          <a:xfrm>
            <a:off x="4607600" y="1089733"/>
            <a:ext cx="6612300" cy="3050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sz="3200"/>
            </a:lvl1pPr>
            <a:lvl2pPr lvl="1" algn="l">
              <a:lnSpc>
                <a:spcPct val="100000"/>
              </a:lnSpc>
              <a:spcBef>
                <a:spcPts val="0"/>
              </a:spcBef>
              <a:spcAft>
                <a:spcPts val="0"/>
              </a:spcAft>
              <a:buSzPts val="1600"/>
              <a:buNone/>
              <a:defRPr sz="3200"/>
            </a:lvl2pPr>
            <a:lvl3pPr lvl="2" algn="l">
              <a:lnSpc>
                <a:spcPct val="100000"/>
              </a:lnSpc>
              <a:spcBef>
                <a:spcPts val="0"/>
              </a:spcBef>
              <a:spcAft>
                <a:spcPts val="0"/>
              </a:spcAft>
              <a:buSzPts val="1600"/>
              <a:buNone/>
              <a:defRPr sz="3200"/>
            </a:lvl3pPr>
            <a:lvl4pPr lvl="3" algn="l">
              <a:lnSpc>
                <a:spcPct val="100000"/>
              </a:lnSpc>
              <a:spcBef>
                <a:spcPts val="0"/>
              </a:spcBef>
              <a:spcAft>
                <a:spcPts val="0"/>
              </a:spcAft>
              <a:buSzPts val="1600"/>
              <a:buNone/>
              <a:defRPr sz="3200"/>
            </a:lvl4pPr>
            <a:lvl5pPr lvl="4" algn="l">
              <a:lnSpc>
                <a:spcPct val="100000"/>
              </a:lnSpc>
              <a:spcBef>
                <a:spcPts val="0"/>
              </a:spcBef>
              <a:spcAft>
                <a:spcPts val="0"/>
              </a:spcAft>
              <a:buSzPts val="1600"/>
              <a:buNone/>
              <a:defRPr sz="3200"/>
            </a:lvl5pPr>
            <a:lvl6pPr lvl="5" algn="l">
              <a:lnSpc>
                <a:spcPct val="100000"/>
              </a:lnSpc>
              <a:spcBef>
                <a:spcPts val="0"/>
              </a:spcBef>
              <a:spcAft>
                <a:spcPts val="0"/>
              </a:spcAft>
              <a:buSzPts val="1600"/>
              <a:buNone/>
              <a:defRPr sz="3200"/>
            </a:lvl6pPr>
            <a:lvl7pPr lvl="6" algn="l">
              <a:lnSpc>
                <a:spcPct val="100000"/>
              </a:lnSpc>
              <a:spcBef>
                <a:spcPts val="0"/>
              </a:spcBef>
              <a:spcAft>
                <a:spcPts val="0"/>
              </a:spcAft>
              <a:buSzPts val="1600"/>
              <a:buNone/>
              <a:defRPr sz="3200"/>
            </a:lvl7pPr>
            <a:lvl8pPr lvl="7" algn="l">
              <a:lnSpc>
                <a:spcPct val="100000"/>
              </a:lnSpc>
              <a:spcBef>
                <a:spcPts val="0"/>
              </a:spcBef>
              <a:spcAft>
                <a:spcPts val="0"/>
              </a:spcAft>
              <a:buSzPts val="1600"/>
              <a:buNone/>
              <a:defRPr sz="3200"/>
            </a:lvl8pPr>
            <a:lvl9pPr lvl="8" algn="l">
              <a:lnSpc>
                <a:spcPct val="100000"/>
              </a:lnSpc>
              <a:spcBef>
                <a:spcPts val="0"/>
              </a:spcBef>
              <a:spcAft>
                <a:spcPts val="0"/>
              </a:spcAft>
              <a:buSzPts val="1600"/>
              <a:buNone/>
              <a:defRPr sz="3200"/>
            </a:lvl9pPr>
          </a:lstStyle>
          <a:p/>
        </p:txBody>
      </p:sp>
      <p:sp>
        <p:nvSpPr>
          <p:cNvPr id="425" name="Google Shape;425;g3a0a694c39d_1_1870"/>
          <p:cNvSpPr txBox="1"/>
          <p:nvPr>
            <p:ph idx="5" type="subTitle"/>
          </p:nvPr>
        </p:nvSpPr>
        <p:spPr>
          <a:xfrm>
            <a:off x="304800" y="4985467"/>
            <a:ext cx="31152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426" name="Shape 426"/>
        <p:cNvGrpSpPr/>
        <p:nvPr/>
      </p:nvGrpSpPr>
      <p:grpSpPr>
        <a:xfrm>
          <a:off x="0" y="0"/>
          <a:ext cx="0" cy="0"/>
          <a:chOff x="0" y="0"/>
          <a:chExt cx="0" cy="0"/>
        </a:xfrm>
      </p:grpSpPr>
      <p:sp>
        <p:nvSpPr>
          <p:cNvPr id="427" name="Google Shape;427;g3a0a694c39d_1_1880"/>
          <p:cNvSpPr/>
          <p:nvPr/>
        </p:nvSpPr>
        <p:spPr>
          <a:xfrm>
            <a:off x="0" y="0"/>
            <a:ext cx="5034900" cy="5034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28" name="Google Shape;428;g3a0a694c39d_1_1880"/>
          <p:cNvSpPr/>
          <p:nvPr/>
        </p:nvSpPr>
        <p:spPr>
          <a:xfrm rot="10800000">
            <a:off x="6160067" y="233"/>
            <a:ext cx="6026700" cy="6863700"/>
          </a:xfrm>
          <a:prstGeom prst="rect">
            <a:avLst/>
          </a:prstGeom>
          <a:gradFill>
            <a:gsLst>
              <a:gs pos="0">
                <a:schemeClr val="accent6"/>
              </a:gs>
              <a:gs pos="100000">
                <a:schemeClr val="lt2"/>
              </a:gs>
            </a:gsLst>
            <a:lin ang="540070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29" name="Google Shape;429;g3a0a694c39d_1_1880"/>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30" name="Google Shape;430;g3a0a694c39d_1_1880"/>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31" name="Google Shape;431;g3a0a694c39d_1_1880"/>
          <p:cNvSpPr txBox="1"/>
          <p:nvPr>
            <p:ph idx="3" type="title"/>
          </p:nvPr>
        </p:nvSpPr>
        <p:spPr>
          <a:xfrm>
            <a:off x="304800" y="609600"/>
            <a:ext cx="45768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32" name="Google Shape;432;g3a0a694c39d_1_1880"/>
          <p:cNvSpPr txBox="1"/>
          <p:nvPr>
            <p:ph idx="1" type="subTitle"/>
          </p:nvPr>
        </p:nvSpPr>
        <p:spPr>
          <a:xfrm>
            <a:off x="306767" y="1176000"/>
            <a:ext cx="4955700" cy="1496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33" name="Google Shape;433;g3a0a694c39d_1_1880"/>
          <p:cNvSpPr txBox="1"/>
          <p:nvPr>
            <p:ph idx="4" type="body"/>
          </p:nvPr>
        </p:nvSpPr>
        <p:spPr>
          <a:xfrm>
            <a:off x="306767" y="4656667"/>
            <a:ext cx="4616700" cy="951900"/>
          </a:xfrm>
          <a:prstGeom prst="rect">
            <a:avLst/>
          </a:prstGeom>
          <a:noFill/>
          <a:ln>
            <a:noFill/>
          </a:ln>
        </p:spPr>
        <p:txBody>
          <a:bodyPr anchorCtr="0" anchor="b"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34" name="Google Shape;434;g3a0a694c39d_1_1880"/>
          <p:cNvSpPr/>
          <p:nvPr>
            <p:ph idx="5" type="pic"/>
          </p:nvPr>
        </p:nvSpPr>
        <p:spPr>
          <a:xfrm>
            <a:off x="7360533" y="1229167"/>
            <a:ext cx="3633300" cy="43908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435" name="Shape 435"/>
        <p:cNvGrpSpPr/>
        <p:nvPr/>
      </p:nvGrpSpPr>
      <p:grpSpPr>
        <a:xfrm>
          <a:off x="0" y="0"/>
          <a:ext cx="0" cy="0"/>
          <a:chOff x="0" y="0"/>
          <a:chExt cx="0" cy="0"/>
        </a:xfrm>
      </p:grpSpPr>
      <p:sp>
        <p:nvSpPr>
          <p:cNvPr id="436" name="Google Shape;436;g3a0a694c39d_1_1889"/>
          <p:cNvSpPr/>
          <p:nvPr/>
        </p:nvSpPr>
        <p:spPr>
          <a:xfrm rot="8100000">
            <a:off x="1784839" y="2540804"/>
            <a:ext cx="8618925" cy="8618925"/>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437" name="Google Shape;437;g3a0a694c39d_1_1889"/>
          <p:cNvSpPr/>
          <p:nvPr/>
        </p:nvSpPr>
        <p:spPr>
          <a:xfrm rot="-2700000">
            <a:off x="4146067" y="-1946499"/>
            <a:ext cx="3896865" cy="389686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438" name="Google Shape;438;g3a0a694c39d_1_1889"/>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39" name="Google Shape;439;g3a0a694c39d_1_1889"/>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40" name="Google Shape;440;g3a0a694c39d_1_1889"/>
          <p:cNvSpPr txBox="1"/>
          <p:nvPr>
            <p:ph idx="1" type="subTitle"/>
          </p:nvPr>
        </p:nvSpPr>
        <p:spPr>
          <a:xfrm>
            <a:off x="306767" y="2064063"/>
            <a:ext cx="6205200" cy="40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a:latin typeface="Jost"/>
                <a:ea typeface="Jost"/>
                <a:cs typeface="Jost"/>
                <a:sym typeface="Jost"/>
              </a:defRPr>
            </a:lvl1pPr>
            <a:lvl2pPr lvl="1" algn="l">
              <a:lnSpc>
                <a:spcPct val="100000"/>
              </a:lnSpc>
              <a:spcBef>
                <a:spcPts val="0"/>
              </a:spcBef>
              <a:spcAft>
                <a:spcPts val="0"/>
              </a:spcAft>
              <a:buSzPts val="1600"/>
              <a:buNone/>
              <a:defRPr>
                <a:latin typeface="Jost"/>
                <a:ea typeface="Jost"/>
                <a:cs typeface="Jost"/>
                <a:sym typeface="Jost"/>
              </a:defRPr>
            </a:lvl2pPr>
            <a:lvl3pPr lvl="2" algn="l">
              <a:lnSpc>
                <a:spcPct val="100000"/>
              </a:lnSpc>
              <a:spcBef>
                <a:spcPts val="0"/>
              </a:spcBef>
              <a:spcAft>
                <a:spcPts val="0"/>
              </a:spcAft>
              <a:buSzPts val="1600"/>
              <a:buNone/>
              <a:defRPr>
                <a:latin typeface="Jost"/>
                <a:ea typeface="Jost"/>
                <a:cs typeface="Jost"/>
                <a:sym typeface="Jost"/>
              </a:defRPr>
            </a:lvl3pPr>
            <a:lvl4pPr lvl="3" algn="l">
              <a:lnSpc>
                <a:spcPct val="100000"/>
              </a:lnSpc>
              <a:spcBef>
                <a:spcPts val="0"/>
              </a:spcBef>
              <a:spcAft>
                <a:spcPts val="0"/>
              </a:spcAft>
              <a:buSzPts val="1600"/>
              <a:buNone/>
              <a:defRPr>
                <a:latin typeface="Jost"/>
                <a:ea typeface="Jost"/>
                <a:cs typeface="Jost"/>
                <a:sym typeface="Jost"/>
              </a:defRPr>
            </a:lvl4pPr>
            <a:lvl5pPr lvl="4" algn="l">
              <a:lnSpc>
                <a:spcPct val="100000"/>
              </a:lnSpc>
              <a:spcBef>
                <a:spcPts val="0"/>
              </a:spcBef>
              <a:spcAft>
                <a:spcPts val="0"/>
              </a:spcAft>
              <a:buSzPts val="1600"/>
              <a:buNone/>
              <a:defRPr>
                <a:latin typeface="Jost"/>
                <a:ea typeface="Jost"/>
                <a:cs typeface="Jost"/>
                <a:sym typeface="Jost"/>
              </a:defRPr>
            </a:lvl5pPr>
            <a:lvl6pPr lvl="5" algn="l">
              <a:lnSpc>
                <a:spcPct val="100000"/>
              </a:lnSpc>
              <a:spcBef>
                <a:spcPts val="0"/>
              </a:spcBef>
              <a:spcAft>
                <a:spcPts val="0"/>
              </a:spcAft>
              <a:buSzPts val="1600"/>
              <a:buNone/>
              <a:defRPr>
                <a:latin typeface="Jost"/>
                <a:ea typeface="Jost"/>
                <a:cs typeface="Jost"/>
                <a:sym typeface="Jost"/>
              </a:defRPr>
            </a:lvl6pPr>
            <a:lvl7pPr lvl="6" algn="l">
              <a:lnSpc>
                <a:spcPct val="100000"/>
              </a:lnSpc>
              <a:spcBef>
                <a:spcPts val="0"/>
              </a:spcBef>
              <a:spcAft>
                <a:spcPts val="0"/>
              </a:spcAft>
              <a:buSzPts val="1600"/>
              <a:buNone/>
              <a:defRPr>
                <a:latin typeface="Jost"/>
                <a:ea typeface="Jost"/>
                <a:cs typeface="Jost"/>
                <a:sym typeface="Jost"/>
              </a:defRPr>
            </a:lvl7pPr>
            <a:lvl8pPr lvl="7" algn="l">
              <a:lnSpc>
                <a:spcPct val="100000"/>
              </a:lnSpc>
              <a:spcBef>
                <a:spcPts val="0"/>
              </a:spcBef>
              <a:spcAft>
                <a:spcPts val="0"/>
              </a:spcAft>
              <a:buSzPts val="1600"/>
              <a:buNone/>
              <a:defRPr>
                <a:latin typeface="Jost"/>
                <a:ea typeface="Jost"/>
                <a:cs typeface="Jost"/>
                <a:sym typeface="Jost"/>
              </a:defRPr>
            </a:lvl8pPr>
            <a:lvl9pPr lvl="8" algn="l">
              <a:lnSpc>
                <a:spcPct val="100000"/>
              </a:lnSpc>
              <a:spcBef>
                <a:spcPts val="0"/>
              </a:spcBef>
              <a:spcAft>
                <a:spcPts val="0"/>
              </a:spcAft>
              <a:buSzPts val="1600"/>
              <a:buNone/>
              <a:defRPr>
                <a:latin typeface="Jost"/>
                <a:ea typeface="Jost"/>
                <a:cs typeface="Jost"/>
                <a:sym typeface="Jost"/>
              </a:defRPr>
            </a:lvl9pPr>
          </a:lstStyle>
          <a:p/>
        </p:txBody>
      </p:sp>
      <p:sp>
        <p:nvSpPr>
          <p:cNvPr id="441" name="Google Shape;441;g3a0a694c39d_1_1889"/>
          <p:cNvSpPr txBox="1"/>
          <p:nvPr>
            <p:ph idx="3" type="title"/>
          </p:nvPr>
        </p:nvSpPr>
        <p:spPr>
          <a:xfrm>
            <a:off x="304800" y="2613363"/>
            <a:ext cx="9632700" cy="1686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6000"/>
              <a:buNone/>
              <a:defRPr sz="6000"/>
            </a:lvl1pPr>
            <a:lvl2pPr lvl="1"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2pPr>
            <a:lvl3pPr lvl="2"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3pPr>
            <a:lvl4pPr lvl="3"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4pPr>
            <a:lvl5pPr lvl="4"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5pPr>
            <a:lvl6pPr lvl="5"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6pPr>
            <a:lvl7pPr lvl="6"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7pPr>
            <a:lvl8pPr lvl="7"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8pPr>
            <a:lvl9pPr lvl="8" algn="l">
              <a:lnSpc>
                <a:spcPct val="90000"/>
              </a:lnSpc>
              <a:spcBef>
                <a:spcPts val="0"/>
              </a:spcBef>
              <a:spcAft>
                <a:spcPts val="0"/>
              </a:spcAft>
              <a:buClr>
                <a:schemeClr val="dk1"/>
              </a:buClr>
              <a:buSzPts val="6000"/>
              <a:buFont typeface="Figtree"/>
              <a:buNone/>
              <a:defRPr sz="6000">
                <a:solidFill>
                  <a:schemeClr val="dk1"/>
                </a:solidFill>
                <a:latin typeface="Figtree"/>
                <a:ea typeface="Figtree"/>
                <a:cs typeface="Figtree"/>
                <a:sym typeface="Figtre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442" name="Shape 442"/>
        <p:cNvGrpSpPr/>
        <p:nvPr/>
      </p:nvGrpSpPr>
      <p:grpSpPr>
        <a:xfrm>
          <a:off x="0" y="0"/>
          <a:ext cx="0" cy="0"/>
          <a:chOff x="0" y="0"/>
          <a:chExt cx="0" cy="0"/>
        </a:xfrm>
      </p:grpSpPr>
      <p:sp>
        <p:nvSpPr>
          <p:cNvPr id="443" name="Google Shape;443;g3a0a694c39d_1_1896"/>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44" name="Google Shape;444;g3a0a694c39d_1_1896"/>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45" name="Google Shape;445;g3a0a694c39d_1_1896"/>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46" name="Google Shape;446;g3a0a694c39d_1_1896"/>
          <p:cNvSpPr txBox="1"/>
          <p:nvPr>
            <p:ph idx="1" type="subTitle"/>
          </p:nvPr>
        </p:nvSpPr>
        <p:spPr>
          <a:xfrm>
            <a:off x="2184533" y="2063411"/>
            <a:ext cx="1830000" cy="575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47" name="Google Shape;447;g3a0a694c39d_1_1896"/>
          <p:cNvSpPr txBox="1"/>
          <p:nvPr>
            <p:ph idx="4" type="subTitle"/>
          </p:nvPr>
        </p:nvSpPr>
        <p:spPr>
          <a:xfrm>
            <a:off x="4132950" y="2063411"/>
            <a:ext cx="1830000" cy="575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48" name="Google Shape;448;g3a0a694c39d_1_1896"/>
          <p:cNvSpPr txBox="1"/>
          <p:nvPr>
            <p:ph idx="5" type="subTitle"/>
          </p:nvPr>
        </p:nvSpPr>
        <p:spPr>
          <a:xfrm>
            <a:off x="6084817" y="2063411"/>
            <a:ext cx="1830000" cy="575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49" name="Google Shape;449;g3a0a694c39d_1_1896"/>
          <p:cNvSpPr txBox="1"/>
          <p:nvPr>
            <p:ph idx="6" type="subTitle"/>
          </p:nvPr>
        </p:nvSpPr>
        <p:spPr>
          <a:xfrm>
            <a:off x="8033233" y="2063411"/>
            <a:ext cx="1830000" cy="575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50" name="Google Shape;450;g3a0a694c39d_1_1896"/>
          <p:cNvSpPr txBox="1"/>
          <p:nvPr>
            <p:ph idx="7" type="subTitle"/>
          </p:nvPr>
        </p:nvSpPr>
        <p:spPr>
          <a:xfrm>
            <a:off x="10028233" y="2063394"/>
            <a:ext cx="1830000" cy="575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51" name="Google Shape;451;g3a0a694c39d_1_1896"/>
          <p:cNvSpPr txBox="1"/>
          <p:nvPr>
            <p:ph idx="8" type="subTitle"/>
          </p:nvPr>
        </p:nvSpPr>
        <p:spPr>
          <a:xfrm>
            <a:off x="508000" y="2841978"/>
            <a:ext cx="1474500" cy="575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52" name="Google Shape;452;g3a0a694c39d_1_1896"/>
          <p:cNvSpPr txBox="1"/>
          <p:nvPr>
            <p:ph idx="9" type="subTitle"/>
          </p:nvPr>
        </p:nvSpPr>
        <p:spPr>
          <a:xfrm>
            <a:off x="508000" y="3583911"/>
            <a:ext cx="1474500" cy="575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53" name="Google Shape;453;g3a0a694c39d_1_1896"/>
          <p:cNvSpPr txBox="1"/>
          <p:nvPr>
            <p:ph idx="13" type="subTitle"/>
          </p:nvPr>
        </p:nvSpPr>
        <p:spPr>
          <a:xfrm>
            <a:off x="508000" y="4318144"/>
            <a:ext cx="1474500" cy="575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54" name="Google Shape;454;g3a0a694c39d_1_1896"/>
          <p:cNvSpPr txBox="1"/>
          <p:nvPr>
            <p:ph idx="14" type="subTitle"/>
          </p:nvPr>
        </p:nvSpPr>
        <p:spPr>
          <a:xfrm>
            <a:off x="508000" y="5060078"/>
            <a:ext cx="1474500" cy="575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55" name="Google Shape;455;g3a0a694c39d_1_1896"/>
          <p:cNvSpPr txBox="1"/>
          <p:nvPr>
            <p:ph idx="15" type="subTitle"/>
          </p:nvPr>
        </p:nvSpPr>
        <p:spPr>
          <a:xfrm>
            <a:off x="508000" y="5802011"/>
            <a:ext cx="1474500" cy="575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456" name="Shape 456"/>
        <p:cNvGrpSpPr/>
        <p:nvPr/>
      </p:nvGrpSpPr>
      <p:grpSpPr>
        <a:xfrm>
          <a:off x="0" y="0"/>
          <a:ext cx="0" cy="0"/>
          <a:chOff x="0" y="0"/>
          <a:chExt cx="0" cy="0"/>
        </a:xfrm>
      </p:grpSpPr>
      <p:sp>
        <p:nvSpPr>
          <p:cNvPr id="457" name="Google Shape;457;g3a0a694c39d_1_1910"/>
          <p:cNvSpPr/>
          <p:nvPr/>
        </p:nvSpPr>
        <p:spPr>
          <a:xfrm flipH="1">
            <a:off x="8382000" y="0"/>
            <a:ext cx="3810000" cy="38100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58" name="Google Shape;458;g3a0a694c39d_1_1910"/>
          <p:cNvSpPr/>
          <p:nvPr/>
        </p:nvSpPr>
        <p:spPr>
          <a:xfrm rot="10800000">
            <a:off x="100" y="233"/>
            <a:ext cx="6026700" cy="6863700"/>
          </a:xfrm>
          <a:prstGeom prst="rect">
            <a:avLst/>
          </a:prstGeom>
          <a:gradFill>
            <a:gsLst>
              <a:gs pos="0">
                <a:schemeClr val="accent6"/>
              </a:gs>
              <a:gs pos="100000">
                <a:schemeClr val="lt2"/>
              </a:gs>
            </a:gsLst>
            <a:lin ang="540070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59" name="Google Shape;459;g3a0a694c39d_1_1910"/>
          <p:cNvSpPr txBox="1"/>
          <p:nvPr>
            <p:ph idx="1" type="body"/>
          </p:nvPr>
        </p:nvSpPr>
        <p:spPr>
          <a:xfrm>
            <a:off x="6537767" y="1430367"/>
            <a:ext cx="49089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60" name="Google Shape;460;g3a0a694c39d_1_1910"/>
          <p:cNvSpPr txBox="1"/>
          <p:nvPr>
            <p:ph idx="2" type="body"/>
          </p:nvPr>
        </p:nvSpPr>
        <p:spPr>
          <a:xfrm>
            <a:off x="6537767" y="2691567"/>
            <a:ext cx="49089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61" name="Google Shape;461;g3a0a694c39d_1_1910"/>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62" name="Google Shape;462;g3a0a694c39d_1_1910"/>
          <p:cNvSpPr txBox="1"/>
          <p:nvPr>
            <p:ph idx="3"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63" name="Google Shape;463;g3a0a694c39d_1_1910"/>
          <p:cNvSpPr/>
          <p:nvPr>
            <p:ph idx="4" type="pic"/>
          </p:nvPr>
        </p:nvSpPr>
        <p:spPr>
          <a:xfrm>
            <a:off x="306767" y="609600"/>
            <a:ext cx="4908900" cy="3079500"/>
          </a:xfrm>
          <a:prstGeom prst="rect">
            <a:avLst/>
          </a:prstGeom>
          <a:noFill/>
          <a:ln>
            <a:noFill/>
          </a:ln>
        </p:spPr>
      </p:sp>
      <p:sp>
        <p:nvSpPr>
          <p:cNvPr id="464" name="Google Shape;464;g3a0a694c39d_1_1910"/>
          <p:cNvSpPr txBox="1"/>
          <p:nvPr>
            <p:ph idx="5" type="title"/>
          </p:nvPr>
        </p:nvSpPr>
        <p:spPr>
          <a:xfrm>
            <a:off x="306767" y="3991467"/>
            <a:ext cx="4908900" cy="457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65" name="Google Shape;465;g3a0a694c39d_1_1910"/>
          <p:cNvSpPr txBox="1"/>
          <p:nvPr>
            <p:ph idx="6" type="body"/>
          </p:nvPr>
        </p:nvSpPr>
        <p:spPr>
          <a:xfrm>
            <a:off x="306767" y="4687600"/>
            <a:ext cx="4908900" cy="12180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66" name="Google Shape;466;g3a0a694c39d_1_1910"/>
          <p:cNvSpPr txBox="1"/>
          <p:nvPr>
            <p:ph idx="7" type="body"/>
          </p:nvPr>
        </p:nvSpPr>
        <p:spPr>
          <a:xfrm>
            <a:off x="6537767" y="3952767"/>
            <a:ext cx="4908900" cy="5937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67" name="Google Shape;467;g3a0a694c39d_1_1910"/>
          <p:cNvSpPr txBox="1"/>
          <p:nvPr>
            <p:ph idx="8" type="subTitle"/>
          </p:nvPr>
        </p:nvSpPr>
        <p:spPr>
          <a:xfrm>
            <a:off x="6537767" y="3538267"/>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468" name="Google Shape;468;g3a0a694c39d_1_1910"/>
          <p:cNvSpPr txBox="1"/>
          <p:nvPr>
            <p:ph idx="9" type="subTitle"/>
          </p:nvPr>
        </p:nvSpPr>
        <p:spPr>
          <a:xfrm>
            <a:off x="6537767" y="2277067"/>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469" name="Google Shape;469;g3a0a694c39d_1_1910"/>
          <p:cNvSpPr txBox="1"/>
          <p:nvPr>
            <p:ph idx="13" type="subTitle"/>
          </p:nvPr>
        </p:nvSpPr>
        <p:spPr>
          <a:xfrm>
            <a:off x="6537767" y="1015867"/>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470" name="Shape 470"/>
        <p:cNvGrpSpPr/>
        <p:nvPr/>
      </p:nvGrpSpPr>
      <p:grpSpPr>
        <a:xfrm>
          <a:off x="0" y="0"/>
          <a:ext cx="0" cy="0"/>
          <a:chOff x="0" y="0"/>
          <a:chExt cx="0" cy="0"/>
        </a:xfrm>
      </p:grpSpPr>
      <p:sp>
        <p:nvSpPr>
          <p:cNvPr id="471" name="Google Shape;471;g3a0a694c39d_1_1924"/>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72" name="Google Shape;472;g3a0a694c39d_1_1924"/>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73" name="Google Shape;473;g3a0a694c39d_1_1924"/>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74" name="Google Shape;474;g3a0a694c39d_1_1924"/>
          <p:cNvSpPr txBox="1"/>
          <p:nvPr>
            <p:ph idx="1" type="body"/>
          </p:nvPr>
        </p:nvSpPr>
        <p:spPr>
          <a:xfrm>
            <a:off x="304800" y="1176000"/>
            <a:ext cx="3352500" cy="8583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75" name="Google Shape;475;g3a0a694c39d_1_1924"/>
          <p:cNvSpPr txBox="1"/>
          <p:nvPr>
            <p:ph idx="4" type="subTitle"/>
          </p:nvPr>
        </p:nvSpPr>
        <p:spPr>
          <a:xfrm>
            <a:off x="457767" y="2701333"/>
            <a:ext cx="31497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476" name="Google Shape;476;g3a0a694c39d_1_1924"/>
          <p:cNvSpPr txBox="1"/>
          <p:nvPr>
            <p:ph idx="5" type="subTitle"/>
          </p:nvPr>
        </p:nvSpPr>
        <p:spPr>
          <a:xfrm>
            <a:off x="6311567" y="2701333"/>
            <a:ext cx="31497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477" name="Shape 477"/>
        <p:cNvGrpSpPr/>
        <p:nvPr/>
      </p:nvGrpSpPr>
      <p:grpSpPr>
        <a:xfrm>
          <a:off x="0" y="0"/>
          <a:ext cx="0" cy="0"/>
          <a:chOff x="0" y="0"/>
          <a:chExt cx="0" cy="0"/>
        </a:xfrm>
      </p:grpSpPr>
      <p:sp>
        <p:nvSpPr>
          <p:cNvPr id="478" name="Google Shape;478;g3a0a694c39d_1_1947"/>
          <p:cNvSpPr txBox="1"/>
          <p:nvPr>
            <p:ph idx="1" type="body"/>
          </p:nvPr>
        </p:nvSpPr>
        <p:spPr>
          <a:xfrm>
            <a:off x="4422383" y="2021533"/>
            <a:ext cx="3350700" cy="9519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79" name="Google Shape;479;g3a0a694c39d_1_1947"/>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80" name="Google Shape;480;g3a0a694c39d_1_1947"/>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81" name="Google Shape;481;g3a0a694c39d_1_1947"/>
          <p:cNvSpPr txBox="1"/>
          <p:nvPr>
            <p:ph idx="3" type="subTitle"/>
          </p:nvPr>
        </p:nvSpPr>
        <p:spPr>
          <a:xfrm>
            <a:off x="474145" y="733267"/>
            <a:ext cx="32451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2100"/>
            </a:lvl1pPr>
            <a:lvl2pPr lvl="1" algn="l">
              <a:lnSpc>
                <a:spcPct val="95000"/>
              </a:lnSpc>
              <a:spcBef>
                <a:spcPts val="0"/>
              </a:spcBef>
              <a:spcAft>
                <a:spcPts val="0"/>
              </a:spcAft>
              <a:buSzPts val="1600"/>
              <a:buNone/>
              <a:defRPr sz="2100"/>
            </a:lvl2pPr>
            <a:lvl3pPr lvl="2" algn="l">
              <a:lnSpc>
                <a:spcPct val="95000"/>
              </a:lnSpc>
              <a:spcBef>
                <a:spcPts val="0"/>
              </a:spcBef>
              <a:spcAft>
                <a:spcPts val="0"/>
              </a:spcAft>
              <a:buSzPts val="1600"/>
              <a:buNone/>
              <a:defRPr sz="2100"/>
            </a:lvl3pPr>
            <a:lvl4pPr lvl="3" algn="l">
              <a:lnSpc>
                <a:spcPct val="95000"/>
              </a:lnSpc>
              <a:spcBef>
                <a:spcPts val="0"/>
              </a:spcBef>
              <a:spcAft>
                <a:spcPts val="0"/>
              </a:spcAft>
              <a:buSzPts val="1600"/>
              <a:buNone/>
              <a:defRPr sz="2100"/>
            </a:lvl4pPr>
            <a:lvl5pPr lvl="4" algn="l">
              <a:lnSpc>
                <a:spcPct val="95000"/>
              </a:lnSpc>
              <a:spcBef>
                <a:spcPts val="0"/>
              </a:spcBef>
              <a:spcAft>
                <a:spcPts val="0"/>
              </a:spcAft>
              <a:buSzPts val="1600"/>
              <a:buNone/>
              <a:defRPr sz="2100"/>
            </a:lvl5pPr>
            <a:lvl6pPr lvl="5" algn="l">
              <a:lnSpc>
                <a:spcPct val="95000"/>
              </a:lnSpc>
              <a:spcBef>
                <a:spcPts val="0"/>
              </a:spcBef>
              <a:spcAft>
                <a:spcPts val="0"/>
              </a:spcAft>
              <a:buSzPts val="1600"/>
              <a:buNone/>
              <a:defRPr sz="2100"/>
            </a:lvl6pPr>
            <a:lvl7pPr lvl="6" algn="l">
              <a:lnSpc>
                <a:spcPct val="95000"/>
              </a:lnSpc>
              <a:spcBef>
                <a:spcPts val="0"/>
              </a:spcBef>
              <a:spcAft>
                <a:spcPts val="0"/>
              </a:spcAft>
              <a:buSzPts val="1600"/>
              <a:buNone/>
              <a:defRPr sz="2100"/>
            </a:lvl7pPr>
            <a:lvl8pPr lvl="7" algn="l">
              <a:lnSpc>
                <a:spcPct val="95000"/>
              </a:lnSpc>
              <a:spcBef>
                <a:spcPts val="0"/>
              </a:spcBef>
              <a:spcAft>
                <a:spcPts val="0"/>
              </a:spcAft>
              <a:buSzPts val="1600"/>
              <a:buNone/>
              <a:defRPr sz="2100"/>
            </a:lvl8pPr>
            <a:lvl9pPr lvl="8" algn="l">
              <a:lnSpc>
                <a:spcPct val="95000"/>
              </a:lnSpc>
              <a:spcBef>
                <a:spcPts val="0"/>
              </a:spcBef>
              <a:spcAft>
                <a:spcPts val="0"/>
              </a:spcAft>
              <a:buSzPts val="1600"/>
              <a:buNone/>
              <a:defRPr sz="2100"/>
            </a:lvl9pPr>
          </a:lstStyle>
          <a:p/>
        </p:txBody>
      </p:sp>
      <p:sp>
        <p:nvSpPr>
          <p:cNvPr id="482" name="Google Shape;482;g3a0a694c39d_1_1947"/>
          <p:cNvSpPr txBox="1"/>
          <p:nvPr>
            <p:ph idx="4" type="body"/>
          </p:nvPr>
        </p:nvSpPr>
        <p:spPr>
          <a:xfrm>
            <a:off x="516600" y="2021533"/>
            <a:ext cx="3350700" cy="9519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83" name="Google Shape;483;g3a0a694c39d_1_1947"/>
          <p:cNvSpPr txBox="1"/>
          <p:nvPr>
            <p:ph idx="5" type="subTitle"/>
          </p:nvPr>
        </p:nvSpPr>
        <p:spPr>
          <a:xfrm>
            <a:off x="4379953" y="733267"/>
            <a:ext cx="32451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2100"/>
            </a:lvl1pPr>
            <a:lvl2pPr lvl="1" algn="l">
              <a:lnSpc>
                <a:spcPct val="95000"/>
              </a:lnSpc>
              <a:spcBef>
                <a:spcPts val="0"/>
              </a:spcBef>
              <a:spcAft>
                <a:spcPts val="0"/>
              </a:spcAft>
              <a:buSzPts val="1600"/>
              <a:buNone/>
              <a:defRPr sz="2100"/>
            </a:lvl2pPr>
            <a:lvl3pPr lvl="2" algn="l">
              <a:lnSpc>
                <a:spcPct val="95000"/>
              </a:lnSpc>
              <a:spcBef>
                <a:spcPts val="0"/>
              </a:spcBef>
              <a:spcAft>
                <a:spcPts val="0"/>
              </a:spcAft>
              <a:buSzPts val="1600"/>
              <a:buNone/>
              <a:defRPr sz="2100"/>
            </a:lvl3pPr>
            <a:lvl4pPr lvl="3" algn="l">
              <a:lnSpc>
                <a:spcPct val="95000"/>
              </a:lnSpc>
              <a:spcBef>
                <a:spcPts val="0"/>
              </a:spcBef>
              <a:spcAft>
                <a:spcPts val="0"/>
              </a:spcAft>
              <a:buSzPts val="1600"/>
              <a:buNone/>
              <a:defRPr sz="2100"/>
            </a:lvl4pPr>
            <a:lvl5pPr lvl="4" algn="l">
              <a:lnSpc>
                <a:spcPct val="95000"/>
              </a:lnSpc>
              <a:spcBef>
                <a:spcPts val="0"/>
              </a:spcBef>
              <a:spcAft>
                <a:spcPts val="0"/>
              </a:spcAft>
              <a:buSzPts val="1600"/>
              <a:buNone/>
              <a:defRPr sz="2100"/>
            </a:lvl5pPr>
            <a:lvl6pPr lvl="5" algn="l">
              <a:lnSpc>
                <a:spcPct val="95000"/>
              </a:lnSpc>
              <a:spcBef>
                <a:spcPts val="0"/>
              </a:spcBef>
              <a:spcAft>
                <a:spcPts val="0"/>
              </a:spcAft>
              <a:buSzPts val="1600"/>
              <a:buNone/>
              <a:defRPr sz="2100"/>
            </a:lvl6pPr>
            <a:lvl7pPr lvl="6" algn="l">
              <a:lnSpc>
                <a:spcPct val="95000"/>
              </a:lnSpc>
              <a:spcBef>
                <a:spcPts val="0"/>
              </a:spcBef>
              <a:spcAft>
                <a:spcPts val="0"/>
              </a:spcAft>
              <a:buSzPts val="1600"/>
              <a:buNone/>
              <a:defRPr sz="2100"/>
            </a:lvl7pPr>
            <a:lvl8pPr lvl="7" algn="l">
              <a:lnSpc>
                <a:spcPct val="95000"/>
              </a:lnSpc>
              <a:spcBef>
                <a:spcPts val="0"/>
              </a:spcBef>
              <a:spcAft>
                <a:spcPts val="0"/>
              </a:spcAft>
              <a:buSzPts val="1600"/>
              <a:buNone/>
              <a:defRPr sz="2100"/>
            </a:lvl8pPr>
            <a:lvl9pPr lvl="8" algn="l">
              <a:lnSpc>
                <a:spcPct val="95000"/>
              </a:lnSpc>
              <a:spcBef>
                <a:spcPts val="0"/>
              </a:spcBef>
              <a:spcAft>
                <a:spcPts val="0"/>
              </a:spcAft>
              <a:buSzPts val="1600"/>
              <a:buNone/>
              <a:defRPr sz="2100"/>
            </a:lvl9pPr>
          </a:lstStyle>
          <a:p/>
        </p:txBody>
      </p:sp>
      <p:sp>
        <p:nvSpPr>
          <p:cNvPr id="484" name="Google Shape;484;g3a0a694c39d_1_1947"/>
          <p:cNvSpPr txBox="1"/>
          <p:nvPr>
            <p:ph idx="6" type="subTitle"/>
          </p:nvPr>
        </p:nvSpPr>
        <p:spPr>
          <a:xfrm>
            <a:off x="8284079" y="747400"/>
            <a:ext cx="32451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2100"/>
            </a:lvl1pPr>
            <a:lvl2pPr lvl="1" algn="l">
              <a:lnSpc>
                <a:spcPct val="95000"/>
              </a:lnSpc>
              <a:spcBef>
                <a:spcPts val="0"/>
              </a:spcBef>
              <a:spcAft>
                <a:spcPts val="0"/>
              </a:spcAft>
              <a:buSzPts val="1600"/>
              <a:buNone/>
              <a:defRPr sz="2100"/>
            </a:lvl2pPr>
            <a:lvl3pPr lvl="2" algn="l">
              <a:lnSpc>
                <a:spcPct val="95000"/>
              </a:lnSpc>
              <a:spcBef>
                <a:spcPts val="0"/>
              </a:spcBef>
              <a:spcAft>
                <a:spcPts val="0"/>
              </a:spcAft>
              <a:buSzPts val="1600"/>
              <a:buNone/>
              <a:defRPr sz="2100"/>
            </a:lvl3pPr>
            <a:lvl4pPr lvl="3" algn="l">
              <a:lnSpc>
                <a:spcPct val="95000"/>
              </a:lnSpc>
              <a:spcBef>
                <a:spcPts val="0"/>
              </a:spcBef>
              <a:spcAft>
                <a:spcPts val="0"/>
              </a:spcAft>
              <a:buSzPts val="1600"/>
              <a:buNone/>
              <a:defRPr sz="2100"/>
            </a:lvl4pPr>
            <a:lvl5pPr lvl="4" algn="l">
              <a:lnSpc>
                <a:spcPct val="95000"/>
              </a:lnSpc>
              <a:spcBef>
                <a:spcPts val="0"/>
              </a:spcBef>
              <a:spcAft>
                <a:spcPts val="0"/>
              </a:spcAft>
              <a:buSzPts val="1600"/>
              <a:buNone/>
              <a:defRPr sz="2100"/>
            </a:lvl5pPr>
            <a:lvl6pPr lvl="5" algn="l">
              <a:lnSpc>
                <a:spcPct val="95000"/>
              </a:lnSpc>
              <a:spcBef>
                <a:spcPts val="0"/>
              </a:spcBef>
              <a:spcAft>
                <a:spcPts val="0"/>
              </a:spcAft>
              <a:buSzPts val="1600"/>
              <a:buNone/>
              <a:defRPr sz="2100"/>
            </a:lvl6pPr>
            <a:lvl7pPr lvl="6" algn="l">
              <a:lnSpc>
                <a:spcPct val="95000"/>
              </a:lnSpc>
              <a:spcBef>
                <a:spcPts val="0"/>
              </a:spcBef>
              <a:spcAft>
                <a:spcPts val="0"/>
              </a:spcAft>
              <a:buSzPts val="1600"/>
              <a:buNone/>
              <a:defRPr sz="2100"/>
            </a:lvl7pPr>
            <a:lvl8pPr lvl="7" algn="l">
              <a:lnSpc>
                <a:spcPct val="95000"/>
              </a:lnSpc>
              <a:spcBef>
                <a:spcPts val="0"/>
              </a:spcBef>
              <a:spcAft>
                <a:spcPts val="0"/>
              </a:spcAft>
              <a:buSzPts val="1600"/>
              <a:buNone/>
              <a:defRPr sz="2100"/>
            </a:lvl8pPr>
            <a:lvl9pPr lvl="8" algn="l">
              <a:lnSpc>
                <a:spcPct val="95000"/>
              </a:lnSpc>
              <a:spcBef>
                <a:spcPts val="0"/>
              </a:spcBef>
              <a:spcAft>
                <a:spcPts val="0"/>
              </a:spcAft>
              <a:buSzPts val="1600"/>
              <a:buNone/>
              <a:defRPr sz="2100"/>
            </a:lvl9pPr>
          </a:lstStyle>
          <a:p/>
        </p:txBody>
      </p:sp>
      <p:sp>
        <p:nvSpPr>
          <p:cNvPr id="485" name="Google Shape;485;g3a0a694c39d_1_1947"/>
          <p:cNvSpPr txBox="1"/>
          <p:nvPr>
            <p:ph idx="7" type="body"/>
          </p:nvPr>
        </p:nvSpPr>
        <p:spPr>
          <a:xfrm>
            <a:off x="8326533" y="2035667"/>
            <a:ext cx="3350700" cy="9519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486" name="Shape 486"/>
        <p:cNvGrpSpPr/>
        <p:nvPr/>
      </p:nvGrpSpPr>
      <p:grpSpPr>
        <a:xfrm>
          <a:off x="0" y="0"/>
          <a:ext cx="0" cy="0"/>
          <a:chOff x="0" y="0"/>
          <a:chExt cx="0" cy="0"/>
        </a:xfrm>
      </p:grpSpPr>
      <p:sp>
        <p:nvSpPr>
          <p:cNvPr id="487" name="Google Shape;487;g3a0a694c39d_1_1956"/>
          <p:cNvSpPr/>
          <p:nvPr/>
        </p:nvSpPr>
        <p:spPr>
          <a:xfrm rot="10800000">
            <a:off x="-133" y="233"/>
            <a:ext cx="4089300" cy="6863700"/>
          </a:xfrm>
          <a:prstGeom prst="rect">
            <a:avLst/>
          </a:prstGeom>
          <a:gradFill>
            <a:gsLst>
              <a:gs pos="0">
                <a:schemeClr val="accent6"/>
              </a:gs>
              <a:gs pos="100000">
                <a:schemeClr val="lt2"/>
              </a:gs>
            </a:gsLst>
            <a:lin ang="540070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488" name="Google Shape;488;g3a0a694c39d_1_1956"/>
          <p:cNvSpPr txBox="1"/>
          <p:nvPr/>
        </p:nvSpPr>
        <p:spPr>
          <a:xfrm>
            <a:off x="307913" y="2407017"/>
            <a:ext cx="4959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Jost"/>
                <a:ea typeface="Jost"/>
                <a:cs typeface="Jost"/>
                <a:sym typeface="Jost"/>
              </a:rPr>
              <a:t>🡖</a:t>
            </a:r>
            <a:endParaRPr b="0" i="0" sz="2100" u="none" cap="none" strike="noStrike">
              <a:solidFill>
                <a:schemeClr val="dk1"/>
              </a:solidFill>
              <a:latin typeface="Jost"/>
              <a:ea typeface="Jost"/>
              <a:cs typeface="Jost"/>
              <a:sym typeface="Jost"/>
            </a:endParaRPr>
          </a:p>
        </p:txBody>
      </p:sp>
      <p:sp>
        <p:nvSpPr>
          <p:cNvPr id="489" name="Google Shape;489;g3a0a694c39d_1_1956"/>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90" name="Google Shape;490;g3a0a694c39d_1_1956"/>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491" name="Google Shape;491;g3a0a694c39d_1_1956"/>
          <p:cNvSpPr txBox="1"/>
          <p:nvPr>
            <p:ph idx="3" type="title"/>
          </p:nvPr>
        </p:nvSpPr>
        <p:spPr>
          <a:xfrm>
            <a:off x="307917" y="2124600"/>
            <a:ext cx="3171600" cy="45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492" name="Google Shape;492;g3a0a694c39d_1_1956"/>
          <p:cNvSpPr txBox="1"/>
          <p:nvPr>
            <p:ph idx="1" type="body"/>
          </p:nvPr>
        </p:nvSpPr>
        <p:spPr>
          <a:xfrm>
            <a:off x="307917" y="2722400"/>
            <a:ext cx="3171600" cy="12837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93" name="Google Shape;493;g3a0a694c39d_1_1956"/>
          <p:cNvSpPr txBox="1"/>
          <p:nvPr>
            <p:ph idx="4" type="body"/>
          </p:nvPr>
        </p:nvSpPr>
        <p:spPr>
          <a:xfrm>
            <a:off x="4585828" y="1210133"/>
            <a:ext cx="33315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94" name="Google Shape;494;g3a0a694c39d_1_1956"/>
          <p:cNvSpPr txBox="1"/>
          <p:nvPr>
            <p:ph idx="5" type="subTitle"/>
          </p:nvPr>
        </p:nvSpPr>
        <p:spPr>
          <a:xfrm>
            <a:off x="4585817" y="825300"/>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495" name="Google Shape;495;g3a0a694c39d_1_1956"/>
          <p:cNvSpPr txBox="1"/>
          <p:nvPr>
            <p:ph idx="6" type="body"/>
          </p:nvPr>
        </p:nvSpPr>
        <p:spPr>
          <a:xfrm>
            <a:off x="4585828" y="3376392"/>
            <a:ext cx="33315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96" name="Google Shape;496;g3a0a694c39d_1_1956"/>
          <p:cNvSpPr txBox="1"/>
          <p:nvPr>
            <p:ph idx="7" type="subTitle"/>
          </p:nvPr>
        </p:nvSpPr>
        <p:spPr>
          <a:xfrm>
            <a:off x="4585817" y="2991558"/>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497" name="Google Shape;497;g3a0a694c39d_1_1956"/>
          <p:cNvSpPr txBox="1"/>
          <p:nvPr>
            <p:ph idx="8" type="body"/>
          </p:nvPr>
        </p:nvSpPr>
        <p:spPr>
          <a:xfrm>
            <a:off x="8417695" y="1210133"/>
            <a:ext cx="33315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498" name="Google Shape;498;g3a0a694c39d_1_1956"/>
          <p:cNvSpPr txBox="1"/>
          <p:nvPr>
            <p:ph idx="9" type="subTitle"/>
          </p:nvPr>
        </p:nvSpPr>
        <p:spPr>
          <a:xfrm>
            <a:off x="8417683" y="825300"/>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499" name="Google Shape;499;g3a0a694c39d_1_1956"/>
          <p:cNvSpPr txBox="1"/>
          <p:nvPr>
            <p:ph idx="13" type="body"/>
          </p:nvPr>
        </p:nvSpPr>
        <p:spPr>
          <a:xfrm>
            <a:off x="8417695" y="3376392"/>
            <a:ext cx="3331500" cy="457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00" name="Google Shape;500;g3a0a694c39d_1_1956"/>
          <p:cNvSpPr txBox="1"/>
          <p:nvPr>
            <p:ph idx="14" type="subTitle"/>
          </p:nvPr>
        </p:nvSpPr>
        <p:spPr>
          <a:xfrm>
            <a:off x="8417683" y="2991558"/>
            <a:ext cx="3171600" cy="223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1600">
                <a:solidFill>
                  <a:schemeClr val="accent4"/>
                </a:solidFill>
                <a:latin typeface="Jost"/>
                <a:ea typeface="Jost"/>
                <a:cs typeface="Jost"/>
                <a:sym typeface="Jost"/>
              </a:defRPr>
            </a:lvl1pPr>
            <a:lvl2pPr lvl="1" algn="l">
              <a:lnSpc>
                <a:spcPct val="100000"/>
              </a:lnSpc>
              <a:spcBef>
                <a:spcPts val="0"/>
              </a:spcBef>
              <a:spcAft>
                <a:spcPts val="0"/>
              </a:spcAft>
              <a:buSzPts val="1600"/>
              <a:buNone/>
              <a:defRPr sz="1600">
                <a:solidFill>
                  <a:schemeClr val="accent4"/>
                </a:solidFill>
                <a:latin typeface="Jost"/>
                <a:ea typeface="Jost"/>
                <a:cs typeface="Jost"/>
                <a:sym typeface="Jost"/>
              </a:defRPr>
            </a:lvl2pPr>
            <a:lvl3pPr lvl="2" algn="l">
              <a:lnSpc>
                <a:spcPct val="100000"/>
              </a:lnSpc>
              <a:spcBef>
                <a:spcPts val="0"/>
              </a:spcBef>
              <a:spcAft>
                <a:spcPts val="0"/>
              </a:spcAft>
              <a:buSzPts val="1600"/>
              <a:buNone/>
              <a:defRPr sz="1600">
                <a:solidFill>
                  <a:schemeClr val="accent4"/>
                </a:solidFill>
                <a:latin typeface="Jost"/>
                <a:ea typeface="Jost"/>
                <a:cs typeface="Jost"/>
                <a:sym typeface="Jost"/>
              </a:defRPr>
            </a:lvl3pPr>
            <a:lvl4pPr lvl="3" algn="l">
              <a:lnSpc>
                <a:spcPct val="100000"/>
              </a:lnSpc>
              <a:spcBef>
                <a:spcPts val="0"/>
              </a:spcBef>
              <a:spcAft>
                <a:spcPts val="0"/>
              </a:spcAft>
              <a:buSzPts val="1600"/>
              <a:buNone/>
              <a:defRPr sz="1600">
                <a:solidFill>
                  <a:schemeClr val="accent4"/>
                </a:solidFill>
                <a:latin typeface="Jost"/>
                <a:ea typeface="Jost"/>
                <a:cs typeface="Jost"/>
                <a:sym typeface="Jost"/>
              </a:defRPr>
            </a:lvl4pPr>
            <a:lvl5pPr lvl="4" algn="l">
              <a:lnSpc>
                <a:spcPct val="100000"/>
              </a:lnSpc>
              <a:spcBef>
                <a:spcPts val="0"/>
              </a:spcBef>
              <a:spcAft>
                <a:spcPts val="0"/>
              </a:spcAft>
              <a:buSzPts val="1600"/>
              <a:buNone/>
              <a:defRPr sz="1600">
                <a:solidFill>
                  <a:schemeClr val="accent4"/>
                </a:solidFill>
                <a:latin typeface="Jost"/>
                <a:ea typeface="Jost"/>
                <a:cs typeface="Jost"/>
                <a:sym typeface="Jost"/>
              </a:defRPr>
            </a:lvl5pPr>
            <a:lvl6pPr lvl="5" algn="l">
              <a:lnSpc>
                <a:spcPct val="100000"/>
              </a:lnSpc>
              <a:spcBef>
                <a:spcPts val="0"/>
              </a:spcBef>
              <a:spcAft>
                <a:spcPts val="0"/>
              </a:spcAft>
              <a:buSzPts val="1600"/>
              <a:buNone/>
              <a:defRPr sz="1600">
                <a:solidFill>
                  <a:schemeClr val="accent4"/>
                </a:solidFill>
                <a:latin typeface="Jost"/>
                <a:ea typeface="Jost"/>
                <a:cs typeface="Jost"/>
                <a:sym typeface="Jost"/>
              </a:defRPr>
            </a:lvl6pPr>
            <a:lvl7pPr lvl="6" algn="l">
              <a:lnSpc>
                <a:spcPct val="100000"/>
              </a:lnSpc>
              <a:spcBef>
                <a:spcPts val="0"/>
              </a:spcBef>
              <a:spcAft>
                <a:spcPts val="0"/>
              </a:spcAft>
              <a:buSzPts val="1600"/>
              <a:buNone/>
              <a:defRPr sz="1600">
                <a:solidFill>
                  <a:schemeClr val="accent4"/>
                </a:solidFill>
                <a:latin typeface="Jost"/>
                <a:ea typeface="Jost"/>
                <a:cs typeface="Jost"/>
                <a:sym typeface="Jost"/>
              </a:defRPr>
            </a:lvl7pPr>
            <a:lvl8pPr lvl="7" algn="l">
              <a:lnSpc>
                <a:spcPct val="100000"/>
              </a:lnSpc>
              <a:spcBef>
                <a:spcPts val="0"/>
              </a:spcBef>
              <a:spcAft>
                <a:spcPts val="0"/>
              </a:spcAft>
              <a:buSzPts val="1600"/>
              <a:buNone/>
              <a:defRPr sz="1600">
                <a:solidFill>
                  <a:schemeClr val="accent4"/>
                </a:solidFill>
                <a:latin typeface="Jost"/>
                <a:ea typeface="Jost"/>
                <a:cs typeface="Jost"/>
                <a:sym typeface="Jost"/>
              </a:defRPr>
            </a:lvl8pPr>
            <a:lvl9pPr lvl="8" algn="l">
              <a:lnSpc>
                <a:spcPct val="100000"/>
              </a:lnSpc>
              <a:spcBef>
                <a:spcPts val="0"/>
              </a:spcBef>
              <a:spcAft>
                <a:spcPts val="0"/>
              </a:spcAft>
              <a:buSzPts val="1600"/>
              <a:buNone/>
              <a:defRPr sz="1600">
                <a:solidFill>
                  <a:schemeClr val="accent4"/>
                </a:solidFill>
                <a:latin typeface="Jost"/>
                <a:ea typeface="Jost"/>
                <a:cs typeface="Jost"/>
                <a:sym typeface="Jost"/>
              </a:defRPr>
            </a:lvl9pPr>
          </a:lstStyle>
          <a:p/>
        </p:txBody>
      </p:sp>
      <p:sp>
        <p:nvSpPr>
          <p:cNvPr id="501" name="Google Shape;501;g3a0a694c39d_1_1956"/>
          <p:cNvSpPr txBox="1"/>
          <p:nvPr>
            <p:ph idx="15" type="body"/>
          </p:nvPr>
        </p:nvSpPr>
        <p:spPr>
          <a:xfrm>
            <a:off x="307533" y="5166800"/>
            <a:ext cx="3171600" cy="1218000"/>
          </a:xfrm>
          <a:prstGeom prst="rect">
            <a:avLst/>
          </a:prstGeom>
          <a:noFill/>
          <a:ln>
            <a:noFill/>
          </a:ln>
        </p:spPr>
        <p:txBody>
          <a:bodyPr anchorCtr="0" anchor="t" bIns="0" lIns="0" spcFirstLastPara="1" rIns="0" wrap="square" tIns="0">
            <a:spAutoFit/>
          </a:bodyPr>
          <a:lstStyle>
            <a:lvl1pPr indent="-330200" lvl="0" marL="4572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1pPr>
            <a:lvl2pPr indent="-330200" lvl="1" marL="9144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2pPr>
            <a:lvl3pPr indent="-330200" lvl="2" marL="13716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3pPr>
            <a:lvl4pPr indent="-330200" lvl="3" marL="18288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4pPr>
            <a:lvl5pPr indent="-330200" lvl="4" marL="22860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5pPr>
            <a:lvl6pPr indent="-330200" lvl="5" marL="27432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6pPr>
            <a:lvl7pPr indent="-330200" lvl="6" marL="32004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7pPr>
            <a:lvl8pPr indent="-330200" lvl="7" marL="36576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8pPr>
            <a:lvl9pPr indent="-330200" lvl="8" marL="4114800" algn="l">
              <a:lnSpc>
                <a:spcPct val="100000"/>
              </a:lnSpc>
              <a:spcBef>
                <a:spcPts val="0"/>
              </a:spcBef>
              <a:spcAft>
                <a:spcPts val="0"/>
              </a:spcAft>
              <a:buClr>
                <a:schemeClr val="dk1"/>
              </a:buClr>
              <a:buSzPts val="1600"/>
              <a:buFont typeface="Figtree"/>
              <a:buChar char="■"/>
              <a:defRPr>
                <a:latin typeface="Figtree"/>
                <a:ea typeface="Figtree"/>
                <a:cs typeface="Figtree"/>
                <a:sym typeface="Figtree"/>
              </a:defRPr>
            </a:lvl9pPr>
          </a:lstStyle>
          <a:p/>
        </p:txBody>
      </p:sp>
      <p:sp>
        <p:nvSpPr>
          <p:cNvPr id="502" name="Google Shape;502;g3a0a694c39d_1_1956"/>
          <p:cNvSpPr/>
          <p:nvPr>
            <p:ph idx="16" type="pic"/>
          </p:nvPr>
        </p:nvSpPr>
        <p:spPr>
          <a:xfrm>
            <a:off x="307133" y="609600"/>
            <a:ext cx="1137600" cy="1374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503" name="Shape 503"/>
        <p:cNvGrpSpPr/>
        <p:nvPr/>
      </p:nvGrpSpPr>
      <p:grpSpPr>
        <a:xfrm>
          <a:off x="0" y="0"/>
          <a:ext cx="0" cy="0"/>
          <a:chOff x="0" y="0"/>
          <a:chExt cx="0" cy="0"/>
        </a:xfrm>
      </p:grpSpPr>
      <p:sp>
        <p:nvSpPr>
          <p:cNvPr id="504" name="Google Shape;504;g3a0a694c39d_1_1973"/>
          <p:cNvSpPr/>
          <p:nvPr/>
        </p:nvSpPr>
        <p:spPr>
          <a:xfrm rot="-2700000">
            <a:off x="1785039" y="-4307529"/>
            <a:ext cx="8618925" cy="8618925"/>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505" name="Google Shape;505;g3a0a694c39d_1_1973"/>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Font typeface="Figtree"/>
              <a:buNone/>
              <a:defRPr sz="900"/>
            </a:lvl2pPr>
            <a:lvl3pPr lvl="2" algn="l">
              <a:lnSpc>
                <a:spcPct val="100000"/>
              </a:lnSpc>
              <a:spcBef>
                <a:spcPts val="0"/>
              </a:spcBef>
              <a:spcAft>
                <a:spcPts val="0"/>
              </a:spcAft>
              <a:buSzPts val="900"/>
              <a:buFont typeface="Figtree"/>
              <a:buNone/>
              <a:defRPr sz="900"/>
            </a:lvl3pPr>
            <a:lvl4pPr lvl="3" algn="l">
              <a:lnSpc>
                <a:spcPct val="100000"/>
              </a:lnSpc>
              <a:spcBef>
                <a:spcPts val="0"/>
              </a:spcBef>
              <a:spcAft>
                <a:spcPts val="0"/>
              </a:spcAft>
              <a:buSzPts val="900"/>
              <a:buFont typeface="Figtree"/>
              <a:buNone/>
              <a:defRPr sz="900"/>
            </a:lvl4pPr>
            <a:lvl5pPr lvl="4" algn="l">
              <a:lnSpc>
                <a:spcPct val="100000"/>
              </a:lnSpc>
              <a:spcBef>
                <a:spcPts val="0"/>
              </a:spcBef>
              <a:spcAft>
                <a:spcPts val="0"/>
              </a:spcAft>
              <a:buSzPts val="900"/>
              <a:buFont typeface="Figtree"/>
              <a:buNone/>
              <a:defRPr sz="900"/>
            </a:lvl5pPr>
            <a:lvl6pPr lvl="5" algn="l">
              <a:lnSpc>
                <a:spcPct val="100000"/>
              </a:lnSpc>
              <a:spcBef>
                <a:spcPts val="0"/>
              </a:spcBef>
              <a:spcAft>
                <a:spcPts val="0"/>
              </a:spcAft>
              <a:buSzPts val="900"/>
              <a:buFont typeface="Figtree"/>
              <a:buNone/>
              <a:defRPr sz="900"/>
            </a:lvl6pPr>
            <a:lvl7pPr lvl="6" algn="l">
              <a:lnSpc>
                <a:spcPct val="100000"/>
              </a:lnSpc>
              <a:spcBef>
                <a:spcPts val="0"/>
              </a:spcBef>
              <a:spcAft>
                <a:spcPts val="0"/>
              </a:spcAft>
              <a:buSzPts val="900"/>
              <a:buFont typeface="Figtree"/>
              <a:buNone/>
              <a:defRPr sz="900"/>
            </a:lvl7pPr>
            <a:lvl8pPr lvl="7" algn="l">
              <a:lnSpc>
                <a:spcPct val="100000"/>
              </a:lnSpc>
              <a:spcBef>
                <a:spcPts val="0"/>
              </a:spcBef>
              <a:spcAft>
                <a:spcPts val="0"/>
              </a:spcAft>
              <a:buSzPts val="900"/>
              <a:buFont typeface="Figtree"/>
              <a:buNone/>
              <a:defRPr sz="900"/>
            </a:lvl8pPr>
            <a:lvl9pPr lvl="8" algn="l">
              <a:lnSpc>
                <a:spcPct val="100000"/>
              </a:lnSpc>
              <a:spcBef>
                <a:spcPts val="0"/>
              </a:spcBef>
              <a:spcAft>
                <a:spcPts val="0"/>
              </a:spcAft>
              <a:buSzPts val="900"/>
              <a:buFont typeface="Figtree"/>
              <a:buNone/>
              <a:defRPr sz="900"/>
            </a:lvl9pPr>
          </a:lstStyle>
          <a:p/>
        </p:txBody>
      </p:sp>
      <p:sp>
        <p:nvSpPr>
          <p:cNvPr id="506" name="Google Shape;506;g3a0a694c39d_1_1973"/>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Font typeface="Figtree"/>
              <a:buNone/>
              <a:defRPr sz="900"/>
            </a:lvl2pPr>
            <a:lvl3pPr lvl="2" algn="l">
              <a:lnSpc>
                <a:spcPct val="100000"/>
              </a:lnSpc>
              <a:spcBef>
                <a:spcPts val="0"/>
              </a:spcBef>
              <a:spcAft>
                <a:spcPts val="0"/>
              </a:spcAft>
              <a:buSzPts val="900"/>
              <a:buFont typeface="Figtree"/>
              <a:buNone/>
              <a:defRPr sz="900"/>
            </a:lvl3pPr>
            <a:lvl4pPr lvl="3" algn="l">
              <a:lnSpc>
                <a:spcPct val="100000"/>
              </a:lnSpc>
              <a:spcBef>
                <a:spcPts val="0"/>
              </a:spcBef>
              <a:spcAft>
                <a:spcPts val="0"/>
              </a:spcAft>
              <a:buSzPts val="900"/>
              <a:buFont typeface="Figtree"/>
              <a:buNone/>
              <a:defRPr sz="900"/>
            </a:lvl4pPr>
            <a:lvl5pPr lvl="4" algn="l">
              <a:lnSpc>
                <a:spcPct val="100000"/>
              </a:lnSpc>
              <a:spcBef>
                <a:spcPts val="0"/>
              </a:spcBef>
              <a:spcAft>
                <a:spcPts val="0"/>
              </a:spcAft>
              <a:buSzPts val="900"/>
              <a:buFont typeface="Figtree"/>
              <a:buNone/>
              <a:defRPr sz="900"/>
            </a:lvl5pPr>
            <a:lvl6pPr lvl="5" algn="l">
              <a:lnSpc>
                <a:spcPct val="100000"/>
              </a:lnSpc>
              <a:spcBef>
                <a:spcPts val="0"/>
              </a:spcBef>
              <a:spcAft>
                <a:spcPts val="0"/>
              </a:spcAft>
              <a:buSzPts val="900"/>
              <a:buFont typeface="Figtree"/>
              <a:buNone/>
              <a:defRPr sz="900"/>
            </a:lvl6pPr>
            <a:lvl7pPr lvl="6" algn="l">
              <a:lnSpc>
                <a:spcPct val="100000"/>
              </a:lnSpc>
              <a:spcBef>
                <a:spcPts val="0"/>
              </a:spcBef>
              <a:spcAft>
                <a:spcPts val="0"/>
              </a:spcAft>
              <a:buSzPts val="900"/>
              <a:buFont typeface="Figtree"/>
              <a:buNone/>
              <a:defRPr sz="900"/>
            </a:lvl7pPr>
            <a:lvl8pPr lvl="7" algn="l">
              <a:lnSpc>
                <a:spcPct val="100000"/>
              </a:lnSpc>
              <a:spcBef>
                <a:spcPts val="0"/>
              </a:spcBef>
              <a:spcAft>
                <a:spcPts val="0"/>
              </a:spcAft>
              <a:buSzPts val="900"/>
              <a:buFont typeface="Figtree"/>
              <a:buNone/>
              <a:defRPr sz="900"/>
            </a:lvl8pPr>
            <a:lvl9pPr lvl="8" algn="l">
              <a:lnSpc>
                <a:spcPct val="100000"/>
              </a:lnSpc>
              <a:spcBef>
                <a:spcPts val="0"/>
              </a:spcBef>
              <a:spcAft>
                <a:spcPts val="0"/>
              </a:spcAft>
              <a:buSzPts val="900"/>
              <a:buFont typeface="Figtree"/>
              <a:buNone/>
              <a:defRPr sz="900"/>
            </a:lvl9pPr>
          </a:lstStyle>
          <a:p/>
        </p:txBody>
      </p:sp>
      <p:sp>
        <p:nvSpPr>
          <p:cNvPr id="507" name="Google Shape;507;g3a0a694c39d_1_1973"/>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508" name="Google Shape;508;g3a0a694c39d_1_1973"/>
          <p:cNvSpPr txBox="1"/>
          <p:nvPr>
            <p:ph idx="1" type="body"/>
          </p:nvPr>
        </p:nvSpPr>
        <p:spPr>
          <a:xfrm>
            <a:off x="572467" y="2402000"/>
            <a:ext cx="22443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09" name="Google Shape;509;g3a0a694c39d_1_1973"/>
          <p:cNvSpPr txBox="1"/>
          <p:nvPr>
            <p:ph idx="4" type="subTitle"/>
          </p:nvPr>
        </p:nvSpPr>
        <p:spPr>
          <a:xfrm>
            <a:off x="572467" y="1714667"/>
            <a:ext cx="22443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10" name="Google Shape;510;g3a0a694c39d_1_1973"/>
          <p:cNvSpPr txBox="1"/>
          <p:nvPr>
            <p:ph idx="5" type="body"/>
          </p:nvPr>
        </p:nvSpPr>
        <p:spPr>
          <a:xfrm>
            <a:off x="6445083" y="2402000"/>
            <a:ext cx="22443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11" name="Google Shape;511;g3a0a694c39d_1_1973"/>
          <p:cNvSpPr txBox="1"/>
          <p:nvPr>
            <p:ph idx="6" type="subTitle"/>
          </p:nvPr>
        </p:nvSpPr>
        <p:spPr>
          <a:xfrm>
            <a:off x="6445083" y="1714667"/>
            <a:ext cx="22443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12" name="Google Shape;512;g3a0a694c39d_1_1973"/>
          <p:cNvSpPr txBox="1"/>
          <p:nvPr>
            <p:ph idx="7" type="body"/>
          </p:nvPr>
        </p:nvSpPr>
        <p:spPr>
          <a:xfrm>
            <a:off x="3508783" y="3147533"/>
            <a:ext cx="22443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13" name="Google Shape;513;g3a0a694c39d_1_1973"/>
          <p:cNvSpPr txBox="1"/>
          <p:nvPr>
            <p:ph idx="8" type="subTitle"/>
          </p:nvPr>
        </p:nvSpPr>
        <p:spPr>
          <a:xfrm>
            <a:off x="3508783" y="2460200"/>
            <a:ext cx="22443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14" name="Google Shape;514;g3a0a694c39d_1_1973"/>
          <p:cNvSpPr txBox="1"/>
          <p:nvPr>
            <p:ph idx="9" type="body"/>
          </p:nvPr>
        </p:nvSpPr>
        <p:spPr>
          <a:xfrm>
            <a:off x="9381433" y="3147533"/>
            <a:ext cx="22443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15" name="Google Shape;515;g3a0a694c39d_1_1973"/>
          <p:cNvSpPr txBox="1"/>
          <p:nvPr>
            <p:ph idx="13" type="subTitle"/>
          </p:nvPr>
        </p:nvSpPr>
        <p:spPr>
          <a:xfrm>
            <a:off x="9381433" y="2460200"/>
            <a:ext cx="2244300" cy="575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516" name="Shape 516"/>
        <p:cNvGrpSpPr/>
        <p:nvPr/>
      </p:nvGrpSpPr>
      <p:grpSpPr>
        <a:xfrm>
          <a:off x="0" y="0"/>
          <a:ext cx="0" cy="0"/>
          <a:chOff x="0" y="0"/>
          <a:chExt cx="0" cy="0"/>
        </a:xfrm>
      </p:grpSpPr>
      <p:sp>
        <p:nvSpPr>
          <p:cNvPr id="517" name="Google Shape;517;g3a0a694c39d_1_2000"/>
          <p:cNvSpPr/>
          <p:nvPr/>
        </p:nvSpPr>
        <p:spPr>
          <a:xfrm flipH="1" rot="5400000">
            <a:off x="8750700" y="877200"/>
            <a:ext cx="1810800" cy="5056800"/>
          </a:xfrm>
          <a:prstGeom prst="rect">
            <a:avLst/>
          </a:prstGeom>
          <a:gradFill>
            <a:gsLst>
              <a:gs pos="0">
                <a:schemeClr val="accent4"/>
              </a:gs>
              <a:gs pos="100000">
                <a:schemeClr val="lt2"/>
              </a:gs>
            </a:gsLst>
            <a:lin ang="13500032"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518" name="Google Shape;518;g3a0a694c39d_1_2000"/>
          <p:cNvSpPr/>
          <p:nvPr/>
        </p:nvSpPr>
        <p:spPr>
          <a:xfrm rot="5400000">
            <a:off x="774183" y="1723050"/>
            <a:ext cx="1810800" cy="3365100"/>
          </a:xfrm>
          <a:prstGeom prst="rect">
            <a:avLst/>
          </a:prstGeom>
          <a:gradFill>
            <a:gsLst>
              <a:gs pos="0">
                <a:schemeClr val="accent6"/>
              </a:gs>
              <a:gs pos="100000">
                <a:schemeClr val="lt2"/>
              </a:gs>
            </a:gsLst>
            <a:lin ang="16200038"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pic>
        <p:nvPicPr>
          <p:cNvPr descr="A landscape shot of a marshland at dusk. " id="519" name="Google Shape;519;g3a0a694c39d_1_2000"/>
          <p:cNvPicPr preferRelativeResize="0"/>
          <p:nvPr/>
        </p:nvPicPr>
        <p:blipFill rotWithShape="1">
          <a:blip r:embed="rId2">
            <a:alphaModFix/>
          </a:blip>
          <a:srcRect b="14406" l="0" r="0" t="14413"/>
          <a:stretch/>
        </p:blipFill>
        <p:spPr>
          <a:xfrm>
            <a:off x="3356700" y="2500200"/>
            <a:ext cx="3763963" cy="1800004"/>
          </a:xfrm>
          <a:prstGeom prst="rect">
            <a:avLst/>
          </a:prstGeom>
          <a:noFill/>
          <a:ln>
            <a:noFill/>
          </a:ln>
        </p:spPr>
      </p:pic>
      <p:sp>
        <p:nvSpPr>
          <p:cNvPr id="520" name="Google Shape;520;g3a0a694c39d_1_2000"/>
          <p:cNvSpPr txBox="1"/>
          <p:nvPr>
            <p:ph idx="1" type="body"/>
          </p:nvPr>
        </p:nvSpPr>
        <p:spPr>
          <a:xfrm>
            <a:off x="4363933" y="3410833"/>
            <a:ext cx="1533300" cy="6732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21" name="Google Shape;521;g3a0a694c39d_1_2000"/>
          <p:cNvSpPr txBox="1"/>
          <p:nvPr>
            <p:ph idx="2" type="body"/>
          </p:nvPr>
        </p:nvSpPr>
        <p:spPr>
          <a:xfrm>
            <a:off x="2408733" y="3410833"/>
            <a:ext cx="1533300" cy="6732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22" name="Google Shape;522;g3a0a694c39d_1_2000"/>
          <p:cNvSpPr txBox="1"/>
          <p:nvPr>
            <p:ph idx="3" type="body"/>
          </p:nvPr>
        </p:nvSpPr>
        <p:spPr>
          <a:xfrm>
            <a:off x="447233" y="1602567"/>
            <a:ext cx="1533300" cy="6705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23" name="Google Shape;523;g3a0a694c39d_1_2000"/>
          <p:cNvSpPr txBox="1"/>
          <p:nvPr>
            <p:ph idx="4" type="body"/>
          </p:nvPr>
        </p:nvSpPr>
        <p:spPr>
          <a:xfrm>
            <a:off x="6295633" y="1639633"/>
            <a:ext cx="1533300" cy="6732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24" name="Google Shape;524;g3a0a694c39d_1_2000"/>
          <p:cNvSpPr txBox="1"/>
          <p:nvPr>
            <p:ph idx="5" type="body"/>
          </p:nvPr>
        </p:nvSpPr>
        <p:spPr>
          <a:xfrm>
            <a:off x="8258567" y="3498033"/>
            <a:ext cx="1533300" cy="6732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25" name="Google Shape;525;g3a0a694c39d_1_2000"/>
          <p:cNvSpPr txBox="1"/>
          <p:nvPr>
            <p:ph idx="6" type="subTitle"/>
          </p:nvPr>
        </p:nvSpPr>
        <p:spPr>
          <a:xfrm>
            <a:off x="4364050" y="4359967"/>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26" name="Google Shape;526;g3a0a694c39d_1_2000"/>
          <p:cNvSpPr txBox="1"/>
          <p:nvPr>
            <p:ph idx="7" type="subTitle"/>
          </p:nvPr>
        </p:nvSpPr>
        <p:spPr>
          <a:xfrm>
            <a:off x="2408850" y="4359967"/>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27" name="Google Shape;527;g3a0a694c39d_1_2000"/>
          <p:cNvSpPr txBox="1"/>
          <p:nvPr>
            <p:ph idx="8" type="subTitle"/>
          </p:nvPr>
        </p:nvSpPr>
        <p:spPr>
          <a:xfrm>
            <a:off x="447350" y="2551700"/>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28" name="Google Shape;528;g3a0a694c39d_1_2000"/>
          <p:cNvSpPr txBox="1"/>
          <p:nvPr>
            <p:ph idx="9" type="subTitle"/>
          </p:nvPr>
        </p:nvSpPr>
        <p:spPr>
          <a:xfrm>
            <a:off x="6295750" y="2588767"/>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29" name="Google Shape;529;g3a0a694c39d_1_2000"/>
          <p:cNvSpPr txBox="1"/>
          <p:nvPr>
            <p:ph idx="13" type="subTitle"/>
          </p:nvPr>
        </p:nvSpPr>
        <p:spPr>
          <a:xfrm>
            <a:off x="8258683" y="4447167"/>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30" name="Google Shape;530;g3a0a694c39d_1_2000"/>
          <p:cNvSpPr txBox="1"/>
          <p:nvPr>
            <p:ph idx="14" type="subTitle"/>
          </p:nvPr>
        </p:nvSpPr>
        <p:spPr>
          <a:xfrm>
            <a:off x="10211617" y="5750200"/>
            <a:ext cx="1533300" cy="575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600"/>
              <a:buNone/>
              <a:defRPr sz="1600"/>
            </a:lvl1pPr>
            <a:lvl2pPr lvl="1" algn="l">
              <a:lnSpc>
                <a:spcPct val="95000"/>
              </a:lnSpc>
              <a:spcBef>
                <a:spcPts val="0"/>
              </a:spcBef>
              <a:spcAft>
                <a:spcPts val="0"/>
              </a:spcAft>
              <a:buSzPts val="1600"/>
              <a:buNone/>
              <a:defRPr sz="1600"/>
            </a:lvl2pPr>
            <a:lvl3pPr lvl="2" algn="l">
              <a:lnSpc>
                <a:spcPct val="95000"/>
              </a:lnSpc>
              <a:spcBef>
                <a:spcPts val="0"/>
              </a:spcBef>
              <a:spcAft>
                <a:spcPts val="0"/>
              </a:spcAft>
              <a:buSzPts val="1600"/>
              <a:buNone/>
              <a:defRPr sz="1600"/>
            </a:lvl3pPr>
            <a:lvl4pPr lvl="3" algn="l">
              <a:lnSpc>
                <a:spcPct val="95000"/>
              </a:lnSpc>
              <a:spcBef>
                <a:spcPts val="0"/>
              </a:spcBef>
              <a:spcAft>
                <a:spcPts val="0"/>
              </a:spcAft>
              <a:buSzPts val="1600"/>
              <a:buNone/>
              <a:defRPr sz="1600"/>
            </a:lvl4pPr>
            <a:lvl5pPr lvl="4" algn="l">
              <a:lnSpc>
                <a:spcPct val="95000"/>
              </a:lnSpc>
              <a:spcBef>
                <a:spcPts val="0"/>
              </a:spcBef>
              <a:spcAft>
                <a:spcPts val="0"/>
              </a:spcAft>
              <a:buSzPts val="1600"/>
              <a:buNone/>
              <a:defRPr sz="1600"/>
            </a:lvl5pPr>
            <a:lvl6pPr lvl="5" algn="l">
              <a:lnSpc>
                <a:spcPct val="95000"/>
              </a:lnSpc>
              <a:spcBef>
                <a:spcPts val="0"/>
              </a:spcBef>
              <a:spcAft>
                <a:spcPts val="0"/>
              </a:spcAft>
              <a:buSzPts val="1600"/>
              <a:buNone/>
              <a:defRPr sz="1600"/>
            </a:lvl6pPr>
            <a:lvl7pPr lvl="6" algn="l">
              <a:lnSpc>
                <a:spcPct val="95000"/>
              </a:lnSpc>
              <a:spcBef>
                <a:spcPts val="0"/>
              </a:spcBef>
              <a:spcAft>
                <a:spcPts val="0"/>
              </a:spcAft>
              <a:buSzPts val="1600"/>
              <a:buNone/>
              <a:defRPr sz="1600"/>
            </a:lvl7pPr>
            <a:lvl8pPr lvl="7" algn="l">
              <a:lnSpc>
                <a:spcPct val="95000"/>
              </a:lnSpc>
              <a:spcBef>
                <a:spcPts val="0"/>
              </a:spcBef>
              <a:spcAft>
                <a:spcPts val="0"/>
              </a:spcAft>
              <a:buSzPts val="1600"/>
              <a:buNone/>
              <a:defRPr sz="1600"/>
            </a:lvl8pPr>
            <a:lvl9pPr lvl="8" algn="l">
              <a:lnSpc>
                <a:spcPct val="95000"/>
              </a:lnSpc>
              <a:spcBef>
                <a:spcPts val="0"/>
              </a:spcBef>
              <a:spcAft>
                <a:spcPts val="0"/>
              </a:spcAft>
              <a:buSzPts val="1600"/>
              <a:buNone/>
              <a:defRPr sz="1600"/>
            </a:lvl9pPr>
          </a:lstStyle>
          <a:p/>
        </p:txBody>
      </p:sp>
      <p:sp>
        <p:nvSpPr>
          <p:cNvPr id="531" name="Google Shape;531;g3a0a694c39d_1_2000"/>
          <p:cNvSpPr txBox="1"/>
          <p:nvPr>
            <p:ph idx="15" type="body"/>
          </p:nvPr>
        </p:nvSpPr>
        <p:spPr>
          <a:xfrm>
            <a:off x="10211500" y="4801067"/>
            <a:ext cx="1533300" cy="673200"/>
          </a:xfrm>
          <a:prstGeom prst="rect">
            <a:avLst/>
          </a:prstGeom>
          <a:noFill/>
          <a:ln>
            <a:noFill/>
          </a:ln>
        </p:spPr>
        <p:txBody>
          <a:bodyPr anchorCtr="0" anchor="t" bIns="0" lIns="0" spcFirstLastPara="1" rIns="0" wrap="square" tIns="0">
            <a:sp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32" name="Google Shape;532;g3a0a694c39d_1_2000"/>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33" name="Google Shape;533;g3a0a694c39d_1_2000"/>
          <p:cNvSpPr txBox="1"/>
          <p:nvPr>
            <p:ph idx="16"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34" name="Google Shape;534;g3a0a694c39d_1_2000"/>
          <p:cNvSpPr txBox="1"/>
          <p:nvPr>
            <p:ph idx="17"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535" name="Shape 535"/>
        <p:cNvGrpSpPr/>
        <p:nvPr/>
      </p:nvGrpSpPr>
      <p:grpSpPr>
        <a:xfrm>
          <a:off x="0" y="0"/>
          <a:ext cx="0" cy="0"/>
          <a:chOff x="0" y="0"/>
          <a:chExt cx="0" cy="0"/>
        </a:xfrm>
      </p:grpSpPr>
      <p:sp>
        <p:nvSpPr>
          <p:cNvPr id="536" name="Google Shape;536;g3a0a694c39d_1_2019"/>
          <p:cNvSpPr/>
          <p:nvPr/>
        </p:nvSpPr>
        <p:spPr>
          <a:xfrm flipH="1">
            <a:off x="7948500" y="0"/>
            <a:ext cx="4236300" cy="4236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537" name="Google Shape;537;g3a0a694c39d_1_2019"/>
          <p:cNvSpPr/>
          <p:nvPr/>
        </p:nvSpPr>
        <p:spPr>
          <a:xfrm rot="5400000">
            <a:off x="5185350" y="-2688150"/>
            <a:ext cx="1810800" cy="12187500"/>
          </a:xfrm>
          <a:prstGeom prst="rect">
            <a:avLst/>
          </a:prstGeom>
          <a:gradFill>
            <a:gsLst>
              <a:gs pos="0">
                <a:schemeClr val="accent6"/>
              </a:gs>
              <a:gs pos="100000">
                <a:schemeClr val="lt2"/>
              </a:gs>
            </a:gsLst>
            <a:lin ang="16200038"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sp>
        <p:nvSpPr>
          <p:cNvPr id="538" name="Google Shape;538;g3a0a694c39d_1_2019"/>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Font typeface="Figtree"/>
              <a:buNone/>
              <a:defRPr sz="900"/>
            </a:lvl2pPr>
            <a:lvl3pPr lvl="2" algn="l">
              <a:lnSpc>
                <a:spcPct val="100000"/>
              </a:lnSpc>
              <a:spcBef>
                <a:spcPts val="0"/>
              </a:spcBef>
              <a:spcAft>
                <a:spcPts val="0"/>
              </a:spcAft>
              <a:buSzPts val="900"/>
              <a:buFont typeface="Figtree"/>
              <a:buNone/>
              <a:defRPr sz="900"/>
            </a:lvl3pPr>
            <a:lvl4pPr lvl="3" algn="l">
              <a:lnSpc>
                <a:spcPct val="100000"/>
              </a:lnSpc>
              <a:spcBef>
                <a:spcPts val="0"/>
              </a:spcBef>
              <a:spcAft>
                <a:spcPts val="0"/>
              </a:spcAft>
              <a:buSzPts val="900"/>
              <a:buFont typeface="Figtree"/>
              <a:buNone/>
              <a:defRPr sz="900"/>
            </a:lvl4pPr>
            <a:lvl5pPr lvl="4" algn="l">
              <a:lnSpc>
                <a:spcPct val="100000"/>
              </a:lnSpc>
              <a:spcBef>
                <a:spcPts val="0"/>
              </a:spcBef>
              <a:spcAft>
                <a:spcPts val="0"/>
              </a:spcAft>
              <a:buSzPts val="900"/>
              <a:buFont typeface="Figtree"/>
              <a:buNone/>
              <a:defRPr sz="900"/>
            </a:lvl5pPr>
            <a:lvl6pPr lvl="5" algn="l">
              <a:lnSpc>
                <a:spcPct val="100000"/>
              </a:lnSpc>
              <a:spcBef>
                <a:spcPts val="0"/>
              </a:spcBef>
              <a:spcAft>
                <a:spcPts val="0"/>
              </a:spcAft>
              <a:buSzPts val="900"/>
              <a:buFont typeface="Figtree"/>
              <a:buNone/>
              <a:defRPr sz="900"/>
            </a:lvl6pPr>
            <a:lvl7pPr lvl="6" algn="l">
              <a:lnSpc>
                <a:spcPct val="100000"/>
              </a:lnSpc>
              <a:spcBef>
                <a:spcPts val="0"/>
              </a:spcBef>
              <a:spcAft>
                <a:spcPts val="0"/>
              </a:spcAft>
              <a:buSzPts val="900"/>
              <a:buFont typeface="Figtree"/>
              <a:buNone/>
              <a:defRPr sz="900"/>
            </a:lvl7pPr>
            <a:lvl8pPr lvl="7" algn="l">
              <a:lnSpc>
                <a:spcPct val="100000"/>
              </a:lnSpc>
              <a:spcBef>
                <a:spcPts val="0"/>
              </a:spcBef>
              <a:spcAft>
                <a:spcPts val="0"/>
              </a:spcAft>
              <a:buSzPts val="900"/>
              <a:buFont typeface="Figtree"/>
              <a:buNone/>
              <a:defRPr sz="900"/>
            </a:lvl8pPr>
            <a:lvl9pPr lvl="8" algn="l">
              <a:lnSpc>
                <a:spcPct val="100000"/>
              </a:lnSpc>
              <a:spcBef>
                <a:spcPts val="0"/>
              </a:spcBef>
              <a:spcAft>
                <a:spcPts val="0"/>
              </a:spcAft>
              <a:buSzPts val="900"/>
              <a:buFont typeface="Figtree"/>
              <a:buNone/>
              <a:defRPr sz="900"/>
            </a:lvl9pPr>
          </a:lstStyle>
          <a:p/>
        </p:txBody>
      </p:sp>
      <p:sp>
        <p:nvSpPr>
          <p:cNvPr id="539" name="Google Shape;539;g3a0a694c39d_1_2019"/>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40" name="Google Shape;540;g3a0a694c39d_1_2019"/>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541" name="Google Shape;541;g3a0a694c39d_1_2019"/>
          <p:cNvSpPr txBox="1"/>
          <p:nvPr>
            <p:ph idx="1" type="subTitle"/>
          </p:nvPr>
        </p:nvSpPr>
        <p:spPr>
          <a:xfrm>
            <a:off x="648833" y="1742700"/>
            <a:ext cx="3042000" cy="2769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a:lvl1pPr>
            <a:lvl2pPr lvl="1" algn="l">
              <a:lnSpc>
                <a:spcPct val="95000"/>
              </a:lnSpc>
              <a:spcBef>
                <a:spcPts val="0"/>
              </a:spcBef>
              <a:spcAft>
                <a:spcPts val="0"/>
              </a:spcAft>
              <a:buSzPts val="1600"/>
              <a:buNone/>
              <a:defRPr/>
            </a:lvl2pPr>
            <a:lvl3pPr lvl="2" algn="l">
              <a:lnSpc>
                <a:spcPct val="95000"/>
              </a:lnSpc>
              <a:spcBef>
                <a:spcPts val="0"/>
              </a:spcBef>
              <a:spcAft>
                <a:spcPts val="0"/>
              </a:spcAft>
              <a:buSzPts val="1600"/>
              <a:buNone/>
              <a:defRPr/>
            </a:lvl3pPr>
            <a:lvl4pPr lvl="3" algn="l">
              <a:lnSpc>
                <a:spcPct val="95000"/>
              </a:lnSpc>
              <a:spcBef>
                <a:spcPts val="0"/>
              </a:spcBef>
              <a:spcAft>
                <a:spcPts val="0"/>
              </a:spcAft>
              <a:buSzPts val="1600"/>
              <a:buNone/>
              <a:defRPr/>
            </a:lvl4pPr>
            <a:lvl5pPr lvl="4" algn="l">
              <a:lnSpc>
                <a:spcPct val="95000"/>
              </a:lnSpc>
              <a:spcBef>
                <a:spcPts val="0"/>
              </a:spcBef>
              <a:spcAft>
                <a:spcPts val="0"/>
              </a:spcAft>
              <a:buSzPts val="1600"/>
              <a:buNone/>
              <a:defRPr/>
            </a:lvl5pPr>
            <a:lvl6pPr lvl="5" algn="l">
              <a:lnSpc>
                <a:spcPct val="95000"/>
              </a:lnSpc>
              <a:spcBef>
                <a:spcPts val="0"/>
              </a:spcBef>
              <a:spcAft>
                <a:spcPts val="0"/>
              </a:spcAft>
              <a:buSzPts val="1600"/>
              <a:buNone/>
              <a:defRPr/>
            </a:lvl6pPr>
            <a:lvl7pPr lvl="6" algn="l">
              <a:lnSpc>
                <a:spcPct val="95000"/>
              </a:lnSpc>
              <a:spcBef>
                <a:spcPts val="0"/>
              </a:spcBef>
              <a:spcAft>
                <a:spcPts val="0"/>
              </a:spcAft>
              <a:buSzPts val="1600"/>
              <a:buNone/>
              <a:defRPr/>
            </a:lvl7pPr>
            <a:lvl8pPr lvl="7" algn="l">
              <a:lnSpc>
                <a:spcPct val="95000"/>
              </a:lnSpc>
              <a:spcBef>
                <a:spcPts val="0"/>
              </a:spcBef>
              <a:spcAft>
                <a:spcPts val="0"/>
              </a:spcAft>
              <a:buSzPts val="1600"/>
              <a:buNone/>
              <a:defRPr/>
            </a:lvl8pPr>
            <a:lvl9pPr lvl="8" algn="l">
              <a:lnSpc>
                <a:spcPct val="95000"/>
              </a:lnSpc>
              <a:spcBef>
                <a:spcPts val="0"/>
              </a:spcBef>
              <a:spcAft>
                <a:spcPts val="0"/>
              </a:spcAft>
              <a:buSzPts val="1600"/>
              <a:buNone/>
              <a:defRPr/>
            </a:lvl9pPr>
          </a:lstStyle>
          <a:p/>
        </p:txBody>
      </p:sp>
      <p:sp>
        <p:nvSpPr>
          <p:cNvPr id="542" name="Google Shape;542;g3a0a694c39d_1_2019"/>
          <p:cNvSpPr txBox="1"/>
          <p:nvPr>
            <p:ph idx="4" type="body"/>
          </p:nvPr>
        </p:nvSpPr>
        <p:spPr>
          <a:xfrm>
            <a:off x="648867" y="2164573"/>
            <a:ext cx="30420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43" name="Google Shape;543;g3a0a694c39d_1_2019"/>
          <p:cNvSpPr txBox="1"/>
          <p:nvPr>
            <p:ph idx="5" type="subTitle"/>
          </p:nvPr>
        </p:nvSpPr>
        <p:spPr>
          <a:xfrm>
            <a:off x="4574967" y="2224100"/>
            <a:ext cx="3042000" cy="2769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a:lvl1pPr>
            <a:lvl2pPr lvl="1" algn="l">
              <a:lnSpc>
                <a:spcPct val="95000"/>
              </a:lnSpc>
              <a:spcBef>
                <a:spcPts val="0"/>
              </a:spcBef>
              <a:spcAft>
                <a:spcPts val="0"/>
              </a:spcAft>
              <a:buSzPts val="1600"/>
              <a:buNone/>
              <a:defRPr/>
            </a:lvl2pPr>
            <a:lvl3pPr lvl="2" algn="l">
              <a:lnSpc>
                <a:spcPct val="95000"/>
              </a:lnSpc>
              <a:spcBef>
                <a:spcPts val="0"/>
              </a:spcBef>
              <a:spcAft>
                <a:spcPts val="0"/>
              </a:spcAft>
              <a:buSzPts val="1600"/>
              <a:buNone/>
              <a:defRPr/>
            </a:lvl3pPr>
            <a:lvl4pPr lvl="3" algn="l">
              <a:lnSpc>
                <a:spcPct val="95000"/>
              </a:lnSpc>
              <a:spcBef>
                <a:spcPts val="0"/>
              </a:spcBef>
              <a:spcAft>
                <a:spcPts val="0"/>
              </a:spcAft>
              <a:buSzPts val="1600"/>
              <a:buNone/>
              <a:defRPr/>
            </a:lvl4pPr>
            <a:lvl5pPr lvl="4" algn="l">
              <a:lnSpc>
                <a:spcPct val="95000"/>
              </a:lnSpc>
              <a:spcBef>
                <a:spcPts val="0"/>
              </a:spcBef>
              <a:spcAft>
                <a:spcPts val="0"/>
              </a:spcAft>
              <a:buSzPts val="1600"/>
              <a:buNone/>
              <a:defRPr/>
            </a:lvl5pPr>
            <a:lvl6pPr lvl="5" algn="l">
              <a:lnSpc>
                <a:spcPct val="95000"/>
              </a:lnSpc>
              <a:spcBef>
                <a:spcPts val="0"/>
              </a:spcBef>
              <a:spcAft>
                <a:spcPts val="0"/>
              </a:spcAft>
              <a:buSzPts val="1600"/>
              <a:buNone/>
              <a:defRPr/>
            </a:lvl6pPr>
            <a:lvl7pPr lvl="6" algn="l">
              <a:lnSpc>
                <a:spcPct val="95000"/>
              </a:lnSpc>
              <a:spcBef>
                <a:spcPts val="0"/>
              </a:spcBef>
              <a:spcAft>
                <a:spcPts val="0"/>
              </a:spcAft>
              <a:buSzPts val="1600"/>
              <a:buNone/>
              <a:defRPr/>
            </a:lvl7pPr>
            <a:lvl8pPr lvl="7" algn="l">
              <a:lnSpc>
                <a:spcPct val="95000"/>
              </a:lnSpc>
              <a:spcBef>
                <a:spcPts val="0"/>
              </a:spcBef>
              <a:spcAft>
                <a:spcPts val="0"/>
              </a:spcAft>
              <a:buSzPts val="1600"/>
              <a:buNone/>
              <a:defRPr/>
            </a:lvl8pPr>
            <a:lvl9pPr lvl="8" algn="l">
              <a:lnSpc>
                <a:spcPct val="95000"/>
              </a:lnSpc>
              <a:spcBef>
                <a:spcPts val="0"/>
              </a:spcBef>
              <a:spcAft>
                <a:spcPts val="0"/>
              </a:spcAft>
              <a:buSzPts val="1600"/>
              <a:buNone/>
              <a:defRPr/>
            </a:lvl9pPr>
          </a:lstStyle>
          <a:p/>
        </p:txBody>
      </p:sp>
      <p:sp>
        <p:nvSpPr>
          <p:cNvPr id="544" name="Google Shape;544;g3a0a694c39d_1_2019"/>
          <p:cNvSpPr txBox="1"/>
          <p:nvPr>
            <p:ph idx="6" type="body"/>
          </p:nvPr>
        </p:nvSpPr>
        <p:spPr>
          <a:xfrm>
            <a:off x="4575000" y="2645973"/>
            <a:ext cx="30420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45" name="Google Shape;545;g3a0a694c39d_1_2019"/>
          <p:cNvSpPr txBox="1"/>
          <p:nvPr>
            <p:ph idx="7" type="subTitle"/>
          </p:nvPr>
        </p:nvSpPr>
        <p:spPr>
          <a:xfrm>
            <a:off x="8501100" y="1742700"/>
            <a:ext cx="3042000" cy="2769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600"/>
              <a:buNone/>
              <a:defRPr/>
            </a:lvl1pPr>
            <a:lvl2pPr lvl="1" algn="l">
              <a:lnSpc>
                <a:spcPct val="95000"/>
              </a:lnSpc>
              <a:spcBef>
                <a:spcPts val="0"/>
              </a:spcBef>
              <a:spcAft>
                <a:spcPts val="0"/>
              </a:spcAft>
              <a:buSzPts val="1600"/>
              <a:buNone/>
              <a:defRPr/>
            </a:lvl2pPr>
            <a:lvl3pPr lvl="2" algn="l">
              <a:lnSpc>
                <a:spcPct val="95000"/>
              </a:lnSpc>
              <a:spcBef>
                <a:spcPts val="0"/>
              </a:spcBef>
              <a:spcAft>
                <a:spcPts val="0"/>
              </a:spcAft>
              <a:buSzPts val="1600"/>
              <a:buNone/>
              <a:defRPr/>
            </a:lvl3pPr>
            <a:lvl4pPr lvl="3" algn="l">
              <a:lnSpc>
                <a:spcPct val="95000"/>
              </a:lnSpc>
              <a:spcBef>
                <a:spcPts val="0"/>
              </a:spcBef>
              <a:spcAft>
                <a:spcPts val="0"/>
              </a:spcAft>
              <a:buSzPts val="1600"/>
              <a:buNone/>
              <a:defRPr/>
            </a:lvl4pPr>
            <a:lvl5pPr lvl="4" algn="l">
              <a:lnSpc>
                <a:spcPct val="95000"/>
              </a:lnSpc>
              <a:spcBef>
                <a:spcPts val="0"/>
              </a:spcBef>
              <a:spcAft>
                <a:spcPts val="0"/>
              </a:spcAft>
              <a:buSzPts val="1600"/>
              <a:buNone/>
              <a:defRPr/>
            </a:lvl5pPr>
            <a:lvl6pPr lvl="5" algn="l">
              <a:lnSpc>
                <a:spcPct val="95000"/>
              </a:lnSpc>
              <a:spcBef>
                <a:spcPts val="0"/>
              </a:spcBef>
              <a:spcAft>
                <a:spcPts val="0"/>
              </a:spcAft>
              <a:buSzPts val="1600"/>
              <a:buNone/>
              <a:defRPr/>
            </a:lvl6pPr>
            <a:lvl7pPr lvl="6" algn="l">
              <a:lnSpc>
                <a:spcPct val="95000"/>
              </a:lnSpc>
              <a:spcBef>
                <a:spcPts val="0"/>
              </a:spcBef>
              <a:spcAft>
                <a:spcPts val="0"/>
              </a:spcAft>
              <a:buSzPts val="1600"/>
              <a:buNone/>
              <a:defRPr/>
            </a:lvl7pPr>
            <a:lvl8pPr lvl="7" algn="l">
              <a:lnSpc>
                <a:spcPct val="95000"/>
              </a:lnSpc>
              <a:spcBef>
                <a:spcPts val="0"/>
              </a:spcBef>
              <a:spcAft>
                <a:spcPts val="0"/>
              </a:spcAft>
              <a:buSzPts val="1600"/>
              <a:buNone/>
              <a:defRPr/>
            </a:lvl8pPr>
            <a:lvl9pPr lvl="8" algn="l">
              <a:lnSpc>
                <a:spcPct val="95000"/>
              </a:lnSpc>
              <a:spcBef>
                <a:spcPts val="0"/>
              </a:spcBef>
              <a:spcAft>
                <a:spcPts val="0"/>
              </a:spcAft>
              <a:buSzPts val="1600"/>
              <a:buNone/>
              <a:defRPr/>
            </a:lvl9pPr>
          </a:lstStyle>
          <a:p/>
        </p:txBody>
      </p:sp>
      <p:sp>
        <p:nvSpPr>
          <p:cNvPr id="546" name="Google Shape;546;g3a0a694c39d_1_2019"/>
          <p:cNvSpPr txBox="1"/>
          <p:nvPr>
            <p:ph idx="8" type="body"/>
          </p:nvPr>
        </p:nvSpPr>
        <p:spPr>
          <a:xfrm>
            <a:off x="8501133" y="2164573"/>
            <a:ext cx="3042000" cy="9519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547" name="Shape 547"/>
        <p:cNvGrpSpPr/>
        <p:nvPr/>
      </p:nvGrpSpPr>
      <p:grpSpPr>
        <a:xfrm>
          <a:off x="0" y="0"/>
          <a:ext cx="0" cy="0"/>
          <a:chOff x="0" y="0"/>
          <a:chExt cx="0" cy="0"/>
        </a:xfrm>
      </p:grpSpPr>
      <p:sp>
        <p:nvSpPr>
          <p:cNvPr id="548" name="Google Shape;548;g3a0a694c39d_1_2031"/>
          <p:cNvSpPr/>
          <p:nvPr/>
        </p:nvSpPr>
        <p:spPr>
          <a:xfrm>
            <a:off x="10039533" y="333"/>
            <a:ext cx="2153100" cy="6863700"/>
          </a:xfrm>
          <a:prstGeom prst="rect">
            <a:avLst/>
          </a:prstGeom>
          <a:gradFill>
            <a:gsLst>
              <a:gs pos="0">
                <a:schemeClr val="accent6"/>
              </a:gs>
              <a:gs pos="100000">
                <a:schemeClr val="lt2"/>
              </a:gs>
            </a:gsLst>
            <a:lin ang="540070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549" name="Google Shape;549;g3a0a694c39d_1_2031"/>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50" name="Google Shape;550;g3a0a694c39d_1_2031"/>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51" name="Google Shape;551;g3a0a694c39d_1_2031"/>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552" name="Google Shape;552;g3a0a694c39d_1_2031"/>
          <p:cNvSpPr txBox="1"/>
          <p:nvPr>
            <p:ph idx="1" type="body"/>
          </p:nvPr>
        </p:nvSpPr>
        <p:spPr>
          <a:xfrm>
            <a:off x="306767" y="1320200"/>
            <a:ext cx="4817100" cy="471300"/>
          </a:xfrm>
          <a:prstGeom prst="rect">
            <a:avLst/>
          </a:prstGeom>
          <a:noFill/>
          <a:ln>
            <a:noFill/>
          </a:ln>
        </p:spPr>
        <p:txBody>
          <a:bodyPr anchorCtr="0" anchor="t" bIns="0" lIns="0" spcFirstLastPara="1" rIns="0" wrap="square" tIns="0">
            <a:noAutofit/>
          </a:bodyPr>
          <a:lstStyle>
            <a:lvl1pPr indent="-311150" lvl="0" marL="457200" algn="l">
              <a:lnSpc>
                <a:spcPct val="100000"/>
              </a:lnSpc>
              <a:spcBef>
                <a:spcPts val="0"/>
              </a:spcBef>
              <a:spcAft>
                <a:spcPts val="0"/>
              </a:spcAft>
              <a:buClr>
                <a:schemeClr val="dk1"/>
              </a:buClr>
              <a:buSzPts val="1300"/>
              <a:buFont typeface="Jost"/>
              <a:buChar char="●"/>
              <a:defRPr sz="1300"/>
            </a:lvl1pPr>
            <a:lvl2pPr indent="-311150" lvl="1" marL="914400" algn="l">
              <a:lnSpc>
                <a:spcPct val="100000"/>
              </a:lnSpc>
              <a:spcBef>
                <a:spcPts val="0"/>
              </a:spcBef>
              <a:spcAft>
                <a:spcPts val="0"/>
              </a:spcAft>
              <a:buClr>
                <a:schemeClr val="dk1"/>
              </a:buClr>
              <a:buSzPts val="1300"/>
              <a:buFont typeface="Jost"/>
              <a:buChar char="○"/>
              <a:defRPr sz="1300"/>
            </a:lvl2pPr>
            <a:lvl3pPr indent="-311150" lvl="2" marL="1371600" algn="l">
              <a:lnSpc>
                <a:spcPct val="100000"/>
              </a:lnSpc>
              <a:spcBef>
                <a:spcPts val="0"/>
              </a:spcBef>
              <a:spcAft>
                <a:spcPts val="0"/>
              </a:spcAft>
              <a:buClr>
                <a:schemeClr val="dk1"/>
              </a:buClr>
              <a:buSzPts val="1300"/>
              <a:buFont typeface="Jost"/>
              <a:buChar char="■"/>
              <a:defRPr sz="1300"/>
            </a:lvl3pPr>
            <a:lvl4pPr indent="-311150" lvl="3" marL="1828800" algn="l">
              <a:lnSpc>
                <a:spcPct val="100000"/>
              </a:lnSpc>
              <a:spcBef>
                <a:spcPts val="0"/>
              </a:spcBef>
              <a:spcAft>
                <a:spcPts val="0"/>
              </a:spcAft>
              <a:buClr>
                <a:schemeClr val="dk1"/>
              </a:buClr>
              <a:buSzPts val="1300"/>
              <a:buFont typeface="Jost"/>
              <a:buChar char="●"/>
              <a:defRPr sz="1300"/>
            </a:lvl4pPr>
            <a:lvl5pPr indent="-311150" lvl="4" marL="2286000" algn="l">
              <a:lnSpc>
                <a:spcPct val="100000"/>
              </a:lnSpc>
              <a:spcBef>
                <a:spcPts val="0"/>
              </a:spcBef>
              <a:spcAft>
                <a:spcPts val="0"/>
              </a:spcAft>
              <a:buClr>
                <a:schemeClr val="dk1"/>
              </a:buClr>
              <a:buSzPts val="1300"/>
              <a:buFont typeface="Jost"/>
              <a:buChar char="○"/>
              <a:defRPr sz="1300"/>
            </a:lvl5pPr>
            <a:lvl6pPr indent="-311150" lvl="5" marL="2743200" algn="l">
              <a:lnSpc>
                <a:spcPct val="100000"/>
              </a:lnSpc>
              <a:spcBef>
                <a:spcPts val="0"/>
              </a:spcBef>
              <a:spcAft>
                <a:spcPts val="0"/>
              </a:spcAft>
              <a:buClr>
                <a:schemeClr val="dk1"/>
              </a:buClr>
              <a:buSzPts val="1300"/>
              <a:buFont typeface="Jost"/>
              <a:buChar char="■"/>
              <a:defRPr sz="1300"/>
            </a:lvl6pPr>
            <a:lvl7pPr indent="-311150" lvl="6" marL="3200400" algn="l">
              <a:lnSpc>
                <a:spcPct val="100000"/>
              </a:lnSpc>
              <a:spcBef>
                <a:spcPts val="0"/>
              </a:spcBef>
              <a:spcAft>
                <a:spcPts val="0"/>
              </a:spcAft>
              <a:buClr>
                <a:schemeClr val="dk1"/>
              </a:buClr>
              <a:buSzPts val="1300"/>
              <a:buFont typeface="Jost"/>
              <a:buChar char="●"/>
              <a:defRPr sz="1300"/>
            </a:lvl7pPr>
            <a:lvl8pPr indent="-311150" lvl="7" marL="3657600" algn="l">
              <a:lnSpc>
                <a:spcPct val="100000"/>
              </a:lnSpc>
              <a:spcBef>
                <a:spcPts val="0"/>
              </a:spcBef>
              <a:spcAft>
                <a:spcPts val="0"/>
              </a:spcAft>
              <a:buClr>
                <a:schemeClr val="dk1"/>
              </a:buClr>
              <a:buSzPts val="1300"/>
              <a:buFont typeface="Jost"/>
              <a:buChar char="○"/>
              <a:defRPr sz="1300"/>
            </a:lvl8pPr>
            <a:lvl9pPr indent="-311150" lvl="8" marL="4114800" algn="l">
              <a:lnSpc>
                <a:spcPct val="100000"/>
              </a:lnSpc>
              <a:spcBef>
                <a:spcPts val="0"/>
              </a:spcBef>
              <a:spcAft>
                <a:spcPts val="0"/>
              </a:spcAft>
              <a:buClr>
                <a:schemeClr val="dk1"/>
              </a:buClr>
              <a:buSzPts val="1300"/>
              <a:buFont typeface="Jost"/>
              <a:buChar char="■"/>
              <a:defRPr sz="1300"/>
            </a:lvl9pPr>
          </a:lstStyle>
          <a:p/>
        </p:txBody>
      </p:sp>
      <p:sp>
        <p:nvSpPr>
          <p:cNvPr id="553" name="Google Shape;553;g3a0a694c39d_1_2031"/>
          <p:cNvSpPr txBox="1"/>
          <p:nvPr>
            <p:ph idx="4" type="subTitle"/>
          </p:nvPr>
        </p:nvSpPr>
        <p:spPr>
          <a:xfrm>
            <a:off x="304800" y="5541833"/>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54" name="Google Shape;554;g3a0a694c39d_1_2031"/>
          <p:cNvSpPr txBox="1"/>
          <p:nvPr>
            <p:ph idx="5" type="subTitle"/>
          </p:nvPr>
        </p:nvSpPr>
        <p:spPr>
          <a:xfrm>
            <a:off x="306767" y="4777248"/>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55" name="Google Shape;555;g3a0a694c39d_1_2031"/>
          <p:cNvSpPr txBox="1"/>
          <p:nvPr>
            <p:ph idx="6" type="subTitle"/>
          </p:nvPr>
        </p:nvSpPr>
        <p:spPr>
          <a:xfrm>
            <a:off x="2644450" y="5541833"/>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56" name="Google Shape;556;g3a0a694c39d_1_2031"/>
          <p:cNvSpPr txBox="1"/>
          <p:nvPr>
            <p:ph idx="7" type="subTitle"/>
          </p:nvPr>
        </p:nvSpPr>
        <p:spPr>
          <a:xfrm>
            <a:off x="2646417" y="4777248"/>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57" name="Google Shape;557;g3a0a694c39d_1_2031"/>
          <p:cNvSpPr txBox="1"/>
          <p:nvPr>
            <p:ph idx="8" type="subTitle"/>
          </p:nvPr>
        </p:nvSpPr>
        <p:spPr>
          <a:xfrm>
            <a:off x="4986083" y="5541833"/>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58" name="Google Shape;558;g3a0a694c39d_1_2031"/>
          <p:cNvSpPr txBox="1"/>
          <p:nvPr>
            <p:ph idx="9" type="subTitle"/>
          </p:nvPr>
        </p:nvSpPr>
        <p:spPr>
          <a:xfrm>
            <a:off x="4988050" y="4777248"/>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59" name="Google Shape;559;g3a0a694c39d_1_2031"/>
          <p:cNvSpPr txBox="1"/>
          <p:nvPr>
            <p:ph idx="13" type="subTitle"/>
          </p:nvPr>
        </p:nvSpPr>
        <p:spPr>
          <a:xfrm>
            <a:off x="304800" y="4281567"/>
            <a:ext cx="4173600" cy="40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2100"/>
            </a:lvl1pPr>
            <a:lvl2pPr lvl="1" algn="l">
              <a:lnSpc>
                <a:spcPct val="100000"/>
              </a:lnSpc>
              <a:spcBef>
                <a:spcPts val="0"/>
              </a:spcBef>
              <a:spcAft>
                <a:spcPts val="0"/>
              </a:spcAft>
              <a:buSzPts val="1600"/>
              <a:buNone/>
              <a:defRPr sz="2100"/>
            </a:lvl2pPr>
            <a:lvl3pPr lvl="2" algn="l">
              <a:lnSpc>
                <a:spcPct val="100000"/>
              </a:lnSpc>
              <a:spcBef>
                <a:spcPts val="0"/>
              </a:spcBef>
              <a:spcAft>
                <a:spcPts val="0"/>
              </a:spcAft>
              <a:buSzPts val="1600"/>
              <a:buNone/>
              <a:defRPr sz="2100"/>
            </a:lvl3pPr>
            <a:lvl4pPr lvl="3" algn="l">
              <a:lnSpc>
                <a:spcPct val="100000"/>
              </a:lnSpc>
              <a:spcBef>
                <a:spcPts val="0"/>
              </a:spcBef>
              <a:spcAft>
                <a:spcPts val="0"/>
              </a:spcAft>
              <a:buSzPts val="1600"/>
              <a:buNone/>
              <a:defRPr sz="2100"/>
            </a:lvl4pPr>
            <a:lvl5pPr lvl="4" algn="l">
              <a:lnSpc>
                <a:spcPct val="100000"/>
              </a:lnSpc>
              <a:spcBef>
                <a:spcPts val="0"/>
              </a:spcBef>
              <a:spcAft>
                <a:spcPts val="0"/>
              </a:spcAft>
              <a:buSzPts val="1600"/>
              <a:buNone/>
              <a:defRPr sz="2100"/>
            </a:lvl5pPr>
            <a:lvl6pPr lvl="5" algn="l">
              <a:lnSpc>
                <a:spcPct val="100000"/>
              </a:lnSpc>
              <a:spcBef>
                <a:spcPts val="0"/>
              </a:spcBef>
              <a:spcAft>
                <a:spcPts val="0"/>
              </a:spcAft>
              <a:buSzPts val="1600"/>
              <a:buNone/>
              <a:defRPr sz="2100"/>
            </a:lvl6pPr>
            <a:lvl7pPr lvl="6" algn="l">
              <a:lnSpc>
                <a:spcPct val="100000"/>
              </a:lnSpc>
              <a:spcBef>
                <a:spcPts val="0"/>
              </a:spcBef>
              <a:spcAft>
                <a:spcPts val="0"/>
              </a:spcAft>
              <a:buSzPts val="1600"/>
              <a:buNone/>
              <a:defRPr sz="2100"/>
            </a:lvl7pPr>
            <a:lvl8pPr lvl="7" algn="l">
              <a:lnSpc>
                <a:spcPct val="100000"/>
              </a:lnSpc>
              <a:spcBef>
                <a:spcPts val="0"/>
              </a:spcBef>
              <a:spcAft>
                <a:spcPts val="0"/>
              </a:spcAft>
              <a:buSzPts val="1600"/>
              <a:buNone/>
              <a:defRPr sz="2100"/>
            </a:lvl8pPr>
            <a:lvl9pPr lvl="8" algn="l">
              <a:lnSpc>
                <a:spcPct val="100000"/>
              </a:lnSpc>
              <a:spcBef>
                <a:spcPts val="0"/>
              </a:spcBef>
              <a:spcAft>
                <a:spcPts val="0"/>
              </a:spcAft>
              <a:buSzPts val="1600"/>
              <a:buNone/>
              <a:defRPr sz="2100"/>
            </a:lvl9pPr>
          </a:lstStyle>
          <a:p/>
        </p:txBody>
      </p:sp>
      <p:sp>
        <p:nvSpPr>
          <p:cNvPr id="560" name="Google Shape;560;g3a0a694c39d_1_2031"/>
          <p:cNvSpPr txBox="1"/>
          <p:nvPr>
            <p:ph idx="14" type="subTitle"/>
          </p:nvPr>
        </p:nvSpPr>
        <p:spPr>
          <a:xfrm>
            <a:off x="304800" y="3551817"/>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61" name="Google Shape;561;g3a0a694c39d_1_2031"/>
          <p:cNvSpPr txBox="1"/>
          <p:nvPr>
            <p:ph idx="15" type="subTitle"/>
          </p:nvPr>
        </p:nvSpPr>
        <p:spPr>
          <a:xfrm>
            <a:off x="306767" y="2787231"/>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62" name="Google Shape;562;g3a0a694c39d_1_2031"/>
          <p:cNvSpPr txBox="1"/>
          <p:nvPr>
            <p:ph idx="16" type="subTitle"/>
          </p:nvPr>
        </p:nvSpPr>
        <p:spPr>
          <a:xfrm>
            <a:off x="2644450" y="3551817"/>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63" name="Google Shape;563;g3a0a694c39d_1_2031"/>
          <p:cNvSpPr txBox="1"/>
          <p:nvPr>
            <p:ph idx="17" type="subTitle"/>
          </p:nvPr>
        </p:nvSpPr>
        <p:spPr>
          <a:xfrm>
            <a:off x="2646417" y="2787231"/>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64" name="Google Shape;564;g3a0a694c39d_1_2031"/>
          <p:cNvSpPr txBox="1"/>
          <p:nvPr>
            <p:ph idx="18" type="subTitle"/>
          </p:nvPr>
        </p:nvSpPr>
        <p:spPr>
          <a:xfrm>
            <a:off x="4986083" y="3551817"/>
            <a:ext cx="16704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300"/>
            </a:lvl1pPr>
            <a:lvl2pPr lvl="1" algn="l">
              <a:lnSpc>
                <a:spcPct val="100000"/>
              </a:lnSpc>
              <a:spcBef>
                <a:spcPts val="0"/>
              </a:spcBef>
              <a:spcAft>
                <a:spcPts val="0"/>
              </a:spcAft>
              <a:buSzPts val="1600"/>
              <a:buNone/>
              <a:defRPr sz="1300"/>
            </a:lvl2pPr>
            <a:lvl3pPr lvl="2" algn="l">
              <a:lnSpc>
                <a:spcPct val="100000"/>
              </a:lnSpc>
              <a:spcBef>
                <a:spcPts val="0"/>
              </a:spcBef>
              <a:spcAft>
                <a:spcPts val="0"/>
              </a:spcAft>
              <a:buSzPts val="1600"/>
              <a:buNone/>
              <a:defRPr sz="1300"/>
            </a:lvl3pPr>
            <a:lvl4pPr lvl="3" algn="l">
              <a:lnSpc>
                <a:spcPct val="100000"/>
              </a:lnSpc>
              <a:spcBef>
                <a:spcPts val="0"/>
              </a:spcBef>
              <a:spcAft>
                <a:spcPts val="0"/>
              </a:spcAft>
              <a:buSzPts val="1600"/>
              <a:buNone/>
              <a:defRPr sz="1300"/>
            </a:lvl4pPr>
            <a:lvl5pPr lvl="4" algn="l">
              <a:lnSpc>
                <a:spcPct val="100000"/>
              </a:lnSpc>
              <a:spcBef>
                <a:spcPts val="0"/>
              </a:spcBef>
              <a:spcAft>
                <a:spcPts val="0"/>
              </a:spcAft>
              <a:buSzPts val="1600"/>
              <a:buNone/>
              <a:defRPr sz="1300"/>
            </a:lvl5pPr>
            <a:lvl6pPr lvl="5" algn="l">
              <a:lnSpc>
                <a:spcPct val="100000"/>
              </a:lnSpc>
              <a:spcBef>
                <a:spcPts val="0"/>
              </a:spcBef>
              <a:spcAft>
                <a:spcPts val="0"/>
              </a:spcAft>
              <a:buSzPts val="1600"/>
              <a:buNone/>
              <a:defRPr sz="1300"/>
            </a:lvl6pPr>
            <a:lvl7pPr lvl="6" algn="l">
              <a:lnSpc>
                <a:spcPct val="100000"/>
              </a:lnSpc>
              <a:spcBef>
                <a:spcPts val="0"/>
              </a:spcBef>
              <a:spcAft>
                <a:spcPts val="0"/>
              </a:spcAft>
              <a:buSzPts val="1600"/>
              <a:buNone/>
              <a:defRPr sz="1300"/>
            </a:lvl7pPr>
            <a:lvl8pPr lvl="7" algn="l">
              <a:lnSpc>
                <a:spcPct val="100000"/>
              </a:lnSpc>
              <a:spcBef>
                <a:spcPts val="0"/>
              </a:spcBef>
              <a:spcAft>
                <a:spcPts val="0"/>
              </a:spcAft>
              <a:buSzPts val="1600"/>
              <a:buNone/>
              <a:defRPr sz="1300"/>
            </a:lvl8pPr>
            <a:lvl9pPr lvl="8" algn="l">
              <a:lnSpc>
                <a:spcPct val="100000"/>
              </a:lnSpc>
              <a:spcBef>
                <a:spcPts val="0"/>
              </a:spcBef>
              <a:spcAft>
                <a:spcPts val="0"/>
              </a:spcAft>
              <a:buSzPts val="1600"/>
              <a:buNone/>
              <a:defRPr sz="1300"/>
            </a:lvl9pPr>
          </a:lstStyle>
          <a:p/>
        </p:txBody>
      </p:sp>
      <p:sp>
        <p:nvSpPr>
          <p:cNvPr id="565" name="Google Shape;565;g3a0a694c39d_1_2031"/>
          <p:cNvSpPr txBox="1"/>
          <p:nvPr>
            <p:ph idx="19" type="subTitle"/>
          </p:nvPr>
        </p:nvSpPr>
        <p:spPr>
          <a:xfrm>
            <a:off x="4988050" y="2787231"/>
            <a:ext cx="1670400" cy="566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4800">
                <a:solidFill>
                  <a:schemeClr val="lt2"/>
                </a:solidFill>
                <a:latin typeface="Jost"/>
                <a:ea typeface="Jost"/>
                <a:cs typeface="Jost"/>
                <a:sym typeface="Jost"/>
              </a:defRPr>
            </a:lvl1pPr>
            <a:lvl2pPr lvl="1" algn="l">
              <a:lnSpc>
                <a:spcPct val="100000"/>
              </a:lnSpc>
              <a:spcBef>
                <a:spcPts val="0"/>
              </a:spcBef>
              <a:spcAft>
                <a:spcPts val="0"/>
              </a:spcAft>
              <a:buSzPts val="1600"/>
              <a:buNone/>
              <a:defRPr sz="4800">
                <a:solidFill>
                  <a:schemeClr val="lt2"/>
                </a:solidFill>
                <a:latin typeface="Jost"/>
                <a:ea typeface="Jost"/>
                <a:cs typeface="Jost"/>
                <a:sym typeface="Jost"/>
              </a:defRPr>
            </a:lvl2pPr>
            <a:lvl3pPr lvl="2" algn="l">
              <a:lnSpc>
                <a:spcPct val="100000"/>
              </a:lnSpc>
              <a:spcBef>
                <a:spcPts val="0"/>
              </a:spcBef>
              <a:spcAft>
                <a:spcPts val="0"/>
              </a:spcAft>
              <a:buSzPts val="1600"/>
              <a:buNone/>
              <a:defRPr sz="4800">
                <a:solidFill>
                  <a:schemeClr val="lt2"/>
                </a:solidFill>
                <a:latin typeface="Jost"/>
                <a:ea typeface="Jost"/>
                <a:cs typeface="Jost"/>
                <a:sym typeface="Jost"/>
              </a:defRPr>
            </a:lvl3pPr>
            <a:lvl4pPr lvl="3" algn="l">
              <a:lnSpc>
                <a:spcPct val="100000"/>
              </a:lnSpc>
              <a:spcBef>
                <a:spcPts val="0"/>
              </a:spcBef>
              <a:spcAft>
                <a:spcPts val="0"/>
              </a:spcAft>
              <a:buSzPts val="1600"/>
              <a:buNone/>
              <a:defRPr sz="4800">
                <a:solidFill>
                  <a:schemeClr val="lt2"/>
                </a:solidFill>
                <a:latin typeface="Jost"/>
                <a:ea typeface="Jost"/>
                <a:cs typeface="Jost"/>
                <a:sym typeface="Jost"/>
              </a:defRPr>
            </a:lvl4pPr>
            <a:lvl5pPr lvl="4" algn="l">
              <a:lnSpc>
                <a:spcPct val="100000"/>
              </a:lnSpc>
              <a:spcBef>
                <a:spcPts val="0"/>
              </a:spcBef>
              <a:spcAft>
                <a:spcPts val="0"/>
              </a:spcAft>
              <a:buSzPts val="1600"/>
              <a:buNone/>
              <a:defRPr sz="4800">
                <a:solidFill>
                  <a:schemeClr val="lt2"/>
                </a:solidFill>
                <a:latin typeface="Jost"/>
                <a:ea typeface="Jost"/>
                <a:cs typeface="Jost"/>
                <a:sym typeface="Jost"/>
              </a:defRPr>
            </a:lvl5pPr>
            <a:lvl6pPr lvl="5" algn="l">
              <a:lnSpc>
                <a:spcPct val="100000"/>
              </a:lnSpc>
              <a:spcBef>
                <a:spcPts val="0"/>
              </a:spcBef>
              <a:spcAft>
                <a:spcPts val="0"/>
              </a:spcAft>
              <a:buSzPts val="1600"/>
              <a:buNone/>
              <a:defRPr sz="4800">
                <a:solidFill>
                  <a:schemeClr val="lt2"/>
                </a:solidFill>
                <a:latin typeface="Jost"/>
                <a:ea typeface="Jost"/>
                <a:cs typeface="Jost"/>
                <a:sym typeface="Jost"/>
              </a:defRPr>
            </a:lvl6pPr>
            <a:lvl7pPr lvl="6" algn="l">
              <a:lnSpc>
                <a:spcPct val="100000"/>
              </a:lnSpc>
              <a:spcBef>
                <a:spcPts val="0"/>
              </a:spcBef>
              <a:spcAft>
                <a:spcPts val="0"/>
              </a:spcAft>
              <a:buSzPts val="1600"/>
              <a:buNone/>
              <a:defRPr sz="4800">
                <a:solidFill>
                  <a:schemeClr val="lt2"/>
                </a:solidFill>
                <a:latin typeface="Jost"/>
                <a:ea typeface="Jost"/>
                <a:cs typeface="Jost"/>
                <a:sym typeface="Jost"/>
              </a:defRPr>
            </a:lvl7pPr>
            <a:lvl8pPr lvl="7" algn="l">
              <a:lnSpc>
                <a:spcPct val="100000"/>
              </a:lnSpc>
              <a:spcBef>
                <a:spcPts val="0"/>
              </a:spcBef>
              <a:spcAft>
                <a:spcPts val="0"/>
              </a:spcAft>
              <a:buSzPts val="1600"/>
              <a:buNone/>
              <a:defRPr sz="4800">
                <a:solidFill>
                  <a:schemeClr val="lt2"/>
                </a:solidFill>
                <a:latin typeface="Jost"/>
                <a:ea typeface="Jost"/>
                <a:cs typeface="Jost"/>
                <a:sym typeface="Jost"/>
              </a:defRPr>
            </a:lvl8pPr>
            <a:lvl9pPr lvl="8" algn="l">
              <a:lnSpc>
                <a:spcPct val="100000"/>
              </a:lnSpc>
              <a:spcBef>
                <a:spcPts val="0"/>
              </a:spcBef>
              <a:spcAft>
                <a:spcPts val="0"/>
              </a:spcAft>
              <a:buSzPts val="1600"/>
              <a:buNone/>
              <a:defRPr sz="4800">
                <a:solidFill>
                  <a:schemeClr val="lt2"/>
                </a:solidFill>
                <a:latin typeface="Jost"/>
                <a:ea typeface="Jost"/>
                <a:cs typeface="Jost"/>
                <a:sym typeface="Jost"/>
              </a:defRPr>
            </a:lvl9pPr>
          </a:lstStyle>
          <a:p/>
        </p:txBody>
      </p:sp>
      <p:sp>
        <p:nvSpPr>
          <p:cNvPr id="566" name="Google Shape;566;g3a0a694c39d_1_2031"/>
          <p:cNvSpPr txBox="1"/>
          <p:nvPr>
            <p:ph idx="20" type="subTitle"/>
          </p:nvPr>
        </p:nvSpPr>
        <p:spPr>
          <a:xfrm>
            <a:off x="304800" y="2291550"/>
            <a:ext cx="4173600" cy="40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600"/>
              <a:buNone/>
              <a:defRPr sz="2100"/>
            </a:lvl1pPr>
            <a:lvl2pPr lvl="1" algn="l">
              <a:lnSpc>
                <a:spcPct val="100000"/>
              </a:lnSpc>
              <a:spcBef>
                <a:spcPts val="0"/>
              </a:spcBef>
              <a:spcAft>
                <a:spcPts val="0"/>
              </a:spcAft>
              <a:buSzPts val="1600"/>
              <a:buNone/>
              <a:defRPr sz="2100"/>
            </a:lvl2pPr>
            <a:lvl3pPr lvl="2" algn="l">
              <a:lnSpc>
                <a:spcPct val="100000"/>
              </a:lnSpc>
              <a:spcBef>
                <a:spcPts val="0"/>
              </a:spcBef>
              <a:spcAft>
                <a:spcPts val="0"/>
              </a:spcAft>
              <a:buSzPts val="1600"/>
              <a:buNone/>
              <a:defRPr sz="2100"/>
            </a:lvl3pPr>
            <a:lvl4pPr lvl="3" algn="l">
              <a:lnSpc>
                <a:spcPct val="100000"/>
              </a:lnSpc>
              <a:spcBef>
                <a:spcPts val="0"/>
              </a:spcBef>
              <a:spcAft>
                <a:spcPts val="0"/>
              </a:spcAft>
              <a:buSzPts val="1600"/>
              <a:buNone/>
              <a:defRPr sz="2100"/>
            </a:lvl4pPr>
            <a:lvl5pPr lvl="4" algn="l">
              <a:lnSpc>
                <a:spcPct val="100000"/>
              </a:lnSpc>
              <a:spcBef>
                <a:spcPts val="0"/>
              </a:spcBef>
              <a:spcAft>
                <a:spcPts val="0"/>
              </a:spcAft>
              <a:buSzPts val="1600"/>
              <a:buNone/>
              <a:defRPr sz="2100"/>
            </a:lvl5pPr>
            <a:lvl6pPr lvl="5" algn="l">
              <a:lnSpc>
                <a:spcPct val="100000"/>
              </a:lnSpc>
              <a:spcBef>
                <a:spcPts val="0"/>
              </a:spcBef>
              <a:spcAft>
                <a:spcPts val="0"/>
              </a:spcAft>
              <a:buSzPts val="1600"/>
              <a:buNone/>
              <a:defRPr sz="2100"/>
            </a:lvl6pPr>
            <a:lvl7pPr lvl="6" algn="l">
              <a:lnSpc>
                <a:spcPct val="100000"/>
              </a:lnSpc>
              <a:spcBef>
                <a:spcPts val="0"/>
              </a:spcBef>
              <a:spcAft>
                <a:spcPts val="0"/>
              </a:spcAft>
              <a:buSzPts val="1600"/>
              <a:buNone/>
              <a:defRPr sz="2100"/>
            </a:lvl7pPr>
            <a:lvl8pPr lvl="7" algn="l">
              <a:lnSpc>
                <a:spcPct val="100000"/>
              </a:lnSpc>
              <a:spcBef>
                <a:spcPts val="0"/>
              </a:spcBef>
              <a:spcAft>
                <a:spcPts val="0"/>
              </a:spcAft>
              <a:buSzPts val="1600"/>
              <a:buNone/>
              <a:defRPr sz="2100"/>
            </a:lvl8pPr>
            <a:lvl9pPr lvl="8" algn="l">
              <a:lnSpc>
                <a:spcPct val="100000"/>
              </a:lnSpc>
              <a:spcBef>
                <a:spcPts val="0"/>
              </a:spcBef>
              <a:spcAft>
                <a:spcPts val="0"/>
              </a:spcAft>
              <a:buSzPts val="1600"/>
              <a:buNone/>
              <a:defRPr sz="21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567" name="Shape 567"/>
        <p:cNvGrpSpPr/>
        <p:nvPr/>
      </p:nvGrpSpPr>
      <p:grpSpPr>
        <a:xfrm>
          <a:off x="0" y="0"/>
          <a:ext cx="0" cy="0"/>
          <a:chOff x="0" y="0"/>
          <a:chExt cx="0" cy="0"/>
        </a:xfrm>
      </p:grpSpPr>
      <p:sp>
        <p:nvSpPr>
          <p:cNvPr id="568" name="Google Shape;568;g3a0a694c39d_1_2051"/>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69" name="Google Shape;569;g3a0a694c39d_1_2051"/>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70" name="Google Shape;570;g3a0a694c39d_1_2051"/>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571" name="Google Shape;571;g3a0a694c39d_1_2051"/>
          <p:cNvSpPr txBox="1"/>
          <p:nvPr>
            <p:ph idx="1" type="subTitle"/>
          </p:nvPr>
        </p:nvSpPr>
        <p:spPr>
          <a:xfrm>
            <a:off x="304800" y="1057326"/>
            <a:ext cx="41736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
        <p:nvSpPr>
          <p:cNvPr id="572" name="Google Shape;572;g3a0a694c39d_1_2051"/>
          <p:cNvSpPr txBox="1"/>
          <p:nvPr>
            <p:ph idx="4" type="subTitle"/>
          </p:nvPr>
        </p:nvSpPr>
        <p:spPr>
          <a:xfrm>
            <a:off x="558760" y="3283000"/>
            <a:ext cx="2258400" cy="291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73" name="Google Shape;573;g3a0a694c39d_1_2051"/>
          <p:cNvSpPr txBox="1"/>
          <p:nvPr>
            <p:ph idx="5" type="subTitle"/>
          </p:nvPr>
        </p:nvSpPr>
        <p:spPr>
          <a:xfrm>
            <a:off x="558767" y="3611500"/>
            <a:ext cx="2067600" cy="16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574" name="Google Shape;574;g3a0a694c39d_1_2051"/>
          <p:cNvSpPr txBox="1"/>
          <p:nvPr>
            <p:ph idx="6" type="subTitle"/>
          </p:nvPr>
        </p:nvSpPr>
        <p:spPr>
          <a:xfrm>
            <a:off x="558767" y="5436100"/>
            <a:ext cx="2258400" cy="291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
        <p:nvSpPr>
          <p:cNvPr id="575" name="Google Shape;575;g3a0a694c39d_1_2051"/>
          <p:cNvSpPr txBox="1"/>
          <p:nvPr>
            <p:ph idx="7" type="subTitle"/>
          </p:nvPr>
        </p:nvSpPr>
        <p:spPr>
          <a:xfrm>
            <a:off x="3499210" y="3283000"/>
            <a:ext cx="2258400" cy="291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76" name="Google Shape;576;g3a0a694c39d_1_2051"/>
          <p:cNvSpPr txBox="1"/>
          <p:nvPr>
            <p:ph idx="8" type="subTitle"/>
          </p:nvPr>
        </p:nvSpPr>
        <p:spPr>
          <a:xfrm>
            <a:off x="3499217" y="3611500"/>
            <a:ext cx="2067600" cy="16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577" name="Google Shape;577;g3a0a694c39d_1_2051"/>
          <p:cNvSpPr txBox="1"/>
          <p:nvPr>
            <p:ph idx="9" type="subTitle"/>
          </p:nvPr>
        </p:nvSpPr>
        <p:spPr>
          <a:xfrm>
            <a:off x="3499217" y="5436100"/>
            <a:ext cx="2258400" cy="291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
        <p:nvSpPr>
          <p:cNvPr id="578" name="Google Shape;578;g3a0a694c39d_1_2051"/>
          <p:cNvSpPr txBox="1"/>
          <p:nvPr>
            <p:ph idx="13" type="subTitle"/>
          </p:nvPr>
        </p:nvSpPr>
        <p:spPr>
          <a:xfrm>
            <a:off x="6420660" y="3283000"/>
            <a:ext cx="2258400" cy="291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79" name="Google Shape;579;g3a0a694c39d_1_2051"/>
          <p:cNvSpPr txBox="1"/>
          <p:nvPr>
            <p:ph idx="14" type="subTitle"/>
          </p:nvPr>
        </p:nvSpPr>
        <p:spPr>
          <a:xfrm>
            <a:off x="6420667" y="3611500"/>
            <a:ext cx="2067600" cy="16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580" name="Google Shape;580;g3a0a694c39d_1_2051"/>
          <p:cNvSpPr txBox="1"/>
          <p:nvPr>
            <p:ph idx="15" type="subTitle"/>
          </p:nvPr>
        </p:nvSpPr>
        <p:spPr>
          <a:xfrm>
            <a:off x="6420667" y="5436100"/>
            <a:ext cx="2258400" cy="291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
        <p:nvSpPr>
          <p:cNvPr id="581" name="Google Shape;581;g3a0a694c39d_1_2051"/>
          <p:cNvSpPr txBox="1"/>
          <p:nvPr>
            <p:ph idx="16" type="subTitle"/>
          </p:nvPr>
        </p:nvSpPr>
        <p:spPr>
          <a:xfrm>
            <a:off x="9342143" y="3283000"/>
            <a:ext cx="2258400" cy="291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582" name="Google Shape;582;g3a0a694c39d_1_2051"/>
          <p:cNvSpPr txBox="1"/>
          <p:nvPr>
            <p:ph idx="17" type="subTitle"/>
          </p:nvPr>
        </p:nvSpPr>
        <p:spPr>
          <a:xfrm>
            <a:off x="9342150" y="3611500"/>
            <a:ext cx="2067600" cy="16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583" name="Google Shape;583;g3a0a694c39d_1_2051"/>
          <p:cNvSpPr txBox="1"/>
          <p:nvPr>
            <p:ph idx="18" type="subTitle"/>
          </p:nvPr>
        </p:nvSpPr>
        <p:spPr>
          <a:xfrm>
            <a:off x="9342151" y="5436100"/>
            <a:ext cx="2258400" cy="291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584" name="Shape 584"/>
        <p:cNvGrpSpPr/>
        <p:nvPr/>
      </p:nvGrpSpPr>
      <p:grpSpPr>
        <a:xfrm>
          <a:off x="0" y="0"/>
          <a:ext cx="0" cy="0"/>
          <a:chOff x="0" y="0"/>
          <a:chExt cx="0" cy="0"/>
        </a:xfrm>
      </p:grpSpPr>
      <p:sp>
        <p:nvSpPr>
          <p:cNvPr id="585" name="Google Shape;585;g3a0a694c39d_1_2068"/>
          <p:cNvSpPr/>
          <p:nvPr/>
        </p:nvSpPr>
        <p:spPr>
          <a:xfrm rot="-5400000">
            <a:off x="0" y="1088700"/>
            <a:ext cx="5769300" cy="5769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586" name="Google Shape;586;g3a0a694c39d_1_2068"/>
          <p:cNvSpPr/>
          <p:nvPr/>
        </p:nvSpPr>
        <p:spPr>
          <a:xfrm rot="5400000">
            <a:off x="6422700" y="0"/>
            <a:ext cx="5769300" cy="57693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587" name="Google Shape;587;g3a0a694c39d_1_2068"/>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88" name="Google Shape;588;g3a0a694c39d_1_2068"/>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589" name="Google Shape;589;g3a0a694c39d_1_2068"/>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
        <p:nvSpPr>
          <p:cNvPr id="590" name="Google Shape;590;g3a0a694c39d_1_2068"/>
          <p:cNvSpPr txBox="1"/>
          <p:nvPr>
            <p:ph idx="1" type="subTitle"/>
          </p:nvPr>
        </p:nvSpPr>
        <p:spPr>
          <a:xfrm>
            <a:off x="4317400" y="2406267"/>
            <a:ext cx="35571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a:lvl1pPr>
            <a:lvl2pPr lvl="1" algn="ctr">
              <a:lnSpc>
                <a:spcPct val="95000"/>
              </a:lnSpc>
              <a:spcBef>
                <a:spcPts val="0"/>
              </a:spcBef>
              <a:spcAft>
                <a:spcPts val="0"/>
              </a:spcAft>
              <a:buSzPts val="1600"/>
              <a:buNone/>
              <a:defRPr/>
            </a:lvl2pPr>
            <a:lvl3pPr lvl="2" algn="ctr">
              <a:lnSpc>
                <a:spcPct val="95000"/>
              </a:lnSpc>
              <a:spcBef>
                <a:spcPts val="0"/>
              </a:spcBef>
              <a:spcAft>
                <a:spcPts val="0"/>
              </a:spcAft>
              <a:buSzPts val="1600"/>
              <a:buNone/>
              <a:defRPr/>
            </a:lvl3pPr>
            <a:lvl4pPr lvl="3" algn="ctr">
              <a:lnSpc>
                <a:spcPct val="95000"/>
              </a:lnSpc>
              <a:spcBef>
                <a:spcPts val="0"/>
              </a:spcBef>
              <a:spcAft>
                <a:spcPts val="0"/>
              </a:spcAft>
              <a:buSzPts val="1600"/>
              <a:buNone/>
              <a:defRPr/>
            </a:lvl4pPr>
            <a:lvl5pPr lvl="4" algn="ctr">
              <a:lnSpc>
                <a:spcPct val="95000"/>
              </a:lnSpc>
              <a:spcBef>
                <a:spcPts val="0"/>
              </a:spcBef>
              <a:spcAft>
                <a:spcPts val="0"/>
              </a:spcAft>
              <a:buSzPts val="1600"/>
              <a:buNone/>
              <a:defRPr/>
            </a:lvl5pPr>
            <a:lvl6pPr lvl="5" algn="ctr">
              <a:lnSpc>
                <a:spcPct val="95000"/>
              </a:lnSpc>
              <a:spcBef>
                <a:spcPts val="0"/>
              </a:spcBef>
              <a:spcAft>
                <a:spcPts val="0"/>
              </a:spcAft>
              <a:buSzPts val="1600"/>
              <a:buNone/>
              <a:defRPr/>
            </a:lvl6pPr>
            <a:lvl7pPr lvl="6" algn="ctr">
              <a:lnSpc>
                <a:spcPct val="95000"/>
              </a:lnSpc>
              <a:spcBef>
                <a:spcPts val="0"/>
              </a:spcBef>
              <a:spcAft>
                <a:spcPts val="0"/>
              </a:spcAft>
              <a:buSzPts val="1600"/>
              <a:buNone/>
              <a:defRPr/>
            </a:lvl7pPr>
            <a:lvl8pPr lvl="7" algn="ctr">
              <a:lnSpc>
                <a:spcPct val="95000"/>
              </a:lnSpc>
              <a:spcBef>
                <a:spcPts val="0"/>
              </a:spcBef>
              <a:spcAft>
                <a:spcPts val="0"/>
              </a:spcAft>
              <a:buSzPts val="1600"/>
              <a:buNone/>
              <a:defRPr/>
            </a:lvl8pPr>
            <a:lvl9pPr lvl="8" algn="ctr">
              <a:lnSpc>
                <a:spcPct val="95000"/>
              </a:lnSpc>
              <a:spcBef>
                <a:spcPts val="0"/>
              </a:spcBef>
              <a:spcAft>
                <a:spcPts val="0"/>
              </a:spcAft>
              <a:buSzPts val="1600"/>
              <a:buNone/>
              <a:defRPr/>
            </a:lvl9pPr>
          </a:lstStyle>
          <a:p/>
        </p:txBody>
      </p:sp>
      <p:sp>
        <p:nvSpPr>
          <p:cNvPr id="591" name="Google Shape;591;g3a0a694c39d_1_2068"/>
          <p:cNvSpPr txBox="1"/>
          <p:nvPr>
            <p:ph idx="4" type="subTitle"/>
          </p:nvPr>
        </p:nvSpPr>
        <p:spPr>
          <a:xfrm>
            <a:off x="5408800" y="3584733"/>
            <a:ext cx="14997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4000">
                <a:solidFill>
                  <a:schemeClr val="dk2"/>
                </a:solidFill>
              </a:defRPr>
            </a:lvl1pPr>
            <a:lvl2pPr lvl="1" algn="ctr">
              <a:lnSpc>
                <a:spcPct val="95000"/>
              </a:lnSpc>
              <a:spcBef>
                <a:spcPts val="0"/>
              </a:spcBef>
              <a:spcAft>
                <a:spcPts val="0"/>
              </a:spcAft>
              <a:buSzPts val="1600"/>
              <a:buNone/>
              <a:defRPr sz="4000">
                <a:solidFill>
                  <a:schemeClr val="dk2"/>
                </a:solidFill>
              </a:defRPr>
            </a:lvl2pPr>
            <a:lvl3pPr lvl="2" algn="ctr">
              <a:lnSpc>
                <a:spcPct val="95000"/>
              </a:lnSpc>
              <a:spcBef>
                <a:spcPts val="0"/>
              </a:spcBef>
              <a:spcAft>
                <a:spcPts val="0"/>
              </a:spcAft>
              <a:buSzPts val="1600"/>
              <a:buNone/>
              <a:defRPr sz="4000">
                <a:solidFill>
                  <a:schemeClr val="dk2"/>
                </a:solidFill>
              </a:defRPr>
            </a:lvl3pPr>
            <a:lvl4pPr lvl="3" algn="ctr">
              <a:lnSpc>
                <a:spcPct val="95000"/>
              </a:lnSpc>
              <a:spcBef>
                <a:spcPts val="0"/>
              </a:spcBef>
              <a:spcAft>
                <a:spcPts val="0"/>
              </a:spcAft>
              <a:buSzPts val="1600"/>
              <a:buNone/>
              <a:defRPr sz="4000">
                <a:solidFill>
                  <a:schemeClr val="dk2"/>
                </a:solidFill>
              </a:defRPr>
            </a:lvl4pPr>
            <a:lvl5pPr lvl="4" algn="ctr">
              <a:lnSpc>
                <a:spcPct val="95000"/>
              </a:lnSpc>
              <a:spcBef>
                <a:spcPts val="0"/>
              </a:spcBef>
              <a:spcAft>
                <a:spcPts val="0"/>
              </a:spcAft>
              <a:buSzPts val="1600"/>
              <a:buNone/>
              <a:defRPr sz="4000">
                <a:solidFill>
                  <a:schemeClr val="dk2"/>
                </a:solidFill>
              </a:defRPr>
            </a:lvl5pPr>
            <a:lvl6pPr lvl="5" algn="ctr">
              <a:lnSpc>
                <a:spcPct val="95000"/>
              </a:lnSpc>
              <a:spcBef>
                <a:spcPts val="0"/>
              </a:spcBef>
              <a:spcAft>
                <a:spcPts val="0"/>
              </a:spcAft>
              <a:buSzPts val="1600"/>
              <a:buNone/>
              <a:defRPr sz="4000">
                <a:solidFill>
                  <a:schemeClr val="dk2"/>
                </a:solidFill>
              </a:defRPr>
            </a:lvl6pPr>
            <a:lvl7pPr lvl="6" algn="ctr">
              <a:lnSpc>
                <a:spcPct val="95000"/>
              </a:lnSpc>
              <a:spcBef>
                <a:spcPts val="0"/>
              </a:spcBef>
              <a:spcAft>
                <a:spcPts val="0"/>
              </a:spcAft>
              <a:buSzPts val="1600"/>
              <a:buNone/>
              <a:defRPr sz="4000">
                <a:solidFill>
                  <a:schemeClr val="dk2"/>
                </a:solidFill>
              </a:defRPr>
            </a:lvl7pPr>
            <a:lvl8pPr lvl="7" algn="ctr">
              <a:lnSpc>
                <a:spcPct val="95000"/>
              </a:lnSpc>
              <a:spcBef>
                <a:spcPts val="0"/>
              </a:spcBef>
              <a:spcAft>
                <a:spcPts val="0"/>
              </a:spcAft>
              <a:buSzPts val="1600"/>
              <a:buNone/>
              <a:defRPr sz="4000">
                <a:solidFill>
                  <a:schemeClr val="dk2"/>
                </a:solidFill>
              </a:defRPr>
            </a:lvl8pPr>
            <a:lvl9pPr lvl="8" algn="ctr">
              <a:lnSpc>
                <a:spcPct val="95000"/>
              </a:lnSpc>
              <a:spcBef>
                <a:spcPts val="0"/>
              </a:spcBef>
              <a:spcAft>
                <a:spcPts val="0"/>
              </a:spcAft>
              <a:buSzPts val="1600"/>
              <a:buNone/>
              <a:defRPr sz="4000">
                <a:solidFill>
                  <a:schemeClr val="dk2"/>
                </a:solidFill>
              </a:defRPr>
            </a:lvl9pPr>
          </a:lstStyle>
          <a:p/>
        </p:txBody>
      </p:sp>
      <p:sp>
        <p:nvSpPr>
          <p:cNvPr id="592" name="Google Shape;592;g3a0a694c39d_1_2068"/>
          <p:cNvSpPr txBox="1"/>
          <p:nvPr>
            <p:ph idx="5" type="subTitle"/>
          </p:nvPr>
        </p:nvSpPr>
        <p:spPr>
          <a:xfrm>
            <a:off x="4610600" y="2977900"/>
            <a:ext cx="29709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1300"/>
            </a:lvl1pPr>
            <a:lvl2pPr lvl="1" algn="ctr">
              <a:lnSpc>
                <a:spcPct val="95000"/>
              </a:lnSpc>
              <a:spcBef>
                <a:spcPts val="0"/>
              </a:spcBef>
              <a:spcAft>
                <a:spcPts val="0"/>
              </a:spcAft>
              <a:buSzPts val="1600"/>
              <a:buNone/>
              <a:defRPr sz="1300"/>
            </a:lvl2pPr>
            <a:lvl3pPr lvl="2" algn="ctr">
              <a:lnSpc>
                <a:spcPct val="95000"/>
              </a:lnSpc>
              <a:spcBef>
                <a:spcPts val="0"/>
              </a:spcBef>
              <a:spcAft>
                <a:spcPts val="0"/>
              </a:spcAft>
              <a:buSzPts val="1600"/>
              <a:buNone/>
              <a:defRPr sz="1300"/>
            </a:lvl3pPr>
            <a:lvl4pPr lvl="3" algn="ctr">
              <a:lnSpc>
                <a:spcPct val="95000"/>
              </a:lnSpc>
              <a:spcBef>
                <a:spcPts val="0"/>
              </a:spcBef>
              <a:spcAft>
                <a:spcPts val="0"/>
              </a:spcAft>
              <a:buSzPts val="1600"/>
              <a:buNone/>
              <a:defRPr sz="1300"/>
            </a:lvl4pPr>
            <a:lvl5pPr lvl="4" algn="ctr">
              <a:lnSpc>
                <a:spcPct val="95000"/>
              </a:lnSpc>
              <a:spcBef>
                <a:spcPts val="0"/>
              </a:spcBef>
              <a:spcAft>
                <a:spcPts val="0"/>
              </a:spcAft>
              <a:buSzPts val="1600"/>
              <a:buNone/>
              <a:defRPr sz="1300"/>
            </a:lvl5pPr>
            <a:lvl6pPr lvl="5" algn="ctr">
              <a:lnSpc>
                <a:spcPct val="95000"/>
              </a:lnSpc>
              <a:spcBef>
                <a:spcPts val="0"/>
              </a:spcBef>
              <a:spcAft>
                <a:spcPts val="0"/>
              </a:spcAft>
              <a:buSzPts val="1600"/>
              <a:buNone/>
              <a:defRPr sz="1300"/>
            </a:lvl6pPr>
            <a:lvl7pPr lvl="6" algn="ctr">
              <a:lnSpc>
                <a:spcPct val="95000"/>
              </a:lnSpc>
              <a:spcBef>
                <a:spcPts val="0"/>
              </a:spcBef>
              <a:spcAft>
                <a:spcPts val="0"/>
              </a:spcAft>
              <a:buSzPts val="1600"/>
              <a:buNone/>
              <a:defRPr sz="1300"/>
            </a:lvl7pPr>
            <a:lvl8pPr lvl="7" algn="ctr">
              <a:lnSpc>
                <a:spcPct val="95000"/>
              </a:lnSpc>
              <a:spcBef>
                <a:spcPts val="0"/>
              </a:spcBef>
              <a:spcAft>
                <a:spcPts val="0"/>
              </a:spcAft>
              <a:buSzPts val="1600"/>
              <a:buNone/>
              <a:defRPr sz="1300"/>
            </a:lvl8pPr>
            <a:lvl9pPr lvl="8" algn="ctr">
              <a:lnSpc>
                <a:spcPct val="95000"/>
              </a:lnSpc>
              <a:spcBef>
                <a:spcPts val="0"/>
              </a:spcBef>
              <a:spcAft>
                <a:spcPts val="0"/>
              </a:spcAft>
              <a:buSzPts val="1600"/>
              <a:buNone/>
              <a:defRPr sz="1300"/>
            </a:lvl9pPr>
          </a:lstStyle>
          <a:p/>
        </p:txBody>
      </p:sp>
      <p:sp>
        <p:nvSpPr>
          <p:cNvPr id="593" name="Google Shape;593;g3a0a694c39d_1_2068"/>
          <p:cNvSpPr txBox="1"/>
          <p:nvPr>
            <p:ph idx="6" type="subTitle"/>
          </p:nvPr>
        </p:nvSpPr>
        <p:spPr>
          <a:xfrm>
            <a:off x="1070967" y="2423867"/>
            <a:ext cx="35571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a:lvl1pPr>
            <a:lvl2pPr lvl="1" algn="ctr">
              <a:lnSpc>
                <a:spcPct val="95000"/>
              </a:lnSpc>
              <a:spcBef>
                <a:spcPts val="0"/>
              </a:spcBef>
              <a:spcAft>
                <a:spcPts val="0"/>
              </a:spcAft>
              <a:buSzPts val="1600"/>
              <a:buNone/>
              <a:defRPr/>
            </a:lvl2pPr>
            <a:lvl3pPr lvl="2" algn="ctr">
              <a:lnSpc>
                <a:spcPct val="95000"/>
              </a:lnSpc>
              <a:spcBef>
                <a:spcPts val="0"/>
              </a:spcBef>
              <a:spcAft>
                <a:spcPts val="0"/>
              </a:spcAft>
              <a:buSzPts val="1600"/>
              <a:buNone/>
              <a:defRPr/>
            </a:lvl3pPr>
            <a:lvl4pPr lvl="3" algn="ctr">
              <a:lnSpc>
                <a:spcPct val="95000"/>
              </a:lnSpc>
              <a:spcBef>
                <a:spcPts val="0"/>
              </a:spcBef>
              <a:spcAft>
                <a:spcPts val="0"/>
              </a:spcAft>
              <a:buSzPts val="1600"/>
              <a:buNone/>
              <a:defRPr/>
            </a:lvl4pPr>
            <a:lvl5pPr lvl="4" algn="ctr">
              <a:lnSpc>
                <a:spcPct val="95000"/>
              </a:lnSpc>
              <a:spcBef>
                <a:spcPts val="0"/>
              </a:spcBef>
              <a:spcAft>
                <a:spcPts val="0"/>
              </a:spcAft>
              <a:buSzPts val="1600"/>
              <a:buNone/>
              <a:defRPr/>
            </a:lvl5pPr>
            <a:lvl6pPr lvl="5" algn="ctr">
              <a:lnSpc>
                <a:spcPct val="95000"/>
              </a:lnSpc>
              <a:spcBef>
                <a:spcPts val="0"/>
              </a:spcBef>
              <a:spcAft>
                <a:spcPts val="0"/>
              </a:spcAft>
              <a:buSzPts val="1600"/>
              <a:buNone/>
              <a:defRPr/>
            </a:lvl6pPr>
            <a:lvl7pPr lvl="6" algn="ctr">
              <a:lnSpc>
                <a:spcPct val="95000"/>
              </a:lnSpc>
              <a:spcBef>
                <a:spcPts val="0"/>
              </a:spcBef>
              <a:spcAft>
                <a:spcPts val="0"/>
              </a:spcAft>
              <a:buSzPts val="1600"/>
              <a:buNone/>
              <a:defRPr/>
            </a:lvl7pPr>
            <a:lvl8pPr lvl="7" algn="ctr">
              <a:lnSpc>
                <a:spcPct val="95000"/>
              </a:lnSpc>
              <a:spcBef>
                <a:spcPts val="0"/>
              </a:spcBef>
              <a:spcAft>
                <a:spcPts val="0"/>
              </a:spcAft>
              <a:buSzPts val="1600"/>
              <a:buNone/>
              <a:defRPr/>
            </a:lvl8pPr>
            <a:lvl9pPr lvl="8" algn="ctr">
              <a:lnSpc>
                <a:spcPct val="95000"/>
              </a:lnSpc>
              <a:spcBef>
                <a:spcPts val="0"/>
              </a:spcBef>
              <a:spcAft>
                <a:spcPts val="0"/>
              </a:spcAft>
              <a:buSzPts val="1600"/>
              <a:buNone/>
              <a:defRPr/>
            </a:lvl9pPr>
          </a:lstStyle>
          <a:p/>
        </p:txBody>
      </p:sp>
      <p:sp>
        <p:nvSpPr>
          <p:cNvPr id="594" name="Google Shape;594;g3a0a694c39d_1_2068"/>
          <p:cNvSpPr txBox="1"/>
          <p:nvPr>
            <p:ph idx="7" type="subTitle"/>
          </p:nvPr>
        </p:nvSpPr>
        <p:spPr>
          <a:xfrm>
            <a:off x="2162367" y="3602333"/>
            <a:ext cx="14997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4000">
                <a:solidFill>
                  <a:schemeClr val="dk2"/>
                </a:solidFill>
              </a:defRPr>
            </a:lvl1pPr>
            <a:lvl2pPr lvl="1" algn="ctr">
              <a:lnSpc>
                <a:spcPct val="95000"/>
              </a:lnSpc>
              <a:spcBef>
                <a:spcPts val="0"/>
              </a:spcBef>
              <a:spcAft>
                <a:spcPts val="0"/>
              </a:spcAft>
              <a:buSzPts val="1600"/>
              <a:buNone/>
              <a:defRPr sz="4000">
                <a:solidFill>
                  <a:schemeClr val="dk2"/>
                </a:solidFill>
              </a:defRPr>
            </a:lvl2pPr>
            <a:lvl3pPr lvl="2" algn="ctr">
              <a:lnSpc>
                <a:spcPct val="95000"/>
              </a:lnSpc>
              <a:spcBef>
                <a:spcPts val="0"/>
              </a:spcBef>
              <a:spcAft>
                <a:spcPts val="0"/>
              </a:spcAft>
              <a:buSzPts val="1600"/>
              <a:buNone/>
              <a:defRPr sz="4000">
                <a:solidFill>
                  <a:schemeClr val="dk2"/>
                </a:solidFill>
              </a:defRPr>
            </a:lvl3pPr>
            <a:lvl4pPr lvl="3" algn="ctr">
              <a:lnSpc>
                <a:spcPct val="95000"/>
              </a:lnSpc>
              <a:spcBef>
                <a:spcPts val="0"/>
              </a:spcBef>
              <a:spcAft>
                <a:spcPts val="0"/>
              </a:spcAft>
              <a:buSzPts val="1600"/>
              <a:buNone/>
              <a:defRPr sz="4000">
                <a:solidFill>
                  <a:schemeClr val="dk2"/>
                </a:solidFill>
              </a:defRPr>
            </a:lvl4pPr>
            <a:lvl5pPr lvl="4" algn="ctr">
              <a:lnSpc>
                <a:spcPct val="95000"/>
              </a:lnSpc>
              <a:spcBef>
                <a:spcPts val="0"/>
              </a:spcBef>
              <a:spcAft>
                <a:spcPts val="0"/>
              </a:spcAft>
              <a:buSzPts val="1600"/>
              <a:buNone/>
              <a:defRPr sz="4000">
                <a:solidFill>
                  <a:schemeClr val="dk2"/>
                </a:solidFill>
              </a:defRPr>
            </a:lvl5pPr>
            <a:lvl6pPr lvl="5" algn="ctr">
              <a:lnSpc>
                <a:spcPct val="95000"/>
              </a:lnSpc>
              <a:spcBef>
                <a:spcPts val="0"/>
              </a:spcBef>
              <a:spcAft>
                <a:spcPts val="0"/>
              </a:spcAft>
              <a:buSzPts val="1600"/>
              <a:buNone/>
              <a:defRPr sz="4000">
                <a:solidFill>
                  <a:schemeClr val="dk2"/>
                </a:solidFill>
              </a:defRPr>
            </a:lvl6pPr>
            <a:lvl7pPr lvl="6" algn="ctr">
              <a:lnSpc>
                <a:spcPct val="95000"/>
              </a:lnSpc>
              <a:spcBef>
                <a:spcPts val="0"/>
              </a:spcBef>
              <a:spcAft>
                <a:spcPts val="0"/>
              </a:spcAft>
              <a:buSzPts val="1600"/>
              <a:buNone/>
              <a:defRPr sz="4000">
                <a:solidFill>
                  <a:schemeClr val="dk2"/>
                </a:solidFill>
              </a:defRPr>
            </a:lvl7pPr>
            <a:lvl8pPr lvl="7" algn="ctr">
              <a:lnSpc>
                <a:spcPct val="95000"/>
              </a:lnSpc>
              <a:spcBef>
                <a:spcPts val="0"/>
              </a:spcBef>
              <a:spcAft>
                <a:spcPts val="0"/>
              </a:spcAft>
              <a:buSzPts val="1600"/>
              <a:buNone/>
              <a:defRPr sz="4000">
                <a:solidFill>
                  <a:schemeClr val="dk2"/>
                </a:solidFill>
              </a:defRPr>
            </a:lvl8pPr>
            <a:lvl9pPr lvl="8" algn="ctr">
              <a:lnSpc>
                <a:spcPct val="95000"/>
              </a:lnSpc>
              <a:spcBef>
                <a:spcPts val="0"/>
              </a:spcBef>
              <a:spcAft>
                <a:spcPts val="0"/>
              </a:spcAft>
              <a:buSzPts val="1600"/>
              <a:buNone/>
              <a:defRPr sz="4000">
                <a:solidFill>
                  <a:schemeClr val="dk2"/>
                </a:solidFill>
              </a:defRPr>
            </a:lvl9pPr>
          </a:lstStyle>
          <a:p/>
        </p:txBody>
      </p:sp>
      <p:sp>
        <p:nvSpPr>
          <p:cNvPr id="595" name="Google Shape;595;g3a0a694c39d_1_2068"/>
          <p:cNvSpPr txBox="1"/>
          <p:nvPr>
            <p:ph idx="8" type="subTitle"/>
          </p:nvPr>
        </p:nvSpPr>
        <p:spPr>
          <a:xfrm>
            <a:off x="1364167" y="2995500"/>
            <a:ext cx="29709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1300"/>
            </a:lvl1pPr>
            <a:lvl2pPr lvl="1" algn="ctr">
              <a:lnSpc>
                <a:spcPct val="95000"/>
              </a:lnSpc>
              <a:spcBef>
                <a:spcPts val="0"/>
              </a:spcBef>
              <a:spcAft>
                <a:spcPts val="0"/>
              </a:spcAft>
              <a:buSzPts val="1600"/>
              <a:buNone/>
              <a:defRPr sz="1300"/>
            </a:lvl2pPr>
            <a:lvl3pPr lvl="2" algn="ctr">
              <a:lnSpc>
                <a:spcPct val="95000"/>
              </a:lnSpc>
              <a:spcBef>
                <a:spcPts val="0"/>
              </a:spcBef>
              <a:spcAft>
                <a:spcPts val="0"/>
              </a:spcAft>
              <a:buSzPts val="1600"/>
              <a:buNone/>
              <a:defRPr sz="1300"/>
            </a:lvl3pPr>
            <a:lvl4pPr lvl="3" algn="ctr">
              <a:lnSpc>
                <a:spcPct val="95000"/>
              </a:lnSpc>
              <a:spcBef>
                <a:spcPts val="0"/>
              </a:spcBef>
              <a:spcAft>
                <a:spcPts val="0"/>
              </a:spcAft>
              <a:buSzPts val="1600"/>
              <a:buNone/>
              <a:defRPr sz="1300"/>
            </a:lvl4pPr>
            <a:lvl5pPr lvl="4" algn="ctr">
              <a:lnSpc>
                <a:spcPct val="95000"/>
              </a:lnSpc>
              <a:spcBef>
                <a:spcPts val="0"/>
              </a:spcBef>
              <a:spcAft>
                <a:spcPts val="0"/>
              </a:spcAft>
              <a:buSzPts val="1600"/>
              <a:buNone/>
              <a:defRPr sz="1300"/>
            </a:lvl5pPr>
            <a:lvl6pPr lvl="5" algn="ctr">
              <a:lnSpc>
                <a:spcPct val="95000"/>
              </a:lnSpc>
              <a:spcBef>
                <a:spcPts val="0"/>
              </a:spcBef>
              <a:spcAft>
                <a:spcPts val="0"/>
              </a:spcAft>
              <a:buSzPts val="1600"/>
              <a:buNone/>
              <a:defRPr sz="1300"/>
            </a:lvl6pPr>
            <a:lvl7pPr lvl="6" algn="ctr">
              <a:lnSpc>
                <a:spcPct val="95000"/>
              </a:lnSpc>
              <a:spcBef>
                <a:spcPts val="0"/>
              </a:spcBef>
              <a:spcAft>
                <a:spcPts val="0"/>
              </a:spcAft>
              <a:buSzPts val="1600"/>
              <a:buNone/>
              <a:defRPr sz="1300"/>
            </a:lvl7pPr>
            <a:lvl8pPr lvl="7" algn="ctr">
              <a:lnSpc>
                <a:spcPct val="95000"/>
              </a:lnSpc>
              <a:spcBef>
                <a:spcPts val="0"/>
              </a:spcBef>
              <a:spcAft>
                <a:spcPts val="0"/>
              </a:spcAft>
              <a:buSzPts val="1600"/>
              <a:buNone/>
              <a:defRPr sz="1300"/>
            </a:lvl8pPr>
            <a:lvl9pPr lvl="8" algn="ctr">
              <a:lnSpc>
                <a:spcPct val="95000"/>
              </a:lnSpc>
              <a:spcBef>
                <a:spcPts val="0"/>
              </a:spcBef>
              <a:spcAft>
                <a:spcPts val="0"/>
              </a:spcAft>
              <a:buSzPts val="1600"/>
              <a:buNone/>
              <a:defRPr sz="1300"/>
            </a:lvl9pPr>
          </a:lstStyle>
          <a:p/>
        </p:txBody>
      </p:sp>
      <p:sp>
        <p:nvSpPr>
          <p:cNvPr id="596" name="Google Shape;596;g3a0a694c39d_1_2068"/>
          <p:cNvSpPr txBox="1"/>
          <p:nvPr>
            <p:ph idx="9" type="subTitle"/>
          </p:nvPr>
        </p:nvSpPr>
        <p:spPr>
          <a:xfrm>
            <a:off x="7563833" y="2406267"/>
            <a:ext cx="35571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a:lvl1pPr>
            <a:lvl2pPr lvl="1" algn="ctr">
              <a:lnSpc>
                <a:spcPct val="95000"/>
              </a:lnSpc>
              <a:spcBef>
                <a:spcPts val="0"/>
              </a:spcBef>
              <a:spcAft>
                <a:spcPts val="0"/>
              </a:spcAft>
              <a:buSzPts val="1600"/>
              <a:buNone/>
              <a:defRPr/>
            </a:lvl2pPr>
            <a:lvl3pPr lvl="2" algn="ctr">
              <a:lnSpc>
                <a:spcPct val="95000"/>
              </a:lnSpc>
              <a:spcBef>
                <a:spcPts val="0"/>
              </a:spcBef>
              <a:spcAft>
                <a:spcPts val="0"/>
              </a:spcAft>
              <a:buSzPts val="1600"/>
              <a:buNone/>
              <a:defRPr/>
            </a:lvl3pPr>
            <a:lvl4pPr lvl="3" algn="ctr">
              <a:lnSpc>
                <a:spcPct val="95000"/>
              </a:lnSpc>
              <a:spcBef>
                <a:spcPts val="0"/>
              </a:spcBef>
              <a:spcAft>
                <a:spcPts val="0"/>
              </a:spcAft>
              <a:buSzPts val="1600"/>
              <a:buNone/>
              <a:defRPr/>
            </a:lvl4pPr>
            <a:lvl5pPr lvl="4" algn="ctr">
              <a:lnSpc>
                <a:spcPct val="95000"/>
              </a:lnSpc>
              <a:spcBef>
                <a:spcPts val="0"/>
              </a:spcBef>
              <a:spcAft>
                <a:spcPts val="0"/>
              </a:spcAft>
              <a:buSzPts val="1600"/>
              <a:buNone/>
              <a:defRPr/>
            </a:lvl5pPr>
            <a:lvl6pPr lvl="5" algn="ctr">
              <a:lnSpc>
                <a:spcPct val="95000"/>
              </a:lnSpc>
              <a:spcBef>
                <a:spcPts val="0"/>
              </a:spcBef>
              <a:spcAft>
                <a:spcPts val="0"/>
              </a:spcAft>
              <a:buSzPts val="1600"/>
              <a:buNone/>
              <a:defRPr/>
            </a:lvl6pPr>
            <a:lvl7pPr lvl="6" algn="ctr">
              <a:lnSpc>
                <a:spcPct val="95000"/>
              </a:lnSpc>
              <a:spcBef>
                <a:spcPts val="0"/>
              </a:spcBef>
              <a:spcAft>
                <a:spcPts val="0"/>
              </a:spcAft>
              <a:buSzPts val="1600"/>
              <a:buNone/>
              <a:defRPr/>
            </a:lvl7pPr>
            <a:lvl8pPr lvl="7" algn="ctr">
              <a:lnSpc>
                <a:spcPct val="95000"/>
              </a:lnSpc>
              <a:spcBef>
                <a:spcPts val="0"/>
              </a:spcBef>
              <a:spcAft>
                <a:spcPts val="0"/>
              </a:spcAft>
              <a:buSzPts val="1600"/>
              <a:buNone/>
              <a:defRPr/>
            </a:lvl8pPr>
            <a:lvl9pPr lvl="8" algn="ctr">
              <a:lnSpc>
                <a:spcPct val="95000"/>
              </a:lnSpc>
              <a:spcBef>
                <a:spcPts val="0"/>
              </a:spcBef>
              <a:spcAft>
                <a:spcPts val="0"/>
              </a:spcAft>
              <a:buSzPts val="1600"/>
              <a:buNone/>
              <a:defRPr/>
            </a:lvl9pPr>
          </a:lstStyle>
          <a:p/>
        </p:txBody>
      </p:sp>
      <p:sp>
        <p:nvSpPr>
          <p:cNvPr id="597" name="Google Shape;597;g3a0a694c39d_1_2068"/>
          <p:cNvSpPr txBox="1"/>
          <p:nvPr>
            <p:ph idx="13" type="subTitle"/>
          </p:nvPr>
        </p:nvSpPr>
        <p:spPr>
          <a:xfrm>
            <a:off x="8655233" y="3584733"/>
            <a:ext cx="14997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4000">
                <a:solidFill>
                  <a:schemeClr val="dk2"/>
                </a:solidFill>
              </a:defRPr>
            </a:lvl1pPr>
            <a:lvl2pPr lvl="1" algn="ctr">
              <a:lnSpc>
                <a:spcPct val="95000"/>
              </a:lnSpc>
              <a:spcBef>
                <a:spcPts val="0"/>
              </a:spcBef>
              <a:spcAft>
                <a:spcPts val="0"/>
              </a:spcAft>
              <a:buSzPts val="1600"/>
              <a:buNone/>
              <a:defRPr sz="4000">
                <a:solidFill>
                  <a:schemeClr val="dk2"/>
                </a:solidFill>
              </a:defRPr>
            </a:lvl2pPr>
            <a:lvl3pPr lvl="2" algn="ctr">
              <a:lnSpc>
                <a:spcPct val="95000"/>
              </a:lnSpc>
              <a:spcBef>
                <a:spcPts val="0"/>
              </a:spcBef>
              <a:spcAft>
                <a:spcPts val="0"/>
              </a:spcAft>
              <a:buSzPts val="1600"/>
              <a:buNone/>
              <a:defRPr sz="4000">
                <a:solidFill>
                  <a:schemeClr val="dk2"/>
                </a:solidFill>
              </a:defRPr>
            </a:lvl3pPr>
            <a:lvl4pPr lvl="3" algn="ctr">
              <a:lnSpc>
                <a:spcPct val="95000"/>
              </a:lnSpc>
              <a:spcBef>
                <a:spcPts val="0"/>
              </a:spcBef>
              <a:spcAft>
                <a:spcPts val="0"/>
              </a:spcAft>
              <a:buSzPts val="1600"/>
              <a:buNone/>
              <a:defRPr sz="4000">
                <a:solidFill>
                  <a:schemeClr val="dk2"/>
                </a:solidFill>
              </a:defRPr>
            </a:lvl4pPr>
            <a:lvl5pPr lvl="4" algn="ctr">
              <a:lnSpc>
                <a:spcPct val="95000"/>
              </a:lnSpc>
              <a:spcBef>
                <a:spcPts val="0"/>
              </a:spcBef>
              <a:spcAft>
                <a:spcPts val="0"/>
              </a:spcAft>
              <a:buSzPts val="1600"/>
              <a:buNone/>
              <a:defRPr sz="4000">
                <a:solidFill>
                  <a:schemeClr val="dk2"/>
                </a:solidFill>
              </a:defRPr>
            </a:lvl5pPr>
            <a:lvl6pPr lvl="5" algn="ctr">
              <a:lnSpc>
                <a:spcPct val="95000"/>
              </a:lnSpc>
              <a:spcBef>
                <a:spcPts val="0"/>
              </a:spcBef>
              <a:spcAft>
                <a:spcPts val="0"/>
              </a:spcAft>
              <a:buSzPts val="1600"/>
              <a:buNone/>
              <a:defRPr sz="4000">
                <a:solidFill>
                  <a:schemeClr val="dk2"/>
                </a:solidFill>
              </a:defRPr>
            </a:lvl6pPr>
            <a:lvl7pPr lvl="6" algn="ctr">
              <a:lnSpc>
                <a:spcPct val="95000"/>
              </a:lnSpc>
              <a:spcBef>
                <a:spcPts val="0"/>
              </a:spcBef>
              <a:spcAft>
                <a:spcPts val="0"/>
              </a:spcAft>
              <a:buSzPts val="1600"/>
              <a:buNone/>
              <a:defRPr sz="4000">
                <a:solidFill>
                  <a:schemeClr val="dk2"/>
                </a:solidFill>
              </a:defRPr>
            </a:lvl7pPr>
            <a:lvl8pPr lvl="7" algn="ctr">
              <a:lnSpc>
                <a:spcPct val="95000"/>
              </a:lnSpc>
              <a:spcBef>
                <a:spcPts val="0"/>
              </a:spcBef>
              <a:spcAft>
                <a:spcPts val="0"/>
              </a:spcAft>
              <a:buSzPts val="1600"/>
              <a:buNone/>
              <a:defRPr sz="4000">
                <a:solidFill>
                  <a:schemeClr val="dk2"/>
                </a:solidFill>
              </a:defRPr>
            </a:lvl8pPr>
            <a:lvl9pPr lvl="8" algn="ctr">
              <a:lnSpc>
                <a:spcPct val="95000"/>
              </a:lnSpc>
              <a:spcBef>
                <a:spcPts val="0"/>
              </a:spcBef>
              <a:spcAft>
                <a:spcPts val="0"/>
              </a:spcAft>
              <a:buSzPts val="1600"/>
              <a:buNone/>
              <a:defRPr sz="4000">
                <a:solidFill>
                  <a:schemeClr val="dk2"/>
                </a:solidFill>
              </a:defRPr>
            </a:lvl9pPr>
          </a:lstStyle>
          <a:p/>
        </p:txBody>
      </p:sp>
      <p:sp>
        <p:nvSpPr>
          <p:cNvPr id="598" name="Google Shape;598;g3a0a694c39d_1_2068"/>
          <p:cNvSpPr txBox="1"/>
          <p:nvPr>
            <p:ph idx="14" type="subTitle"/>
          </p:nvPr>
        </p:nvSpPr>
        <p:spPr>
          <a:xfrm>
            <a:off x="7857033" y="2977900"/>
            <a:ext cx="2970900" cy="710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sz="1300"/>
            </a:lvl1pPr>
            <a:lvl2pPr lvl="1" algn="ctr">
              <a:lnSpc>
                <a:spcPct val="95000"/>
              </a:lnSpc>
              <a:spcBef>
                <a:spcPts val="0"/>
              </a:spcBef>
              <a:spcAft>
                <a:spcPts val="0"/>
              </a:spcAft>
              <a:buSzPts val="1600"/>
              <a:buNone/>
              <a:defRPr sz="1300"/>
            </a:lvl2pPr>
            <a:lvl3pPr lvl="2" algn="ctr">
              <a:lnSpc>
                <a:spcPct val="95000"/>
              </a:lnSpc>
              <a:spcBef>
                <a:spcPts val="0"/>
              </a:spcBef>
              <a:spcAft>
                <a:spcPts val="0"/>
              </a:spcAft>
              <a:buSzPts val="1600"/>
              <a:buNone/>
              <a:defRPr sz="1300"/>
            </a:lvl3pPr>
            <a:lvl4pPr lvl="3" algn="ctr">
              <a:lnSpc>
                <a:spcPct val="95000"/>
              </a:lnSpc>
              <a:spcBef>
                <a:spcPts val="0"/>
              </a:spcBef>
              <a:spcAft>
                <a:spcPts val="0"/>
              </a:spcAft>
              <a:buSzPts val="1600"/>
              <a:buNone/>
              <a:defRPr sz="1300"/>
            </a:lvl4pPr>
            <a:lvl5pPr lvl="4" algn="ctr">
              <a:lnSpc>
                <a:spcPct val="95000"/>
              </a:lnSpc>
              <a:spcBef>
                <a:spcPts val="0"/>
              </a:spcBef>
              <a:spcAft>
                <a:spcPts val="0"/>
              </a:spcAft>
              <a:buSzPts val="1600"/>
              <a:buNone/>
              <a:defRPr sz="1300"/>
            </a:lvl5pPr>
            <a:lvl6pPr lvl="5" algn="ctr">
              <a:lnSpc>
                <a:spcPct val="95000"/>
              </a:lnSpc>
              <a:spcBef>
                <a:spcPts val="0"/>
              </a:spcBef>
              <a:spcAft>
                <a:spcPts val="0"/>
              </a:spcAft>
              <a:buSzPts val="1600"/>
              <a:buNone/>
              <a:defRPr sz="1300"/>
            </a:lvl6pPr>
            <a:lvl7pPr lvl="6" algn="ctr">
              <a:lnSpc>
                <a:spcPct val="95000"/>
              </a:lnSpc>
              <a:spcBef>
                <a:spcPts val="0"/>
              </a:spcBef>
              <a:spcAft>
                <a:spcPts val="0"/>
              </a:spcAft>
              <a:buSzPts val="1600"/>
              <a:buNone/>
              <a:defRPr sz="1300"/>
            </a:lvl7pPr>
            <a:lvl8pPr lvl="7" algn="ctr">
              <a:lnSpc>
                <a:spcPct val="95000"/>
              </a:lnSpc>
              <a:spcBef>
                <a:spcPts val="0"/>
              </a:spcBef>
              <a:spcAft>
                <a:spcPts val="0"/>
              </a:spcAft>
              <a:buSzPts val="1600"/>
              <a:buNone/>
              <a:defRPr sz="1300"/>
            </a:lvl8pPr>
            <a:lvl9pPr lvl="8" algn="ctr">
              <a:lnSpc>
                <a:spcPct val="95000"/>
              </a:lnSpc>
              <a:spcBef>
                <a:spcPts val="0"/>
              </a:spcBef>
              <a:spcAft>
                <a:spcPts val="0"/>
              </a:spcAft>
              <a:buSzPts val="1600"/>
              <a:buNone/>
              <a:defRPr sz="13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599" name="Shape 599"/>
        <p:cNvGrpSpPr/>
        <p:nvPr/>
      </p:nvGrpSpPr>
      <p:grpSpPr>
        <a:xfrm>
          <a:off x="0" y="0"/>
          <a:ext cx="0" cy="0"/>
          <a:chOff x="0" y="0"/>
          <a:chExt cx="0" cy="0"/>
        </a:xfrm>
      </p:grpSpPr>
      <p:sp>
        <p:nvSpPr>
          <p:cNvPr id="600" name="Google Shape;600;g3a0a694c39d_1_2083"/>
          <p:cNvSpPr/>
          <p:nvPr/>
        </p:nvSpPr>
        <p:spPr>
          <a:xfrm rot="5400000">
            <a:off x="7298100" y="0"/>
            <a:ext cx="4893900" cy="4893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601" name="Google Shape;601;g3a0a694c39d_1_2083"/>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602" name="Google Shape;602;g3a0a694c39d_1_2083"/>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603" name="Google Shape;603;g3a0a694c39d_1_2083"/>
          <p:cNvSpPr txBox="1"/>
          <p:nvPr>
            <p:ph idx="3"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700"/>
              <a:buNone/>
              <a:defRPr sz="2700"/>
            </a:lvl1pPr>
            <a:lvl2pPr lvl="1" algn="l">
              <a:lnSpc>
                <a:spcPct val="100000"/>
              </a:lnSpc>
              <a:spcBef>
                <a:spcPts val="0"/>
              </a:spcBef>
              <a:spcAft>
                <a:spcPts val="0"/>
              </a:spcAft>
              <a:buSzPts val="2700"/>
              <a:buFont typeface="Figtree"/>
              <a:buNone/>
              <a:defRPr sz="2700">
                <a:latin typeface="Figtree"/>
                <a:ea typeface="Figtree"/>
                <a:cs typeface="Figtree"/>
                <a:sym typeface="Figtree"/>
              </a:defRPr>
            </a:lvl2pPr>
            <a:lvl3pPr lvl="2" algn="l">
              <a:lnSpc>
                <a:spcPct val="100000"/>
              </a:lnSpc>
              <a:spcBef>
                <a:spcPts val="0"/>
              </a:spcBef>
              <a:spcAft>
                <a:spcPts val="0"/>
              </a:spcAft>
              <a:buSzPts val="2700"/>
              <a:buFont typeface="Figtree"/>
              <a:buNone/>
              <a:defRPr sz="2700">
                <a:latin typeface="Figtree"/>
                <a:ea typeface="Figtree"/>
                <a:cs typeface="Figtree"/>
                <a:sym typeface="Figtree"/>
              </a:defRPr>
            </a:lvl3pPr>
            <a:lvl4pPr lvl="3" algn="l">
              <a:lnSpc>
                <a:spcPct val="100000"/>
              </a:lnSpc>
              <a:spcBef>
                <a:spcPts val="0"/>
              </a:spcBef>
              <a:spcAft>
                <a:spcPts val="0"/>
              </a:spcAft>
              <a:buSzPts val="2700"/>
              <a:buFont typeface="Figtree"/>
              <a:buNone/>
              <a:defRPr sz="2700">
                <a:latin typeface="Figtree"/>
                <a:ea typeface="Figtree"/>
                <a:cs typeface="Figtree"/>
                <a:sym typeface="Figtree"/>
              </a:defRPr>
            </a:lvl4pPr>
            <a:lvl5pPr lvl="4" algn="l">
              <a:lnSpc>
                <a:spcPct val="100000"/>
              </a:lnSpc>
              <a:spcBef>
                <a:spcPts val="0"/>
              </a:spcBef>
              <a:spcAft>
                <a:spcPts val="0"/>
              </a:spcAft>
              <a:buSzPts val="2700"/>
              <a:buFont typeface="Figtree"/>
              <a:buNone/>
              <a:defRPr sz="2700">
                <a:latin typeface="Figtree"/>
                <a:ea typeface="Figtree"/>
                <a:cs typeface="Figtree"/>
                <a:sym typeface="Figtree"/>
              </a:defRPr>
            </a:lvl5pPr>
            <a:lvl6pPr lvl="5" algn="l">
              <a:lnSpc>
                <a:spcPct val="100000"/>
              </a:lnSpc>
              <a:spcBef>
                <a:spcPts val="0"/>
              </a:spcBef>
              <a:spcAft>
                <a:spcPts val="0"/>
              </a:spcAft>
              <a:buSzPts val="2700"/>
              <a:buFont typeface="Figtree"/>
              <a:buNone/>
              <a:defRPr sz="2700">
                <a:latin typeface="Figtree"/>
                <a:ea typeface="Figtree"/>
                <a:cs typeface="Figtree"/>
                <a:sym typeface="Figtree"/>
              </a:defRPr>
            </a:lvl6pPr>
            <a:lvl7pPr lvl="6" algn="l">
              <a:lnSpc>
                <a:spcPct val="100000"/>
              </a:lnSpc>
              <a:spcBef>
                <a:spcPts val="0"/>
              </a:spcBef>
              <a:spcAft>
                <a:spcPts val="0"/>
              </a:spcAft>
              <a:buSzPts val="2700"/>
              <a:buFont typeface="Figtree"/>
              <a:buNone/>
              <a:defRPr sz="2700">
                <a:latin typeface="Figtree"/>
                <a:ea typeface="Figtree"/>
                <a:cs typeface="Figtree"/>
                <a:sym typeface="Figtree"/>
              </a:defRPr>
            </a:lvl7pPr>
            <a:lvl8pPr lvl="7" algn="l">
              <a:lnSpc>
                <a:spcPct val="100000"/>
              </a:lnSpc>
              <a:spcBef>
                <a:spcPts val="0"/>
              </a:spcBef>
              <a:spcAft>
                <a:spcPts val="0"/>
              </a:spcAft>
              <a:buSzPts val="2700"/>
              <a:buFont typeface="Figtree"/>
              <a:buNone/>
              <a:defRPr sz="2700">
                <a:latin typeface="Figtree"/>
                <a:ea typeface="Figtree"/>
                <a:cs typeface="Figtree"/>
                <a:sym typeface="Figtree"/>
              </a:defRPr>
            </a:lvl8pPr>
            <a:lvl9pPr lvl="8" algn="l">
              <a:lnSpc>
                <a:spcPct val="100000"/>
              </a:lnSpc>
              <a:spcBef>
                <a:spcPts val="0"/>
              </a:spcBef>
              <a:spcAft>
                <a:spcPts val="0"/>
              </a:spcAft>
              <a:buSzPts val="2700"/>
              <a:buFont typeface="Figtree"/>
              <a:buNone/>
              <a:defRPr sz="2700">
                <a:latin typeface="Figtree"/>
                <a:ea typeface="Figtree"/>
                <a:cs typeface="Figtree"/>
                <a:sym typeface="Figtree"/>
              </a:defRPr>
            </a:lvl9pPr>
          </a:lstStyle>
          <a:p/>
        </p:txBody>
      </p:sp>
      <p:sp>
        <p:nvSpPr>
          <p:cNvPr id="604" name="Google Shape;604;g3a0a694c39d_1_2083"/>
          <p:cNvSpPr txBox="1"/>
          <p:nvPr>
            <p:ph idx="1" type="subTitle"/>
          </p:nvPr>
        </p:nvSpPr>
        <p:spPr>
          <a:xfrm>
            <a:off x="304800" y="1057326"/>
            <a:ext cx="4173600" cy="229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600">
                <a:latin typeface="Jost"/>
                <a:ea typeface="Jost"/>
                <a:cs typeface="Jost"/>
                <a:sym typeface="Jost"/>
              </a:defRPr>
            </a:lvl1pPr>
            <a:lvl2pPr lvl="1" algn="l">
              <a:lnSpc>
                <a:spcPct val="100000"/>
              </a:lnSpc>
              <a:spcBef>
                <a:spcPts val="0"/>
              </a:spcBef>
              <a:spcAft>
                <a:spcPts val="0"/>
              </a:spcAft>
              <a:buSzPts val="1600"/>
              <a:buNone/>
              <a:defRPr sz="1600">
                <a:latin typeface="Jost"/>
                <a:ea typeface="Jost"/>
                <a:cs typeface="Jost"/>
                <a:sym typeface="Jost"/>
              </a:defRPr>
            </a:lvl2pPr>
            <a:lvl3pPr lvl="2" algn="l">
              <a:lnSpc>
                <a:spcPct val="100000"/>
              </a:lnSpc>
              <a:spcBef>
                <a:spcPts val="0"/>
              </a:spcBef>
              <a:spcAft>
                <a:spcPts val="0"/>
              </a:spcAft>
              <a:buSzPts val="1600"/>
              <a:buNone/>
              <a:defRPr sz="1600">
                <a:latin typeface="Jost"/>
                <a:ea typeface="Jost"/>
                <a:cs typeface="Jost"/>
                <a:sym typeface="Jost"/>
              </a:defRPr>
            </a:lvl3pPr>
            <a:lvl4pPr lvl="3" algn="l">
              <a:lnSpc>
                <a:spcPct val="100000"/>
              </a:lnSpc>
              <a:spcBef>
                <a:spcPts val="0"/>
              </a:spcBef>
              <a:spcAft>
                <a:spcPts val="0"/>
              </a:spcAft>
              <a:buSzPts val="1600"/>
              <a:buNone/>
              <a:defRPr sz="1600">
                <a:latin typeface="Jost"/>
                <a:ea typeface="Jost"/>
                <a:cs typeface="Jost"/>
                <a:sym typeface="Jost"/>
              </a:defRPr>
            </a:lvl4pPr>
            <a:lvl5pPr lvl="4" algn="l">
              <a:lnSpc>
                <a:spcPct val="100000"/>
              </a:lnSpc>
              <a:spcBef>
                <a:spcPts val="0"/>
              </a:spcBef>
              <a:spcAft>
                <a:spcPts val="0"/>
              </a:spcAft>
              <a:buSzPts val="1600"/>
              <a:buNone/>
              <a:defRPr sz="1600">
                <a:latin typeface="Jost"/>
                <a:ea typeface="Jost"/>
                <a:cs typeface="Jost"/>
                <a:sym typeface="Jost"/>
              </a:defRPr>
            </a:lvl5pPr>
            <a:lvl6pPr lvl="5" algn="l">
              <a:lnSpc>
                <a:spcPct val="100000"/>
              </a:lnSpc>
              <a:spcBef>
                <a:spcPts val="0"/>
              </a:spcBef>
              <a:spcAft>
                <a:spcPts val="0"/>
              </a:spcAft>
              <a:buSzPts val="1600"/>
              <a:buNone/>
              <a:defRPr sz="1600">
                <a:latin typeface="Jost"/>
                <a:ea typeface="Jost"/>
                <a:cs typeface="Jost"/>
                <a:sym typeface="Jost"/>
              </a:defRPr>
            </a:lvl6pPr>
            <a:lvl7pPr lvl="6" algn="l">
              <a:lnSpc>
                <a:spcPct val="100000"/>
              </a:lnSpc>
              <a:spcBef>
                <a:spcPts val="0"/>
              </a:spcBef>
              <a:spcAft>
                <a:spcPts val="0"/>
              </a:spcAft>
              <a:buSzPts val="1600"/>
              <a:buNone/>
              <a:defRPr sz="1600">
                <a:latin typeface="Jost"/>
                <a:ea typeface="Jost"/>
                <a:cs typeface="Jost"/>
                <a:sym typeface="Jost"/>
              </a:defRPr>
            </a:lvl7pPr>
            <a:lvl8pPr lvl="7" algn="l">
              <a:lnSpc>
                <a:spcPct val="100000"/>
              </a:lnSpc>
              <a:spcBef>
                <a:spcPts val="0"/>
              </a:spcBef>
              <a:spcAft>
                <a:spcPts val="0"/>
              </a:spcAft>
              <a:buSzPts val="1600"/>
              <a:buNone/>
              <a:defRPr sz="1600">
                <a:latin typeface="Jost"/>
                <a:ea typeface="Jost"/>
                <a:cs typeface="Jost"/>
                <a:sym typeface="Jost"/>
              </a:defRPr>
            </a:lvl8pPr>
            <a:lvl9pPr lvl="8" algn="l">
              <a:lnSpc>
                <a:spcPct val="100000"/>
              </a:lnSpc>
              <a:spcBef>
                <a:spcPts val="0"/>
              </a:spcBef>
              <a:spcAft>
                <a:spcPts val="0"/>
              </a:spcAft>
              <a:buSzPts val="1600"/>
              <a:buNone/>
              <a:defRPr sz="1600">
                <a:latin typeface="Jost"/>
                <a:ea typeface="Jost"/>
                <a:cs typeface="Jost"/>
                <a:sym typeface="Jost"/>
              </a:defRPr>
            </a:lvl9pPr>
          </a:lstStyle>
          <a:p/>
        </p:txBody>
      </p:sp>
      <p:sp>
        <p:nvSpPr>
          <p:cNvPr id="605" name="Google Shape;605;g3a0a694c39d_1_2083"/>
          <p:cNvSpPr txBox="1"/>
          <p:nvPr>
            <p:ph idx="4" type="title"/>
          </p:nvPr>
        </p:nvSpPr>
        <p:spPr>
          <a:xfrm>
            <a:off x="122033" y="2581256"/>
            <a:ext cx="1896300" cy="6195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4800"/>
              <a:buNone/>
              <a:defRPr sz="4800">
                <a:solidFill>
                  <a:schemeClr val="dk2"/>
                </a:solidFill>
              </a:defRPr>
            </a:lvl1pPr>
            <a:lvl2pPr lvl="1"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9pPr>
          </a:lstStyle>
          <a:p/>
        </p:txBody>
      </p:sp>
      <p:sp>
        <p:nvSpPr>
          <p:cNvPr id="606" name="Google Shape;606;g3a0a694c39d_1_2083"/>
          <p:cNvSpPr txBox="1"/>
          <p:nvPr>
            <p:ph idx="5" type="title"/>
          </p:nvPr>
        </p:nvSpPr>
        <p:spPr>
          <a:xfrm>
            <a:off x="3799333" y="2581256"/>
            <a:ext cx="1896300" cy="6195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4800"/>
              <a:buNone/>
              <a:defRPr sz="4800">
                <a:solidFill>
                  <a:schemeClr val="dk2"/>
                </a:solidFill>
              </a:defRPr>
            </a:lvl1pPr>
            <a:lvl2pPr lvl="1"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9pPr>
          </a:lstStyle>
          <a:p/>
        </p:txBody>
      </p:sp>
      <p:sp>
        <p:nvSpPr>
          <p:cNvPr id="607" name="Google Shape;607;g3a0a694c39d_1_2083"/>
          <p:cNvSpPr txBox="1"/>
          <p:nvPr>
            <p:ph idx="6" type="title"/>
          </p:nvPr>
        </p:nvSpPr>
        <p:spPr>
          <a:xfrm>
            <a:off x="5731933" y="2581256"/>
            <a:ext cx="1896300" cy="6195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4800"/>
              <a:buNone/>
              <a:defRPr sz="4800">
                <a:solidFill>
                  <a:schemeClr val="dk2"/>
                </a:solidFill>
              </a:defRPr>
            </a:lvl1pPr>
            <a:lvl2pPr lvl="1"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9pPr>
          </a:lstStyle>
          <a:p/>
        </p:txBody>
      </p:sp>
      <p:sp>
        <p:nvSpPr>
          <p:cNvPr id="608" name="Google Shape;608;g3a0a694c39d_1_2083"/>
          <p:cNvSpPr txBox="1"/>
          <p:nvPr>
            <p:ph idx="7" type="title"/>
          </p:nvPr>
        </p:nvSpPr>
        <p:spPr>
          <a:xfrm>
            <a:off x="9731333" y="2581256"/>
            <a:ext cx="1896300" cy="6195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4800"/>
              <a:buNone/>
              <a:defRPr sz="4800">
                <a:solidFill>
                  <a:schemeClr val="dk2"/>
                </a:solidFill>
              </a:defRPr>
            </a:lvl1pPr>
            <a:lvl2pPr lvl="1"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4800"/>
              <a:buFont typeface="Figtree"/>
              <a:buNone/>
              <a:defRPr sz="4800">
                <a:solidFill>
                  <a:schemeClr val="dk2"/>
                </a:solidFill>
                <a:latin typeface="Figtree"/>
                <a:ea typeface="Figtree"/>
                <a:cs typeface="Figtree"/>
                <a:sym typeface="Figtree"/>
              </a:defRPr>
            </a:lvl9pPr>
          </a:lstStyle>
          <a:p/>
        </p:txBody>
      </p:sp>
      <p:sp>
        <p:nvSpPr>
          <p:cNvPr id="609" name="Google Shape;609;g3a0a694c39d_1_2083"/>
          <p:cNvSpPr txBox="1"/>
          <p:nvPr>
            <p:ph idx="8" type="subTitle"/>
          </p:nvPr>
        </p:nvSpPr>
        <p:spPr>
          <a:xfrm>
            <a:off x="590533" y="4230300"/>
            <a:ext cx="1719300" cy="30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atin typeface="Figtree Light"/>
                <a:ea typeface="Figtree Light"/>
                <a:cs typeface="Figtree Light"/>
                <a:sym typeface="Figtree Light"/>
              </a:defRPr>
            </a:lvl1pPr>
            <a:lvl2pPr lvl="1" algn="l">
              <a:lnSpc>
                <a:spcPct val="100000"/>
              </a:lnSpc>
              <a:spcBef>
                <a:spcPts val="0"/>
              </a:spcBef>
              <a:spcAft>
                <a:spcPts val="0"/>
              </a:spcAft>
              <a:buSzPts val="1600"/>
              <a:buNone/>
              <a:defRPr>
                <a:latin typeface="Figtree Light"/>
                <a:ea typeface="Figtree Light"/>
                <a:cs typeface="Figtree Light"/>
                <a:sym typeface="Figtree Light"/>
              </a:defRPr>
            </a:lvl2pPr>
            <a:lvl3pPr lvl="2" algn="l">
              <a:lnSpc>
                <a:spcPct val="100000"/>
              </a:lnSpc>
              <a:spcBef>
                <a:spcPts val="0"/>
              </a:spcBef>
              <a:spcAft>
                <a:spcPts val="0"/>
              </a:spcAft>
              <a:buSzPts val="1600"/>
              <a:buNone/>
              <a:defRPr>
                <a:latin typeface="Figtree Light"/>
                <a:ea typeface="Figtree Light"/>
                <a:cs typeface="Figtree Light"/>
                <a:sym typeface="Figtree Light"/>
              </a:defRPr>
            </a:lvl3pPr>
            <a:lvl4pPr lvl="3" algn="l">
              <a:lnSpc>
                <a:spcPct val="100000"/>
              </a:lnSpc>
              <a:spcBef>
                <a:spcPts val="0"/>
              </a:spcBef>
              <a:spcAft>
                <a:spcPts val="0"/>
              </a:spcAft>
              <a:buSzPts val="1600"/>
              <a:buNone/>
              <a:defRPr>
                <a:latin typeface="Figtree Light"/>
                <a:ea typeface="Figtree Light"/>
                <a:cs typeface="Figtree Light"/>
                <a:sym typeface="Figtree Light"/>
              </a:defRPr>
            </a:lvl4pPr>
            <a:lvl5pPr lvl="4" algn="l">
              <a:lnSpc>
                <a:spcPct val="100000"/>
              </a:lnSpc>
              <a:spcBef>
                <a:spcPts val="0"/>
              </a:spcBef>
              <a:spcAft>
                <a:spcPts val="0"/>
              </a:spcAft>
              <a:buSzPts val="1600"/>
              <a:buNone/>
              <a:defRPr>
                <a:latin typeface="Figtree Light"/>
                <a:ea typeface="Figtree Light"/>
                <a:cs typeface="Figtree Light"/>
                <a:sym typeface="Figtree Light"/>
              </a:defRPr>
            </a:lvl5pPr>
            <a:lvl6pPr lvl="5" algn="l">
              <a:lnSpc>
                <a:spcPct val="100000"/>
              </a:lnSpc>
              <a:spcBef>
                <a:spcPts val="0"/>
              </a:spcBef>
              <a:spcAft>
                <a:spcPts val="0"/>
              </a:spcAft>
              <a:buSzPts val="1600"/>
              <a:buNone/>
              <a:defRPr>
                <a:latin typeface="Figtree Light"/>
                <a:ea typeface="Figtree Light"/>
                <a:cs typeface="Figtree Light"/>
                <a:sym typeface="Figtree Light"/>
              </a:defRPr>
            </a:lvl6pPr>
            <a:lvl7pPr lvl="6" algn="l">
              <a:lnSpc>
                <a:spcPct val="100000"/>
              </a:lnSpc>
              <a:spcBef>
                <a:spcPts val="0"/>
              </a:spcBef>
              <a:spcAft>
                <a:spcPts val="0"/>
              </a:spcAft>
              <a:buSzPts val="1600"/>
              <a:buNone/>
              <a:defRPr>
                <a:latin typeface="Figtree Light"/>
                <a:ea typeface="Figtree Light"/>
                <a:cs typeface="Figtree Light"/>
                <a:sym typeface="Figtree Light"/>
              </a:defRPr>
            </a:lvl7pPr>
            <a:lvl8pPr lvl="7" algn="l">
              <a:lnSpc>
                <a:spcPct val="100000"/>
              </a:lnSpc>
              <a:spcBef>
                <a:spcPts val="0"/>
              </a:spcBef>
              <a:spcAft>
                <a:spcPts val="0"/>
              </a:spcAft>
              <a:buSzPts val="1600"/>
              <a:buNone/>
              <a:defRPr>
                <a:latin typeface="Figtree Light"/>
                <a:ea typeface="Figtree Light"/>
                <a:cs typeface="Figtree Light"/>
                <a:sym typeface="Figtree Light"/>
              </a:defRPr>
            </a:lvl8pPr>
            <a:lvl9pPr lvl="8" algn="l">
              <a:lnSpc>
                <a:spcPct val="100000"/>
              </a:lnSpc>
              <a:spcBef>
                <a:spcPts val="0"/>
              </a:spcBef>
              <a:spcAft>
                <a:spcPts val="0"/>
              </a:spcAft>
              <a:buSzPts val="1600"/>
              <a:buNone/>
              <a:defRPr>
                <a:latin typeface="Figtree Light"/>
                <a:ea typeface="Figtree Light"/>
                <a:cs typeface="Figtree Light"/>
                <a:sym typeface="Figtree Light"/>
              </a:defRPr>
            </a:lvl9pPr>
          </a:lstStyle>
          <a:p/>
        </p:txBody>
      </p:sp>
      <p:sp>
        <p:nvSpPr>
          <p:cNvPr id="610" name="Google Shape;610;g3a0a694c39d_1_2083"/>
          <p:cNvSpPr txBox="1"/>
          <p:nvPr>
            <p:ph idx="9" type="subTitle"/>
          </p:nvPr>
        </p:nvSpPr>
        <p:spPr>
          <a:xfrm>
            <a:off x="590533" y="4557861"/>
            <a:ext cx="1719300" cy="16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611" name="Google Shape;611;g3a0a694c39d_1_2083"/>
          <p:cNvSpPr txBox="1"/>
          <p:nvPr>
            <p:ph idx="13" type="body"/>
          </p:nvPr>
        </p:nvSpPr>
        <p:spPr>
          <a:xfrm>
            <a:off x="590531" y="5134067"/>
            <a:ext cx="1719300" cy="951900"/>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1pPr>
            <a:lvl2pPr indent="-304800" lvl="1" marL="914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2pPr>
            <a:lvl3pPr indent="-304800" lvl="2" marL="1371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3pPr>
            <a:lvl4pPr indent="-304800" lvl="3" marL="1828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4pPr>
            <a:lvl5pPr indent="-304800" lvl="4" marL="22860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5pPr>
            <a:lvl6pPr indent="-304800" lvl="5" marL="2743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6pPr>
            <a:lvl7pPr indent="-304800" lvl="6" marL="3200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7pPr>
            <a:lvl8pPr indent="-304800" lvl="7" marL="3657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8pPr>
            <a:lvl9pPr indent="-304800" lvl="8" marL="4114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9pPr>
          </a:lstStyle>
          <a:p/>
        </p:txBody>
      </p:sp>
      <p:sp>
        <p:nvSpPr>
          <p:cNvPr id="612" name="Google Shape;612;g3a0a694c39d_1_2083"/>
          <p:cNvSpPr txBox="1"/>
          <p:nvPr>
            <p:ph idx="14" type="subTitle"/>
          </p:nvPr>
        </p:nvSpPr>
        <p:spPr>
          <a:xfrm>
            <a:off x="4268550" y="4231667"/>
            <a:ext cx="1719300" cy="30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atin typeface="Figtree Light"/>
                <a:ea typeface="Figtree Light"/>
                <a:cs typeface="Figtree Light"/>
                <a:sym typeface="Figtree Light"/>
              </a:defRPr>
            </a:lvl1pPr>
            <a:lvl2pPr lvl="1" algn="l">
              <a:lnSpc>
                <a:spcPct val="100000"/>
              </a:lnSpc>
              <a:spcBef>
                <a:spcPts val="0"/>
              </a:spcBef>
              <a:spcAft>
                <a:spcPts val="0"/>
              </a:spcAft>
              <a:buSzPts val="1600"/>
              <a:buNone/>
              <a:defRPr>
                <a:latin typeface="Figtree Light"/>
                <a:ea typeface="Figtree Light"/>
                <a:cs typeface="Figtree Light"/>
                <a:sym typeface="Figtree Light"/>
              </a:defRPr>
            </a:lvl2pPr>
            <a:lvl3pPr lvl="2" algn="l">
              <a:lnSpc>
                <a:spcPct val="100000"/>
              </a:lnSpc>
              <a:spcBef>
                <a:spcPts val="0"/>
              </a:spcBef>
              <a:spcAft>
                <a:spcPts val="0"/>
              </a:spcAft>
              <a:buSzPts val="1600"/>
              <a:buNone/>
              <a:defRPr>
                <a:latin typeface="Figtree Light"/>
                <a:ea typeface="Figtree Light"/>
                <a:cs typeface="Figtree Light"/>
                <a:sym typeface="Figtree Light"/>
              </a:defRPr>
            </a:lvl3pPr>
            <a:lvl4pPr lvl="3" algn="l">
              <a:lnSpc>
                <a:spcPct val="100000"/>
              </a:lnSpc>
              <a:spcBef>
                <a:spcPts val="0"/>
              </a:spcBef>
              <a:spcAft>
                <a:spcPts val="0"/>
              </a:spcAft>
              <a:buSzPts val="1600"/>
              <a:buNone/>
              <a:defRPr>
                <a:latin typeface="Figtree Light"/>
                <a:ea typeface="Figtree Light"/>
                <a:cs typeface="Figtree Light"/>
                <a:sym typeface="Figtree Light"/>
              </a:defRPr>
            </a:lvl4pPr>
            <a:lvl5pPr lvl="4" algn="l">
              <a:lnSpc>
                <a:spcPct val="100000"/>
              </a:lnSpc>
              <a:spcBef>
                <a:spcPts val="0"/>
              </a:spcBef>
              <a:spcAft>
                <a:spcPts val="0"/>
              </a:spcAft>
              <a:buSzPts val="1600"/>
              <a:buNone/>
              <a:defRPr>
                <a:latin typeface="Figtree Light"/>
                <a:ea typeface="Figtree Light"/>
                <a:cs typeface="Figtree Light"/>
                <a:sym typeface="Figtree Light"/>
              </a:defRPr>
            </a:lvl5pPr>
            <a:lvl6pPr lvl="5" algn="l">
              <a:lnSpc>
                <a:spcPct val="100000"/>
              </a:lnSpc>
              <a:spcBef>
                <a:spcPts val="0"/>
              </a:spcBef>
              <a:spcAft>
                <a:spcPts val="0"/>
              </a:spcAft>
              <a:buSzPts val="1600"/>
              <a:buNone/>
              <a:defRPr>
                <a:latin typeface="Figtree Light"/>
                <a:ea typeface="Figtree Light"/>
                <a:cs typeface="Figtree Light"/>
                <a:sym typeface="Figtree Light"/>
              </a:defRPr>
            </a:lvl6pPr>
            <a:lvl7pPr lvl="6" algn="l">
              <a:lnSpc>
                <a:spcPct val="100000"/>
              </a:lnSpc>
              <a:spcBef>
                <a:spcPts val="0"/>
              </a:spcBef>
              <a:spcAft>
                <a:spcPts val="0"/>
              </a:spcAft>
              <a:buSzPts val="1600"/>
              <a:buNone/>
              <a:defRPr>
                <a:latin typeface="Figtree Light"/>
                <a:ea typeface="Figtree Light"/>
                <a:cs typeface="Figtree Light"/>
                <a:sym typeface="Figtree Light"/>
              </a:defRPr>
            </a:lvl7pPr>
            <a:lvl8pPr lvl="7" algn="l">
              <a:lnSpc>
                <a:spcPct val="100000"/>
              </a:lnSpc>
              <a:spcBef>
                <a:spcPts val="0"/>
              </a:spcBef>
              <a:spcAft>
                <a:spcPts val="0"/>
              </a:spcAft>
              <a:buSzPts val="1600"/>
              <a:buNone/>
              <a:defRPr>
                <a:latin typeface="Figtree Light"/>
                <a:ea typeface="Figtree Light"/>
                <a:cs typeface="Figtree Light"/>
                <a:sym typeface="Figtree Light"/>
              </a:defRPr>
            </a:lvl8pPr>
            <a:lvl9pPr lvl="8" algn="l">
              <a:lnSpc>
                <a:spcPct val="100000"/>
              </a:lnSpc>
              <a:spcBef>
                <a:spcPts val="0"/>
              </a:spcBef>
              <a:spcAft>
                <a:spcPts val="0"/>
              </a:spcAft>
              <a:buSzPts val="1600"/>
              <a:buNone/>
              <a:defRPr>
                <a:latin typeface="Figtree Light"/>
                <a:ea typeface="Figtree Light"/>
                <a:cs typeface="Figtree Light"/>
                <a:sym typeface="Figtree Light"/>
              </a:defRPr>
            </a:lvl9pPr>
          </a:lstStyle>
          <a:p/>
        </p:txBody>
      </p:sp>
      <p:sp>
        <p:nvSpPr>
          <p:cNvPr id="613" name="Google Shape;613;g3a0a694c39d_1_2083"/>
          <p:cNvSpPr txBox="1"/>
          <p:nvPr>
            <p:ph idx="15" type="subTitle"/>
          </p:nvPr>
        </p:nvSpPr>
        <p:spPr>
          <a:xfrm>
            <a:off x="4268550" y="4559228"/>
            <a:ext cx="1719300" cy="16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614" name="Google Shape;614;g3a0a694c39d_1_2083"/>
          <p:cNvSpPr txBox="1"/>
          <p:nvPr>
            <p:ph idx="16" type="body"/>
          </p:nvPr>
        </p:nvSpPr>
        <p:spPr>
          <a:xfrm>
            <a:off x="4268548" y="5135433"/>
            <a:ext cx="1719300" cy="951900"/>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1pPr>
            <a:lvl2pPr indent="-304800" lvl="1" marL="914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2pPr>
            <a:lvl3pPr indent="-304800" lvl="2" marL="1371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3pPr>
            <a:lvl4pPr indent="-304800" lvl="3" marL="1828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4pPr>
            <a:lvl5pPr indent="-304800" lvl="4" marL="22860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5pPr>
            <a:lvl6pPr indent="-304800" lvl="5" marL="2743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6pPr>
            <a:lvl7pPr indent="-304800" lvl="6" marL="3200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7pPr>
            <a:lvl8pPr indent="-304800" lvl="7" marL="3657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8pPr>
            <a:lvl9pPr indent="-304800" lvl="8" marL="4114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9pPr>
          </a:lstStyle>
          <a:p/>
        </p:txBody>
      </p:sp>
      <p:sp>
        <p:nvSpPr>
          <p:cNvPr id="615" name="Google Shape;615;g3a0a694c39d_1_2083"/>
          <p:cNvSpPr txBox="1"/>
          <p:nvPr>
            <p:ph idx="17" type="subTitle"/>
          </p:nvPr>
        </p:nvSpPr>
        <p:spPr>
          <a:xfrm>
            <a:off x="6203635" y="4231667"/>
            <a:ext cx="1719300" cy="30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atin typeface="Figtree Light"/>
                <a:ea typeface="Figtree Light"/>
                <a:cs typeface="Figtree Light"/>
                <a:sym typeface="Figtree Light"/>
              </a:defRPr>
            </a:lvl1pPr>
            <a:lvl2pPr lvl="1" algn="l">
              <a:lnSpc>
                <a:spcPct val="100000"/>
              </a:lnSpc>
              <a:spcBef>
                <a:spcPts val="0"/>
              </a:spcBef>
              <a:spcAft>
                <a:spcPts val="0"/>
              </a:spcAft>
              <a:buSzPts val="1600"/>
              <a:buNone/>
              <a:defRPr>
                <a:latin typeface="Figtree Light"/>
                <a:ea typeface="Figtree Light"/>
                <a:cs typeface="Figtree Light"/>
                <a:sym typeface="Figtree Light"/>
              </a:defRPr>
            </a:lvl2pPr>
            <a:lvl3pPr lvl="2" algn="l">
              <a:lnSpc>
                <a:spcPct val="100000"/>
              </a:lnSpc>
              <a:spcBef>
                <a:spcPts val="0"/>
              </a:spcBef>
              <a:spcAft>
                <a:spcPts val="0"/>
              </a:spcAft>
              <a:buSzPts val="1600"/>
              <a:buNone/>
              <a:defRPr>
                <a:latin typeface="Figtree Light"/>
                <a:ea typeface="Figtree Light"/>
                <a:cs typeface="Figtree Light"/>
                <a:sym typeface="Figtree Light"/>
              </a:defRPr>
            </a:lvl3pPr>
            <a:lvl4pPr lvl="3" algn="l">
              <a:lnSpc>
                <a:spcPct val="100000"/>
              </a:lnSpc>
              <a:spcBef>
                <a:spcPts val="0"/>
              </a:spcBef>
              <a:spcAft>
                <a:spcPts val="0"/>
              </a:spcAft>
              <a:buSzPts val="1600"/>
              <a:buNone/>
              <a:defRPr>
                <a:latin typeface="Figtree Light"/>
                <a:ea typeface="Figtree Light"/>
                <a:cs typeface="Figtree Light"/>
                <a:sym typeface="Figtree Light"/>
              </a:defRPr>
            </a:lvl4pPr>
            <a:lvl5pPr lvl="4" algn="l">
              <a:lnSpc>
                <a:spcPct val="100000"/>
              </a:lnSpc>
              <a:spcBef>
                <a:spcPts val="0"/>
              </a:spcBef>
              <a:spcAft>
                <a:spcPts val="0"/>
              </a:spcAft>
              <a:buSzPts val="1600"/>
              <a:buNone/>
              <a:defRPr>
                <a:latin typeface="Figtree Light"/>
                <a:ea typeface="Figtree Light"/>
                <a:cs typeface="Figtree Light"/>
                <a:sym typeface="Figtree Light"/>
              </a:defRPr>
            </a:lvl5pPr>
            <a:lvl6pPr lvl="5" algn="l">
              <a:lnSpc>
                <a:spcPct val="100000"/>
              </a:lnSpc>
              <a:spcBef>
                <a:spcPts val="0"/>
              </a:spcBef>
              <a:spcAft>
                <a:spcPts val="0"/>
              </a:spcAft>
              <a:buSzPts val="1600"/>
              <a:buNone/>
              <a:defRPr>
                <a:latin typeface="Figtree Light"/>
                <a:ea typeface="Figtree Light"/>
                <a:cs typeface="Figtree Light"/>
                <a:sym typeface="Figtree Light"/>
              </a:defRPr>
            </a:lvl6pPr>
            <a:lvl7pPr lvl="6" algn="l">
              <a:lnSpc>
                <a:spcPct val="100000"/>
              </a:lnSpc>
              <a:spcBef>
                <a:spcPts val="0"/>
              </a:spcBef>
              <a:spcAft>
                <a:spcPts val="0"/>
              </a:spcAft>
              <a:buSzPts val="1600"/>
              <a:buNone/>
              <a:defRPr>
                <a:latin typeface="Figtree Light"/>
                <a:ea typeface="Figtree Light"/>
                <a:cs typeface="Figtree Light"/>
                <a:sym typeface="Figtree Light"/>
              </a:defRPr>
            </a:lvl7pPr>
            <a:lvl8pPr lvl="7" algn="l">
              <a:lnSpc>
                <a:spcPct val="100000"/>
              </a:lnSpc>
              <a:spcBef>
                <a:spcPts val="0"/>
              </a:spcBef>
              <a:spcAft>
                <a:spcPts val="0"/>
              </a:spcAft>
              <a:buSzPts val="1600"/>
              <a:buNone/>
              <a:defRPr>
                <a:latin typeface="Figtree Light"/>
                <a:ea typeface="Figtree Light"/>
                <a:cs typeface="Figtree Light"/>
                <a:sym typeface="Figtree Light"/>
              </a:defRPr>
            </a:lvl8pPr>
            <a:lvl9pPr lvl="8" algn="l">
              <a:lnSpc>
                <a:spcPct val="100000"/>
              </a:lnSpc>
              <a:spcBef>
                <a:spcPts val="0"/>
              </a:spcBef>
              <a:spcAft>
                <a:spcPts val="0"/>
              </a:spcAft>
              <a:buSzPts val="1600"/>
              <a:buNone/>
              <a:defRPr>
                <a:latin typeface="Figtree Light"/>
                <a:ea typeface="Figtree Light"/>
                <a:cs typeface="Figtree Light"/>
                <a:sym typeface="Figtree Light"/>
              </a:defRPr>
            </a:lvl9pPr>
          </a:lstStyle>
          <a:p/>
        </p:txBody>
      </p:sp>
      <p:sp>
        <p:nvSpPr>
          <p:cNvPr id="616" name="Google Shape;616;g3a0a694c39d_1_2083"/>
          <p:cNvSpPr txBox="1"/>
          <p:nvPr>
            <p:ph idx="18" type="subTitle"/>
          </p:nvPr>
        </p:nvSpPr>
        <p:spPr>
          <a:xfrm>
            <a:off x="6203635" y="4559228"/>
            <a:ext cx="1719300" cy="16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617" name="Google Shape;617;g3a0a694c39d_1_2083"/>
          <p:cNvSpPr txBox="1"/>
          <p:nvPr>
            <p:ph idx="19" type="body"/>
          </p:nvPr>
        </p:nvSpPr>
        <p:spPr>
          <a:xfrm>
            <a:off x="6203633" y="5135433"/>
            <a:ext cx="1719300" cy="951900"/>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1pPr>
            <a:lvl2pPr indent="-304800" lvl="1" marL="914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2pPr>
            <a:lvl3pPr indent="-304800" lvl="2" marL="1371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3pPr>
            <a:lvl4pPr indent="-304800" lvl="3" marL="1828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4pPr>
            <a:lvl5pPr indent="-304800" lvl="4" marL="22860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5pPr>
            <a:lvl6pPr indent="-304800" lvl="5" marL="2743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6pPr>
            <a:lvl7pPr indent="-304800" lvl="6" marL="3200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7pPr>
            <a:lvl8pPr indent="-304800" lvl="7" marL="3657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8pPr>
            <a:lvl9pPr indent="-304800" lvl="8" marL="4114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9pPr>
          </a:lstStyle>
          <a:p/>
        </p:txBody>
      </p:sp>
      <p:sp>
        <p:nvSpPr>
          <p:cNvPr id="618" name="Google Shape;618;g3a0a694c39d_1_2083"/>
          <p:cNvSpPr txBox="1"/>
          <p:nvPr>
            <p:ph idx="20" type="subTitle"/>
          </p:nvPr>
        </p:nvSpPr>
        <p:spPr>
          <a:xfrm>
            <a:off x="10195583" y="4230300"/>
            <a:ext cx="1719300" cy="30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a:latin typeface="Figtree Light"/>
                <a:ea typeface="Figtree Light"/>
                <a:cs typeface="Figtree Light"/>
                <a:sym typeface="Figtree Light"/>
              </a:defRPr>
            </a:lvl1pPr>
            <a:lvl2pPr lvl="1" algn="l">
              <a:lnSpc>
                <a:spcPct val="100000"/>
              </a:lnSpc>
              <a:spcBef>
                <a:spcPts val="0"/>
              </a:spcBef>
              <a:spcAft>
                <a:spcPts val="0"/>
              </a:spcAft>
              <a:buSzPts val="1600"/>
              <a:buNone/>
              <a:defRPr>
                <a:latin typeface="Figtree Light"/>
                <a:ea typeface="Figtree Light"/>
                <a:cs typeface="Figtree Light"/>
                <a:sym typeface="Figtree Light"/>
              </a:defRPr>
            </a:lvl2pPr>
            <a:lvl3pPr lvl="2" algn="l">
              <a:lnSpc>
                <a:spcPct val="100000"/>
              </a:lnSpc>
              <a:spcBef>
                <a:spcPts val="0"/>
              </a:spcBef>
              <a:spcAft>
                <a:spcPts val="0"/>
              </a:spcAft>
              <a:buSzPts val="1600"/>
              <a:buNone/>
              <a:defRPr>
                <a:latin typeface="Figtree Light"/>
                <a:ea typeface="Figtree Light"/>
                <a:cs typeface="Figtree Light"/>
                <a:sym typeface="Figtree Light"/>
              </a:defRPr>
            </a:lvl3pPr>
            <a:lvl4pPr lvl="3" algn="l">
              <a:lnSpc>
                <a:spcPct val="100000"/>
              </a:lnSpc>
              <a:spcBef>
                <a:spcPts val="0"/>
              </a:spcBef>
              <a:spcAft>
                <a:spcPts val="0"/>
              </a:spcAft>
              <a:buSzPts val="1600"/>
              <a:buNone/>
              <a:defRPr>
                <a:latin typeface="Figtree Light"/>
                <a:ea typeface="Figtree Light"/>
                <a:cs typeface="Figtree Light"/>
                <a:sym typeface="Figtree Light"/>
              </a:defRPr>
            </a:lvl4pPr>
            <a:lvl5pPr lvl="4" algn="l">
              <a:lnSpc>
                <a:spcPct val="100000"/>
              </a:lnSpc>
              <a:spcBef>
                <a:spcPts val="0"/>
              </a:spcBef>
              <a:spcAft>
                <a:spcPts val="0"/>
              </a:spcAft>
              <a:buSzPts val="1600"/>
              <a:buNone/>
              <a:defRPr>
                <a:latin typeface="Figtree Light"/>
                <a:ea typeface="Figtree Light"/>
                <a:cs typeface="Figtree Light"/>
                <a:sym typeface="Figtree Light"/>
              </a:defRPr>
            </a:lvl5pPr>
            <a:lvl6pPr lvl="5" algn="l">
              <a:lnSpc>
                <a:spcPct val="100000"/>
              </a:lnSpc>
              <a:spcBef>
                <a:spcPts val="0"/>
              </a:spcBef>
              <a:spcAft>
                <a:spcPts val="0"/>
              </a:spcAft>
              <a:buSzPts val="1600"/>
              <a:buNone/>
              <a:defRPr>
                <a:latin typeface="Figtree Light"/>
                <a:ea typeface="Figtree Light"/>
                <a:cs typeface="Figtree Light"/>
                <a:sym typeface="Figtree Light"/>
              </a:defRPr>
            </a:lvl6pPr>
            <a:lvl7pPr lvl="6" algn="l">
              <a:lnSpc>
                <a:spcPct val="100000"/>
              </a:lnSpc>
              <a:spcBef>
                <a:spcPts val="0"/>
              </a:spcBef>
              <a:spcAft>
                <a:spcPts val="0"/>
              </a:spcAft>
              <a:buSzPts val="1600"/>
              <a:buNone/>
              <a:defRPr>
                <a:latin typeface="Figtree Light"/>
                <a:ea typeface="Figtree Light"/>
                <a:cs typeface="Figtree Light"/>
                <a:sym typeface="Figtree Light"/>
              </a:defRPr>
            </a:lvl7pPr>
            <a:lvl8pPr lvl="7" algn="l">
              <a:lnSpc>
                <a:spcPct val="100000"/>
              </a:lnSpc>
              <a:spcBef>
                <a:spcPts val="0"/>
              </a:spcBef>
              <a:spcAft>
                <a:spcPts val="0"/>
              </a:spcAft>
              <a:buSzPts val="1600"/>
              <a:buNone/>
              <a:defRPr>
                <a:latin typeface="Figtree Light"/>
                <a:ea typeface="Figtree Light"/>
                <a:cs typeface="Figtree Light"/>
                <a:sym typeface="Figtree Light"/>
              </a:defRPr>
            </a:lvl8pPr>
            <a:lvl9pPr lvl="8" algn="l">
              <a:lnSpc>
                <a:spcPct val="100000"/>
              </a:lnSpc>
              <a:spcBef>
                <a:spcPts val="0"/>
              </a:spcBef>
              <a:spcAft>
                <a:spcPts val="0"/>
              </a:spcAft>
              <a:buSzPts val="1600"/>
              <a:buNone/>
              <a:defRPr>
                <a:latin typeface="Figtree Light"/>
                <a:ea typeface="Figtree Light"/>
                <a:cs typeface="Figtree Light"/>
                <a:sym typeface="Figtree Light"/>
              </a:defRPr>
            </a:lvl9pPr>
          </a:lstStyle>
          <a:p/>
        </p:txBody>
      </p:sp>
      <p:sp>
        <p:nvSpPr>
          <p:cNvPr id="619" name="Google Shape;619;g3a0a694c39d_1_2083"/>
          <p:cNvSpPr txBox="1"/>
          <p:nvPr>
            <p:ph idx="21" type="subTitle"/>
          </p:nvPr>
        </p:nvSpPr>
        <p:spPr>
          <a:xfrm>
            <a:off x="10195583" y="4557861"/>
            <a:ext cx="1719300" cy="167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600"/>
              <a:buNone/>
              <a:defRPr sz="1200">
                <a:solidFill>
                  <a:schemeClr val="accent3"/>
                </a:solidFill>
                <a:latin typeface="Jost"/>
                <a:ea typeface="Jost"/>
                <a:cs typeface="Jost"/>
                <a:sym typeface="Jost"/>
              </a:defRPr>
            </a:lvl1pPr>
            <a:lvl2pPr lvl="1" algn="l">
              <a:lnSpc>
                <a:spcPct val="100000"/>
              </a:lnSpc>
              <a:spcBef>
                <a:spcPts val="0"/>
              </a:spcBef>
              <a:spcAft>
                <a:spcPts val="0"/>
              </a:spcAft>
              <a:buSzPts val="1600"/>
              <a:buNone/>
              <a:defRPr sz="1200">
                <a:solidFill>
                  <a:schemeClr val="accent3"/>
                </a:solidFill>
                <a:latin typeface="Jost"/>
                <a:ea typeface="Jost"/>
                <a:cs typeface="Jost"/>
                <a:sym typeface="Jost"/>
              </a:defRPr>
            </a:lvl2pPr>
            <a:lvl3pPr lvl="2" algn="l">
              <a:lnSpc>
                <a:spcPct val="100000"/>
              </a:lnSpc>
              <a:spcBef>
                <a:spcPts val="0"/>
              </a:spcBef>
              <a:spcAft>
                <a:spcPts val="0"/>
              </a:spcAft>
              <a:buSzPts val="1600"/>
              <a:buNone/>
              <a:defRPr sz="1200">
                <a:solidFill>
                  <a:schemeClr val="accent3"/>
                </a:solidFill>
                <a:latin typeface="Jost"/>
                <a:ea typeface="Jost"/>
                <a:cs typeface="Jost"/>
                <a:sym typeface="Jost"/>
              </a:defRPr>
            </a:lvl3pPr>
            <a:lvl4pPr lvl="3" algn="l">
              <a:lnSpc>
                <a:spcPct val="100000"/>
              </a:lnSpc>
              <a:spcBef>
                <a:spcPts val="0"/>
              </a:spcBef>
              <a:spcAft>
                <a:spcPts val="0"/>
              </a:spcAft>
              <a:buSzPts val="1600"/>
              <a:buNone/>
              <a:defRPr sz="1200">
                <a:solidFill>
                  <a:schemeClr val="accent3"/>
                </a:solidFill>
                <a:latin typeface="Jost"/>
                <a:ea typeface="Jost"/>
                <a:cs typeface="Jost"/>
                <a:sym typeface="Jost"/>
              </a:defRPr>
            </a:lvl4pPr>
            <a:lvl5pPr lvl="4" algn="l">
              <a:lnSpc>
                <a:spcPct val="100000"/>
              </a:lnSpc>
              <a:spcBef>
                <a:spcPts val="0"/>
              </a:spcBef>
              <a:spcAft>
                <a:spcPts val="0"/>
              </a:spcAft>
              <a:buSzPts val="1600"/>
              <a:buNone/>
              <a:defRPr sz="1200">
                <a:solidFill>
                  <a:schemeClr val="accent3"/>
                </a:solidFill>
                <a:latin typeface="Jost"/>
                <a:ea typeface="Jost"/>
                <a:cs typeface="Jost"/>
                <a:sym typeface="Jost"/>
              </a:defRPr>
            </a:lvl5pPr>
            <a:lvl6pPr lvl="5" algn="l">
              <a:lnSpc>
                <a:spcPct val="100000"/>
              </a:lnSpc>
              <a:spcBef>
                <a:spcPts val="0"/>
              </a:spcBef>
              <a:spcAft>
                <a:spcPts val="0"/>
              </a:spcAft>
              <a:buSzPts val="1600"/>
              <a:buNone/>
              <a:defRPr sz="1200">
                <a:solidFill>
                  <a:schemeClr val="accent3"/>
                </a:solidFill>
                <a:latin typeface="Jost"/>
                <a:ea typeface="Jost"/>
                <a:cs typeface="Jost"/>
                <a:sym typeface="Jost"/>
              </a:defRPr>
            </a:lvl6pPr>
            <a:lvl7pPr lvl="6" algn="l">
              <a:lnSpc>
                <a:spcPct val="100000"/>
              </a:lnSpc>
              <a:spcBef>
                <a:spcPts val="0"/>
              </a:spcBef>
              <a:spcAft>
                <a:spcPts val="0"/>
              </a:spcAft>
              <a:buSzPts val="1600"/>
              <a:buNone/>
              <a:defRPr sz="1200">
                <a:solidFill>
                  <a:schemeClr val="accent3"/>
                </a:solidFill>
                <a:latin typeface="Jost"/>
                <a:ea typeface="Jost"/>
                <a:cs typeface="Jost"/>
                <a:sym typeface="Jost"/>
              </a:defRPr>
            </a:lvl7pPr>
            <a:lvl8pPr lvl="7" algn="l">
              <a:lnSpc>
                <a:spcPct val="100000"/>
              </a:lnSpc>
              <a:spcBef>
                <a:spcPts val="0"/>
              </a:spcBef>
              <a:spcAft>
                <a:spcPts val="0"/>
              </a:spcAft>
              <a:buSzPts val="1600"/>
              <a:buNone/>
              <a:defRPr sz="1200">
                <a:solidFill>
                  <a:schemeClr val="accent3"/>
                </a:solidFill>
                <a:latin typeface="Jost"/>
                <a:ea typeface="Jost"/>
                <a:cs typeface="Jost"/>
                <a:sym typeface="Jost"/>
              </a:defRPr>
            </a:lvl8pPr>
            <a:lvl9pPr lvl="8" algn="l">
              <a:lnSpc>
                <a:spcPct val="100000"/>
              </a:lnSpc>
              <a:spcBef>
                <a:spcPts val="0"/>
              </a:spcBef>
              <a:spcAft>
                <a:spcPts val="0"/>
              </a:spcAft>
              <a:buSzPts val="1600"/>
              <a:buNone/>
              <a:defRPr sz="1200">
                <a:solidFill>
                  <a:schemeClr val="accent3"/>
                </a:solidFill>
                <a:latin typeface="Jost"/>
                <a:ea typeface="Jost"/>
                <a:cs typeface="Jost"/>
                <a:sym typeface="Jost"/>
              </a:defRPr>
            </a:lvl9pPr>
          </a:lstStyle>
          <a:p/>
        </p:txBody>
      </p:sp>
      <p:sp>
        <p:nvSpPr>
          <p:cNvPr id="620" name="Google Shape;620;g3a0a694c39d_1_2083"/>
          <p:cNvSpPr txBox="1"/>
          <p:nvPr>
            <p:ph idx="22" type="body"/>
          </p:nvPr>
        </p:nvSpPr>
        <p:spPr>
          <a:xfrm>
            <a:off x="10195581" y="5134067"/>
            <a:ext cx="1719300" cy="951900"/>
          </a:xfrm>
          <a:prstGeom prst="rect">
            <a:avLst/>
          </a:prstGeom>
          <a:noFill/>
          <a:ln>
            <a:noFill/>
          </a:ln>
        </p:spPr>
        <p:txBody>
          <a:bodyPr anchorCtr="0" anchor="t" bIns="0" lIns="0" spcFirstLastPara="1" rIns="0" wrap="square" tIns="0">
            <a:noAutofit/>
          </a:bodyPr>
          <a:lstStyle>
            <a:lvl1pPr indent="-304800" lvl="0" marL="457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1pPr>
            <a:lvl2pPr indent="-304800" lvl="1" marL="914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2pPr>
            <a:lvl3pPr indent="-304800" lvl="2" marL="1371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3pPr>
            <a:lvl4pPr indent="-304800" lvl="3" marL="1828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4pPr>
            <a:lvl5pPr indent="-304800" lvl="4" marL="22860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5pPr>
            <a:lvl6pPr indent="-304800" lvl="5" marL="27432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6pPr>
            <a:lvl7pPr indent="-304800" lvl="6" marL="32004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7pPr>
            <a:lvl8pPr indent="-304800" lvl="7" marL="36576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8pPr>
            <a:lvl9pPr indent="-304800" lvl="8" marL="4114800" algn="l">
              <a:lnSpc>
                <a:spcPct val="100000"/>
              </a:lnSpc>
              <a:spcBef>
                <a:spcPts val="0"/>
              </a:spcBef>
              <a:spcAft>
                <a:spcPts val="0"/>
              </a:spcAft>
              <a:buClr>
                <a:schemeClr val="dk1"/>
              </a:buClr>
              <a:buSzPts val="1200"/>
              <a:buFont typeface="Jost Light"/>
              <a:buChar char="■"/>
              <a:defRPr sz="1200">
                <a:latin typeface="Jost Light"/>
                <a:ea typeface="Jost Light"/>
                <a:cs typeface="Jost Light"/>
                <a:sym typeface="Jost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621" name="Shape 621"/>
        <p:cNvGrpSpPr/>
        <p:nvPr/>
      </p:nvGrpSpPr>
      <p:grpSpPr>
        <a:xfrm>
          <a:off x="0" y="0"/>
          <a:ext cx="0" cy="0"/>
          <a:chOff x="0" y="0"/>
          <a:chExt cx="0" cy="0"/>
        </a:xfrm>
      </p:grpSpPr>
      <p:sp>
        <p:nvSpPr>
          <p:cNvPr id="622" name="Google Shape;622;g3a0a694c39d_1_2105"/>
          <p:cNvSpPr/>
          <p:nvPr/>
        </p:nvSpPr>
        <p:spPr>
          <a:xfrm rot="-5400000">
            <a:off x="0" y="1088700"/>
            <a:ext cx="5769300" cy="5769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623" name="Google Shape;623;g3a0a694c39d_1_2105"/>
          <p:cNvSpPr/>
          <p:nvPr/>
        </p:nvSpPr>
        <p:spPr>
          <a:xfrm rot="5400000">
            <a:off x="6422700" y="0"/>
            <a:ext cx="5769300" cy="57693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Figtree"/>
              <a:ea typeface="Figtree"/>
              <a:cs typeface="Figtree"/>
              <a:sym typeface="Figtree"/>
            </a:endParaRPr>
          </a:p>
        </p:txBody>
      </p:sp>
      <p:sp>
        <p:nvSpPr>
          <p:cNvPr id="624" name="Google Shape;624;g3a0a694c39d_1_2105"/>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625" name="Google Shape;625;g3a0a694c39d_1_2105"/>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1600"/>
              <a:buFont typeface="Figtree"/>
              <a:buNone/>
              <a:defRPr/>
            </a:lvl2pPr>
            <a:lvl3pPr lvl="2" algn="l">
              <a:lnSpc>
                <a:spcPct val="100000"/>
              </a:lnSpc>
              <a:spcBef>
                <a:spcPts val="0"/>
              </a:spcBef>
              <a:spcAft>
                <a:spcPts val="0"/>
              </a:spcAft>
              <a:buSzPts val="1600"/>
              <a:buFont typeface="Figtree"/>
              <a:buNone/>
              <a:defRPr/>
            </a:lvl3pPr>
            <a:lvl4pPr lvl="3" algn="l">
              <a:lnSpc>
                <a:spcPct val="100000"/>
              </a:lnSpc>
              <a:spcBef>
                <a:spcPts val="0"/>
              </a:spcBef>
              <a:spcAft>
                <a:spcPts val="0"/>
              </a:spcAft>
              <a:buSzPts val="1600"/>
              <a:buFont typeface="Figtree"/>
              <a:buNone/>
              <a:defRPr/>
            </a:lvl4pPr>
            <a:lvl5pPr lvl="4" algn="l">
              <a:lnSpc>
                <a:spcPct val="100000"/>
              </a:lnSpc>
              <a:spcBef>
                <a:spcPts val="0"/>
              </a:spcBef>
              <a:spcAft>
                <a:spcPts val="0"/>
              </a:spcAft>
              <a:buSzPts val="1600"/>
              <a:buFont typeface="Figtree"/>
              <a:buNone/>
              <a:defRPr/>
            </a:lvl5pPr>
            <a:lvl6pPr lvl="5" algn="l">
              <a:lnSpc>
                <a:spcPct val="100000"/>
              </a:lnSpc>
              <a:spcBef>
                <a:spcPts val="0"/>
              </a:spcBef>
              <a:spcAft>
                <a:spcPts val="0"/>
              </a:spcAft>
              <a:buSzPts val="1600"/>
              <a:buFont typeface="Figtree"/>
              <a:buNone/>
              <a:defRPr/>
            </a:lvl6pPr>
            <a:lvl7pPr lvl="6" algn="l">
              <a:lnSpc>
                <a:spcPct val="100000"/>
              </a:lnSpc>
              <a:spcBef>
                <a:spcPts val="0"/>
              </a:spcBef>
              <a:spcAft>
                <a:spcPts val="0"/>
              </a:spcAft>
              <a:buSzPts val="1600"/>
              <a:buFont typeface="Figtree"/>
              <a:buNone/>
              <a:defRPr/>
            </a:lvl7pPr>
            <a:lvl8pPr lvl="7" algn="l">
              <a:lnSpc>
                <a:spcPct val="100000"/>
              </a:lnSpc>
              <a:spcBef>
                <a:spcPts val="0"/>
              </a:spcBef>
              <a:spcAft>
                <a:spcPts val="0"/>
              </a:spcAft>
              <a:buSzPts val="1600"/>
              <a:buFont typeface="Figtree"/>
              <a:buNone/>
              <a:defRPr/>
            </a:lvl8pPr>
            <a:lvl9pPr lvl="8" algn="l">
              <a:lnSpc>
                <a:spcPct val="100000"/>
              </a:lnSpc>
              <a:spcBef>
                <a:spcPts val="0"/>
              </a:spcBef>
              <a:spcAft>
                <a:spcPts val="0"/>
              </a:spcAft>
              <a:buSzPts val="1600"/>
              <a:buFont typeface="Figtree"/>
              <a:buNone/>
              <a:defRPr/>
            </a:lvl9pPr>
          </a:lstStyle>
          <a:p/>
        </p:txBody>
      </p:sp>
      <p:sp>
        <p:nvSpPr>
          <p:cNvPr id="626" name="Google Shape;626;g3a0a694c39d_1_2105"/>
          <p:cNvSpPr/>
          <p:nvPr/>
        </p:nvSpPr>
        <p:spPr>
          <a:xfrm>
            <a:off x="304867" y="609600"/>
            <a:ext cx="11582400" cy="5635200"/>
          </a:xfrm>
          <a:prstGeom prst="roundRect">
            <a:avLst>
              <a:gd fmla="val 6822" name="adj"/>
            </a:avLst>
          </a:prstGeom>
          <a:solidFill>
            <a:schemeClr val="l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Figtree"/>
                <a:ea typeface="Figtree"/>
                <a:cs typeface="Figtree"/>
                <a:sym typeface="Figtree"/>
              </a:rPr>
              <a:t>v</a:t>
            </a:r>
            <a:endParaRPr b="0" i="0" sz="1900" u="none" cap="none" strike="noStrike">
              <a:solidFill>
                <a:schemeClr val="lt1"/>
              </a:solidFill>
              <a:latin typeface="Figtree"/>
              <a:ea typeface="Figtree"/>
              <a:cs typeface="Figtree"/>
              <a:sym typeface="Figtree"/>
            </a:endParaRPr>
          </a:p>
        </p:txBody>
      </p:sp>
      <p:sp>
        <p:nvSpPr>
          <p:cNvPr id="627" name="Google Shape;627;g3a0a694c39d_1_2105"/>
          <p:cNvSpPr txBox="1"/>
          <p:nvPr>
            <p:ph idx="3" type="title"/>
          </p:nvPr>
        </p:nvSpPr>
        <p:spPr>
          <a:xfrm>
            <a:off x="1672067" y="2271210"/>
            <a:ext cx="8847900" cy="17061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10700"/>
              <a:buNone/>
              <a:defRPr sz="10700"/>
            </a:lvl1pPr>
            <a:lvl2pPr lvl="1"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10700"/>
              <a:buFont typeface="Figtree"/>
              <a:buNone/>
              <a:defRPr sz="10700">
                <a:solidFill>
                  <a:schemeClr val="dk1"/>
                </a:solidFill>
                <a:latin typeface="Figtree"/>
                <a:ea typeface="Figtree"/>
                <a:cs typeface="Figtree"/>
                <a:sym typeface="Figtree"/>
              </a:defRPr>
            </a:lvl9pPr>
          </a:lstStyle>
          <a:p/>
        </p:txBody>
      </p:sp>
      <p:sp>
        <p:nvSpPr>
          <p:cNvPr id="628" name="Google Shape;628;g3a0a694c39d_1_2105"/>
          <p:cNvSpPr txBox="1"/>
          <p:nvPr>
            <p:ph idx="1" type="subTitle"/>
          </p:nvPr>
        </p:nvSpPr>
        <p:spPr>
          <a:xfrm>
            <a:off x="2190800" y="3841400"/>
            <a:ext cx="7810500" cy="575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600"/>
              <a:buNone/>
              <a:defRPr>
                <a:solidFill>
                  <a:schemeClr val="dk2"/>
                </a:solidFill>
                <a:latin typeface="Jost"/>
                <a:ea typeface="Jost"/>
                <a:cs typeface="Jost"/>
                <a:sym typeface="Jost"/>
              </a:defRPr>
            </a:lvl1pPr>
            <a:lvl2pPr lvl="1" algn="ctr">
              <a:lnSpc>
                <a:spcPct val="95000"/>
              </a:lnSpc>
              <a:spcBef>
                <a:spcPts val="0"/>
              </a:spcBef>
              <a:spcAft>
                <a:spcPts val="0"/>
              </a:spcAft>
              <a:buSzPts val="1600"/>
              <a:buNone/>
              <a:defRPr>
                <a:solidFill>
                  <a:schemeClr val="dk2"/>
                </a:solidFill>
                <a:latin typeface="Jost"/>
                <a:ea typeface="Jost"/>
                <a:cs typeface="Jost"/>
                <a:sym typeface="Jost"/>
              </a:defRPr>
            </a:lvl2pPr>
            <a:lvl3pPr lvl="2" algn="ctr">
              <a:lnSpc>
                <a:spcPct val="95000"/>
              </a:lnSpc>
              <a:spcBef>
                <a:spcPts val="0"/>
              </a:spcBef>
              <a:spcAft>
                <a:spcPts val="0"/>
              </a:spcAft>
              <a:buSzPts val="1600"/>
              <a:buNone/>
              <a:defRPr>
                <a:solidFill>
                  <a:schemeClr val="dk2"/>
                </a:solidFill>
                <a:latin typeface="Jost"/>
                <a:ea typeface="Jost"/>
                <a:cs typeface="Jost"/>
                <a:sym typeface="Jost"/>
              </a:defRPr>
            </a:lvl3pPr>
            <a:lvl4pPr lvl="3" algn="ctr">
              <a:lnSpc>
                <a:spcPct val="95000"/>
              </a:lnSpc>
              <a:spcBef>
                <a:spcPts val="0"/>
              </a:spcBef>
              <a:spcAft>
                <a:spcPts val="0"/>
              </a:spcAft>
              <a:buSzPts val="1600"/>
              <a:buNone/>
              <a:defRPr>
                <a:solidFill>
                  <a:schemeClr val="dk2"/>
                </a:solidFill>
                <a:latin typeface="Jost"/>
                <a:ea typeface="Jost"/>
                <a:cs typeface="Jost"/>
                <a:sym typeface="Jost"/>
              </a:defRPr>
            </a:lvl4pPr>
            <a:lvl5pPr lvl="4" algn="ctr">
              <a:lnSpc>
                <a:spcPct val="95000"/>
              </a:lnSpc>
              <a:spcBef>
                <a:spcPts val="0"/>
              </a:spcBef>
              <a:spcAft>
                <a:spcPts val="0"/>
              </a:spcAft>
              <a:buSzPts val="1600"/>
              <a:buNone/>
              <a:defRPr>
                <a:solidFill>
                  <a:schemeClr val="dk2"/>
                </a:solidFill>
                <a:latin typeface="Jost"/>
                <a:ea typeface="Jost"/>
                <a:cs typeface="Jost"/>
                <a:sym typeface="Jost"/>
              </a:defRPr>
            </a:lvl5pPr>
            <a:lvl6pPr lvl="5" algn="ctr">
              <a:lnSpc>
                <a:spcPct val="95000"/>
              </a:lnSpc>
              <a:spcBef>
                <a:spcPts val="0"/>
              </a:spcBef>
              <a:spcAft>
                <a:spcPts val="0"/>
              </a:spcAft>
              <a:buSzPts val="1600"/>
              <a:buNone/>
              <a:defRPr>
                <a:solidFill>
                  <a:schemeClr val="dk2"/>
                </a:solidFill>
                <a:latin typeface="Jost"/>
                <a:ea typeface="Jost"/>
                <a:cs typeface="Jost"/>
                <a:sym typeface="Jost"/>
              </a:defRPr>
            </a:lvl6pPr>
            <a:lvl7pPr lvl="6" algn="ctr">
              <a:lnSpc>
                <a:spcPct val="95000"/>
              </a:lnSpc>
              <a:spcBef>
                <a:spcPts val="0"/>
              </a:spcBef>
              <a:spcAft>
                <a:spcPts val="0"/>
              </a:spcAft>
              <a:buSzPts val="1600"/>
              <a:buNone/>
              <a:defRPr>
                <a:solidFill>
                  <a:schemeClr val="dk2"/>
                </a:solidFill>
                <a:latin typeface="Jost"/>
                <a:ea typeface="Jost"/>
                <a:cs typeface="Jost"/>
                <a:sym typeface="Jost"/>
              </a:defRPr>
            </a:lvl7pPr>
            <a:lvl8pPr lvl="7" algn="ctr">
              <a:lnSpc>
                <a:spcPct val="95000"/>
              </a:lnSpc>
              <a:spcBef>
                <a:spcPts val="0"/>
              </a:spcBef>
              <a:spcAft>
                <a:spcPts val="0"/>
              </a:spcAft>
              <a:buSzPts val="1600"/>
              <a:buNone/>
              <a:defRPr>
                <a:solidFill>
                  <a:schemeClr val="dk2"/>
                </a:solidFill>
                <a:latin typeface="Jost"/>
                <a:ea typeface="Jost"/>
                <a:cs typeface="Jost"/>
                <a:sym typeface="Jost"/>
              </a:defRPr>
            </a:lvl8pPr>
            <a:lvl9pPr lvl="8" algn="ctr">
              <a:lnSpc>
                <a:spcPct val="95000"/>
              </a:lnSpc>
              <a:spcBef>
                <a:spcPts val="0"/>
              </a:spcBef>
              <a:spcAft>
                <a:spcPts val="0"/>
              </a:spcAft>
              <a:buSzPts val="1600"/>
              <a:buNone/>
              <a:defRPr>
                <a:solidFill>
                  <a:schemeClr val="dk2"/>
                </a:solidFill>
                <a:latin typeface="Jost"/>
                <a:ea typeface="Jost"/>
                <a:cs typeface="Jost"/>
                <a:sym typeface="Jos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29" name="Shape 629"/>
        <p:cNvGrpSpPr/>
        <p:nvPr/>
      </p:nvGrpSpPr>
      <p:grpSpPr>
        <a:xfrm>
          <a:off x="0" y="0"/>
          <a:ext cx="0" cy="0"/>
          <a:chOff x="0" y="0"/>
          <a:chExt cx="0" cy="0"/>
        </a:xfrm>
      </p:grpSpPr>
      <p:sp>
        <p:nvSpPr>
          <p:cNvPr id="630" name="Google Shape;630;g3a0a694c39d_1_211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631" name="Google Shape;631;g3a0a694c39d_1_2113"/>
          <p:cNvSpPr txBox="1"/>
          <p:nvPr>
            <p:ph idx="1" type="subTitle"/>
          </p:nvPr>
        </p:nvSpPr>
        <p:spPr>
          <a:xfrm>
            <a:off x="415600" y="3778833"/>
            <a:ext cx="11360700" cy="1056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32" name="Shape 632"/>
        <p:cNvGrpSpPr/>
        <p:nvPr/>
      </p:nvGrpSpPr>
      <p:grpSpPr>
        <a:xfrm>
          <a:off x="0" y="0"/>
          <a:ext cx="0" cy="0"/>
          <a:chOff x="0" y="0"/>
          <a:chExt cx="0" cy="0"/>
        </a:xfrm>
      </p:grpSpPr>
      <p:sp>
        <p:nvSpPr>
          <p:cNvPr id="633" name="Google Shape;633;g3a0a694c39d_1_211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34" name="Shape 634"/>
        <p:cNvGrpSpPr/>
        <p:nvPr/>
      </p:nvGrpSpPr>
      <p:grpSpPr>
        <a:xfrm>
          <a:off x="0" y="0"/>
          <a:ext cx="0" cy="0"/>
          <a:chOff x="0" y="0"/>
          <a:chExt cx="0" cy="0"/>
        </a:xfrm>
      </p:grpSpPr>
      <p:sp>
        <p:nvSpPr>
          <p:cNvPr id="635" name="Google Shape;635;g3a0a694c39d_1_211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636" name="Google Shape;636;g3a0a694c39d_1_211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37" name="Shape 637"/>
        <p:cNvGrpSpPr/>
        <p:nvPr/>
      </p:nvGrpSpPr>
      <p:grpSpPr>
        <a:xfrm>
          <a:off x="0" y="0"/>
          <a:ext cx="0" cy="0"/>
          <a:chOff x="0" y="0"/>
          <a:chExt cx="0" cy="0"/>
        </a:xfrm>
      </p:grpSpPr>
      <p:sp>
        <p:nvSpPr>
          <p:cNvPr id="638" name="Google Shape;638;g3a0a694c39d_1_212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639" name="Google Shape;639;g3a0a694c39d_1_2121"/>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40" name="Google Shape;640;g3a0a694c39d_1_2121"/>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41" name="Shape 641"/>
        <p:cNvGrpSpPr/>
        <p:nvPr/>
      </p:nvGrpSpPr>
      <p:grpSpPr>
        <a:xfrm>
          <a:off x="0" y="0"/>
          <a:ext cx="0" cy="0"/>
          <a:chOff x="0" y="0"/>
          <a:chExt cx="0" cy="0"/>
        </a:xfrm>
      </p:grpSpPr>
      <p:sp>
        <p:nvSpPr>
          <p:cNvPr id="642" name="Google Shape;642;g3a0a694c39d_1_212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43" name="Shape 643"/>
        <p:cNvGrpSpPr/>
        <p:nvPr/>
      </p:nvGrpSpPr>
      <p:grpSpPr>
        <a:xfrm>
          <a:off x="0" y="0"/>
          <a:ext cx="0" cy="0"/>
          <a:chOff x="0" y="0"/>
          <a:chExt cx="0" cy="0"/>
        </a:xfrm>
      </p:grpSpPr>
      <p:sp>
        <p:nvSpPr>
          <p:cNvPr id="644" name="Google Shape;644;g3a0a694c39d_1_2127"/>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645" name="Google Shape;645;g3a0a694c39d_1_2127"/>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46" name="Shape 646"/>
        <p:cNvGrpSpPr/>
        <p:nvPr/>
      </p:nvGrpSpPr>
      <p:grpSpPr>
        <a:xfrm>
          <a:off x="0" y="0"/>
          <a:ext cx="0" cy="0"/>
          <a:chOff x="0" y="0"/>
          <a:chExt cx="0" cy="0"/>
        </a:xfrm>
      </p:grpSpPr>
      <p:sp>
        <p:nvSpPr>
          <p:cNvPr id="647" name="Google Shape;647;g3a0a694c39d_1_213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648" name="Shape 648"/>
        <p:cNvGrpSpPr/>
        <p:nvPr/>
      </p:nvGrpSpPr>
      <p:grpSpPr>
        <a:xfrm>
          <a:off x="0" y="0"/>
          <a:ext cx="0" cy="0"/>
          <a:chOff x="0" y="0"/>
          <a:chExt cx="0" cy="0"/>
        </a:xfrm>
      </p:grpSpPr>
      <p:sp>
        <p:nvSpPr>
          <p:cNvPr id="649" name="Google Shape;649;g3a0a694c39d_1_2132"/>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650" name="Google Shape;650;g3a0a694c39d_1_2132"/>
          <p:cNvSpPr txBox="1"/>
          <p:nvPr>
            <p:ph idx="1" type="subTitle"/>
          </p:nvPr>
        </p:nvSpPr>
        <p:spPr>
          <a:xfrm>
            <a:off x="354000" y="3737433"/>
            <a:ext cx="5393700" cy="16467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1" name="Google Shape;651;g3a0a694c39d_1_2132"/>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652" name="Shape 652"/>
        <p:cNvGrpSpPr/>
        <p:nvPr/>
      </p:nvGrpSpPr>
      <p:grpSpPr>
        <a:xfrm>
          <a:off x="0" y="0"/>
          <a:ext cx="0" cy="0"/>
          <a:chOff x="0" y="0"/>
          <a:chExt cx="0" cy="0"/>
        </a:xfrm>
      </p:grpSpPr>
      <p:sp>
        <p:nvSpPr>
          <p:cNvPr id="653" name="Google Shape;653;g3a0a694c39d_1_2136"/>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1600"/>
              <a:buNone/>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54" name="Shape 654"/>
        <p:cNvGrpSpPr/>
        <p:nvPr/>
      </p:nvGrpSpPr>
      <p:grpSpPr>
        <a:xfrm>
          <a:off x="0" y="0"/>
          <a:ext cx="0" cy="0"/>
          <a:chOff x="0" y="0"/>
          <a:chExt cx="0" cy="0"/>
        </a:xfrm>
      </p:grpSpPr>
      <p:sp>
        <p:nvSpPr>
          <p:cNvPr id="655" name="Google Shape;655;g3a0a694c39d_1_2138"/>
          <p:cNvSpPr txBox="1"/>
          <p:nvPr>
            <p:ph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
        <p:nvSpPr>
          <p:cNvPr id="656" name="Google Shape;656;g3a0a694c39d_1_213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30200" lvl="0" marL="457200" algn="ctr">
              <a:lnSpc>
                <a:spcPct val="100000"/>
              </a:lnSpc>
              <a:spcBef>
                <a:spcPts val="0"/>
              </a:spcBef>
              <a:spcAft>
                <a:spcPts val="0"/>
              </a:spcAft>
              <a:buSzPts val="1600"/>
              <a:buChar char="●"/>
              <a:defRPr/>
            </a:lvl1pPr>
            <a:lvl2pPr indent="-330200" lvl="1" marL="914400" algn="ctr">
              <a:lnSpc>
                <a:spcPct val="100000"/>
              </a:lnSpc>
              <a:spcBef>
                <a:spcPts val="0"/>
              </a:spcBef>
              <a:spcAft>
                <a:spcPts val="0"/>
              </a:spcAft>
              <a:buSzPts val="1600"/>
              <a:buChar char="○"/>
              <a:defRPr/>
            </a:lvl2pPr>
            <a:lvl3pPr indent="-330200" lvl="2" marL="1371600" algn="ctr">
              <a:lnSpc>
                <a:spcPct val="100000"/>
              </a:lnSpc>
              <a:spcBef>
                <a:spcPts val="0"/>
              </a:spcBef>
              <a:spcAft>
                <a:spcPts val="0"/>
              </a:spcAft>
              <a:buSzPts val="1600"/>
              <a:buChar char="■"/>
              <a:defRPr/>
            </a:lvl3pPr>
            <a:lvl4pPr indent="-330200" lvl="3" marL="1828800" algn="ctr">
              <a:lnSpc>
                <a:spcPct val="100000"/>
              </a:lnSpc>
              <a:spcBef>
                <a:spcPts val="0"/>
              </a:spcBef>
              <a:spcAft>
                <a:spcPts val="0"/>
              </a:spcAft>
              <a:buSzPts val="1600"/>
              <a:buChar char="●"/>
              <a:defRPr/>
            </a:lvl4pPr>
            <a:lvl5pPr indent="-330200" lvl="4" marL="2286000" algn="ctr">
              <a:lnSpc>
                <a:spcPct val="100000"/>
              </a:lnSpc>
              <a:spcBef>
                <a:spcPts val="0"/>
              </a:spcBef>
              <a:spcAft>
                <a:spcPts val="0"/>
              </a:spcAft>
              <a:buSzPts val="1600"/>
              <a:buChar char="○"/>
              <a:defRPr/>
            </a:lvl5pPr>
            <a:lvl6pPr indent="-330200" lvl="5" marL="2743200" algn="ctr">
              <a:lnSpc>
                <a:spcPct val="100000"/>
              </a:lnSpc>
              <a:spcBef>
                <a:spcPts val="0"/>
              </a:spcBef>
              <a:spcAft>
                <a:spcPts val="0"/>
              </a:spcAft>
              <a:buSzPts val="1600"/>
              <a:buChar char="■"/>
              <a:defRPr/>
            </a:lvl6pPr>
            <a:lvl7pPr indent="-330200" lvl="6" marL="3200400" algn="ctr">
              <a:lnSpc>
                <a:spcPct val="100000"/>
              </a:lnSpc>
              <a:spcBef>
                <a:spcPts val="0"/>
              </a:spcBef>
              <a:spcAft>
                <a:spcPts val="0"/>
              </a:spcAft>
              <a:buSzPts val="1600"/>
              <a:buChar char="●"/>
              <a:defRPr/>
            </a:lvl7pPr>
            <a:lvl8pPr indent="-330200" lvl="7" marL="3657600" algn="ctr">
              <a:lnSpc>
                <a:spcPct val="100000"/>
              </a:lnSpc>
              <a:spcBef>
                <a:spcPts val="0"/>
              </a:spcBef>
              <a:spcAft>
                <a:spcPts val="0"/>
              </a:spcAft>
              <a:buSzPts val="1600"/>
              <a:buChar char="○"/>
              <a:defRPr/>
            </a:lvl8pPr>
            <a:lvl9pPr indent="-330200" lvl="8" marL="4114800" algn="ctr">
              <a:lnSpc>
                <a:spcPct val="100000"/>
              </a:lnSpc>
              <a:spcBef>
                <a:spcPts val="0"/>
              </a:spcBef>
              <a:spcAft>
                <a:spcPts val="0"/>
              </a:spcAft>
              <a:buSzPts val="16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57" name="Shape 657"/>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58" name="Shape 658"/>
        <p:cNvGrpSpPr/>
        <p:nvPr/>
      </p:nvGrpSpPr>
      <p:grpSpPr>
        <a:xfrm>
          <a:off x="0" y="0"/>
          <a:ext cx="0" cy="0"/>
          <a:chOff x="0" y="0"/>
          <a:chExt cx="0" cy="0"/>
        </a:xfrm>
      </p:grpSpPr>
      <p:sp>
        <p:nvSpPr>
          <p:cNvPr id="659" name="Google Shape;659;g3a0a694c39d_1_2142"/>
          <p:cNvSpPr txBox="1"/>
          <p:nvPr>
            <p:ph type="title"/>
          </p:nvPr>
        </p:nvSpPr>
        <p:spPr>
          <a:xfrm>
            <a:off x="903100" y="2443700"/>
            <a:ext cx="4289700" cy="19788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660" name="Google Shape;660;g3a0a694c39d_1_2142"/>
          <p:cNvSpPr txBox="1"/>
          <p:nvPr>
            <p:ph idx="1" type="subTitle"/>
          </p:nvPr>
        </p:nvSpPr>
        <p:spPr>
          <a:xfrm>
            <a:off x="5875533" y="525000"/>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61" name="Google Shape;661;g3a0a694c39d_1_2142"/>
          <p:cNvSpPr txBox="1"/>
          <p:nvPr>
            <p:ph idx="2" type="subTitle"/>
          </p:nvPr>
        </p:nvSpPr>
        <p:spPr>
          <a:xfrm>
            <a:off x="5875533" y="1535607"/>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62" name="Google Shape;662;g3a0a694c39d_1_2142"/>
          <p:cNvSpPr txBox="1"/>
          <p:nvPr>
            <p:ph idx="3" type="subTitle"/>
          </p:nvPr>
        </p:nvSpPr>
        <p:spPr>
          <a:xfrm>
            <a:off x="5875533" y="4567427"/>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63" name="Google Shape;663;g3a0a694c39d_1_2142"/>
          <p:cNvSpPr txBox="1"/>
          <p:nvPr>
            <p:ph idx="4" type="subTitle"/>
          </p:nvPr>
        </p:nvSpPr>
        <p:spPr>
          <a:xfrm>
            <a:off x="5875533" y="2546213"/>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64" name="Google Shape;664;g3a0a694c39d_1_2142"/>
          <p:cNvSpPr txBox="1"/>
          <p:nvPr>
            <p:ph idx="5" type="subTitle"/>
          </p:nvPr>
        </p:nvSpPr>
        <p:spPr>
          <a:xfrm>
            <a:off x="5875533" y="5578033"/>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65" name="Google Shape;665;g3a0a694c39d_1_2142"/>
          <p:cNvSpPr txBox="1"/>
          <p:nvPr>
            <p:ph idx="6" type="subTitle"/>
          </p:nvPr>
        </p:nvSpPr>
        <p:spPr>
          <a:xfrm>
            <a:off x="5875533" y="3556820"/>
            <a:ext cx="58797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666" name="Shape 666"/>
        <p:cNvGrpSpPr/>
        <p:nvPr/>
      </p:nvGrpSpPr>
      <p:grpSpPr>
        <a:xfrm>
          <a:off x="0" y="0"/>
          <a:ext cx="0" cy="0"/>
          <a:chOff x="0" y="0"/>
          <a:chExt cx="0" cy="0"/>
        </a:xfrm>
      </p:grpSpPr>
      <p:sp>
        <p:nvSpPr>
          <p:cNvPr id="667" name="Google Shape;667;g3a0a694c39d_1_215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668" name="Google Shape;668;g3a0a694c39d_1_2150"/>
          <p:cNvSpPr txBox="1"/>
          <p:nvPr>
            <p:ph idx="1" type="body"/>
          </p:nvPr>
        </p:nvSpPr>
        <p:spPr>
          <a:xfrm>
            <a:off x="415600" y="1536633"/>
            <a:ext cx="5965200" cy="45552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69" name="Google Shape;669;g3a0a694c39d_1_2150"/>
          <p:cNvSpPr/>
          <p:nvPr>
            <p:ph idx="2" type="pic"/>
          </p:nvPr>
        </p:nvSpPr>
        <p:spPr>
          <a:xfrm>
            <a:off x="6656032" y="1537033"/>
            <a:ext cx="5120400" cy="4555200"/>
          </a:xfrm>
          <a:prstGeom prst="rect">
            <a:avLst/>
          </a:prstGeom>
          <a:no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670" name="Shape 670"/>
        <p:cNvGrpSpPr/>
        <p:nvPr/>
      </p:nvGrpSpPr>
      <p:grpSpPr>
        <a:xfrm>
          <a:off x="0" y="0"/>
          <a:ext cx="0" cy="0"/>
          <a:chOff x="0" y="0"/>
          <a:chExt cx="0" cy="0"/>
        </a:xfrm>
      </p:grpSpPr>
      <p:sp>
        <p:nvSpPr>
          <p:cNvPr id="671" name="Google Shape;671;g3a0a694c39d_1_2154"/>
          <p:cNvSpPr txBox="1"/>
          <p:nvPr>
            <p:ph type="title"/>
          </p:nvPr>
        </p:nvSpPr>
        <p:spPr>
          <a:xfrm>
            <a:off x="644233" y="600033"/>
            <a:ext cx="10912800" cy="10107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72" name="Google Shape;672;g3a0a694c39d_1_2154"/>
          <p:cNvSpPr txBox="1"/>
          <p:nvPr>
            <p:ph idx="1" type="body"/>
          </p:nvPr>
        </p:nvSpPr>
        <p:spPr>
          <a:xfrm>
            <a:off x="644200" y="2983717"/>
            <a:ext cx="4826400" cy="31647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73" name="Google Shape;673;g3a0a694c39d_1_2154"/>
          <p:cNvSpPr txBox="1"/>
          <p:nvPr>
            <p:ph idx="2" type="body"/>
          </p:nvPr>
        </p:nvSpPr>
        <p:spPr>
          <a:xfrm>
            <a:off x="6730667" y="2983717"/>
            <a:ext cx="4826400" cy="31647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74" name="Google Shape;674;g3a0a694c39d_1_2154"/>
          <p:cNvSpPr txBox="1"/>
          <p:nvPr>
            <p:ph idx="3" type="subTitle"/>
          </p:nvPr>
        </p:nvSpPr>
        <p:spPr>
          <a:xfrm>
            <a:off x="644200" y="1781548"/>
            <a:ext cx="48264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75" name="Google Shape;675;g3a0a694c39d_1_2154"/>
          <p:cNvSpPr txBox="1"/>
          <p:nvPr>
            <p:ph idx="4" type="subTitle"/>
          </p:nvPr>
        </p:nvSpPr>
        <p:spPr>
          <a:xfrm>
            <a:off x="6730667" y="1781548"/>
            <a:ext cx="4826400" cy="723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76" name="Shape 676"/>
        <p:cNvGrpSpPr/>
        <p:nvPr/>
      </p:nvGrpSpPr>
      <p:grpSpPr>
        <a:xfrm>
          <a:off x="0" y="0"/>
          <a:ext cx="0" cy="0"/>
          <a:chOff x="0" y="0"/>
          <a:chExt cx="0" cy="0"/>
        </a:xfrm>
      </p:grpSpPr>
      <p:sp>
        <p:nvSpPr>
          <p:cNvPr id="677" name="Google Shape;677;g3a0a694c39d_1_2160"/>
          <p:cNvSpPr txBox="1"/>
          <p:nvPr>
            <p:ph idx="1" type="body"/>
          </p:nvPr>
        </p:nvSpPr>
        <p:spPr>
          <a:xfrm>
            <a:off x="644233" y="3223333"/>
            <a:ext cx="3273900" cy="31647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78" name="Google Shape;678;g3a0a694c39d_1_2160"/>
          <p:cNvSpPr txBox="1"/>
          <p:nvPr>
            <p:ph idx="2" type="body"/>
          </p:nvPr>
        </p:nvSpPr>
        <p:spPr>
          <a:xfrm>
            <a:off x="4463633" y="3223333"/>
            <a:ext cx="3273900" cy="31647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79" name="Google Shape;679;g3a0a694c39d_1_2160"/>
          <p:cNvSpPr txBox="1"/>
          <p:nvPr>
            <p:ph type="title"/>
          </p:nvPr>
        </p:nvSpPr>
        <p:spPr>
          <a:xfrm>
            <a:off x="644233" y="600033"/>
            <a:ext cx="10912800" cy="10107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80" name="Google Shape;680;g3a0a694c39d_1_2160"/>
          <p:cNvSpPr txBox="1"/>
          <p:nvPr>
            <p:ph idx="3" type="subTitle"/>
          </p:nvPr>
        </p:nvSpPr>
        <p:spPr>
          <a:xfrm>
            <a:off x="644233" y="1781533"/>
            <a:ext cx="3273900" cy="103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81" name="Google Shape;681;g3a0a694c39d_1_2160"/>
          <p:cNvSpPr txBox="1"/>
          <p:nvPr>
            <p:ph idx="4" type="subTitle"/>
          </p:nvPr>
        </p:nvSpPr>
        <p:spPr>
          <a:xfrm>
            <a:off x="4463633" y="1781533"/>
            <a:ext cx="3273900" cy="103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82" name="Google Shape;682;g3a0a694c39d_1_2160"/>
          <p:cNvSpPr txBox="1"/>
          <p:nvPr>
            <p:ph idx="5" type="subTitle"/>
          </p:nvPr>
        </p:nvSpPr>
        <p:spPr>
          <a:xfrm>
            <a:off x="8283033" y="1781533"/>
            <a:ext cx="3273900" cy="103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83" name="Google Shape;683;g3a0a694c39d_1_2160"/>
          <p:cNvSpPr txBox="1"/>
          <p:nvPr>
            <p:ph idx="6" type="body"/>
          </p:nvPr>
        </p:nvSpPr>
        <p:spPr>
          <a:xfrm>
            <a:off x="8283033" y="3223333"/>
            <a:ext cx="3273900" cy="31647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84" name="Shape 684"/>
        <p:cNvGrpSpPr/>
        <p:nvPr/>
      </p:nvGrpSpPr>
      <p:grpSpPr>
        <a:xfrm>
          <a:off x="0" y="0"/>
          <a:ext cx="0" cy="0"/>
          <a:chOff x="0" y="0"/>
          <a:chExt cx="0" cy="0"/>
        </a:xfrm>
      </p:grpSpPr>
      <p:sp>
        <p:nvSpPr>
          <p:cNvPr id="685" name="Google Shape;685;g3a0a694c39d_1_2168"/>
          <p:cNvSpPr txBox="1"/>
          <p:nvPr>
            <p:ph idx="1" type="body"/>
          </p:nvPr>
        </p:nvSpPr>
        <p:spPr>
          <a:xfrm>
            <a:off x="488967" y="2345458"/>
            <a:ext cx="5118000" cy="15180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86" name="Google Shape;686;g3a0a694c39d_1_2168"/>
          <p:cNvSpPr txBox="1"/>
          <p:nvPr>
            <p:ph idx="2" type="body"/>
          </p:nvPr>
        </p:nvSpPr>
        <p:spPr>
          <a:xfrm>
            <a:off x="6584967" y="2345458"/>
            <a:ext cx="5118000" cy="15180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87" name="Google Shape;687;g3a0a694c39d_1_2168"/>
          <p:cNvSpPr txBox="1"/>
          <p:nvPr>
            <p:ph idx="3" type="body"/>
          </p:nvPr>
        </p:nvSpPr>
        <p:spPr>
          <a:xfrm>
            <a:off x="489000" y="4864767"/>
            <a:ext cx="5118000" cy="15180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88" name="Google Shape;688;g3a0a694c39d_1_2168"/>
          <p:cNvSpPr txBox="1"/>
          <p:nvPr>
            <p:ph idx="4" type="body"/>
          </p:nvPr>
        </p:nvSpPr>
        <p:spPr>
          <a:xfrm>
            <a:off x="6585000" y="4864767"/>
            <a:ext cx="5118000" cy="15180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89" name="Google Shape;689;g3a0a694c39d_1_2168"/>
          <p:cNvSpPr txBox="1"/>
          <p:nvPr>
            <p:ph type="title"/>
          </p:nvPr>
        </p:nvSpPr>
        <p:spPr>
          <a:xfrm>
            <a:off x="489000" y="600033"/>
            <a:ext cx="10912800" cy="10107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90" name="Google Shape;690;g3a0a694c39d_1_2168"/>
          <p:cNvSpPr txBox="1"/>
          <p:nvPr>
            <p:ph idx="5" type="subTitle"/>
          </p:nvPr>
        </p:nvSpPr>
        <p:spPr>
          <a:xfrm>
            <a:off x="489017" y="1703876"/>
            <a:ext cx="5118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91" name="Google Shape;691;g3a0a694c39d_1_2168"/>
          <p:cNvSpPr txBox="1"/>
          <p:nvPr>
            <p:ph idx="6" type="subTitle"/>
          </p:nvPr>
        </p:nvSpPr>
        <p:spPr>
          <a:xfrm>
            <a:off x="6584983" y="1703876"/>
            <a:ext cx="5118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92" name="Google Shape;692;g3a0a694c39d_1_2168"/>
          <p:cNvSpPr txBox="1"/>
          <p:nvPr>
            <p:ph idx="7" type="subTitle"/>
          </p:nvPr>
        </p:nvSpPr>
        <p:spPr>
          <a:xfrm>
            <a:off x="6585014" y="4223150"/>
            <a:ext cx="5118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
        <p:nvSpPr>
          <p:cNvPr id="693" name="Google Shape;693;g3a0a694c39d_1_2168"/>
          <p:cNvSpPr txBox="1"/>
          <p:nvPr>
            <p:ph idx="8" type="subTitle"/>
          </p:nvPr>
        </p:nvSpPr>
        <p:spPr>
          <a:xfrm>
            <a:off x="489000" y="4223150"/>
            <a:ext cx="5118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700"/>
              <a:buNone/>
              <a:defRPr sz="2700"/>
            </a:lvl1pPr>
            <a:lvl2pPr lvl="1" algn="l">
              <a:lnSpc>
                <a:spcPct val="100000"/>
              </a:lnSpc>
              <a:spcBef>
                <a:spcPts val="0"/>
              </a:spcBef>
              <a:spcAft>
                <a:spcPts val="0"/>
              </a:spcAft>
              <a:buSzPts val="2700"/>
              <a:buNone/>
              <a:defRPr sz="2700"/>
            </a:lvl2pPr>
            <a:lvl3pPr lvl="2" algn="l">
              <a:lnSpc>
                <a:spcPct val="100000"/>
              </a:lnSpc>
              <a:spcBef>
                <a:spcPts val="0"/>
              </a:spcBef>
              <a:spcAft>
                <a:spcPts val="0"/>
              </a:spcAft>
              <a:buSzPts val="2700"/>
              <a:buNone/>
              <a:defRPr sz="2700"/>
            </a:lvl3pPr>
            <a:lvl4pPr lvl="3" algn="l">
              <a:lnSpc>
                <a:spcPct val="100000"/>
              </a:lnSpc>
              <a:spcBef>
                <a:spcPts val="0"/>
              </a:spcBef>
              <a:spcAft>
                <a:spcPts val="0"/>
              </a:spcAft>
              <a:buSzPts val="2700"/>
              <a:buNone/>
              <a:defRPr sz="2700"/>
            </a:lvl4pPr>
            <a:lvl5pPr lvl="4" algn="l">
              <a:lnSpc>
                <a:spcPct val="100000"/>
              </a:lnSpc>
              <a:spcBef>
                <a:spcPts val="0"/>
              </a:spcBef>
              <a:spcAft>
                <a:spcPts val="0"/>
              </a:spcAft>
              <a:buSzPts val="2700"/>
              <a:buNone/>
              <a:defRPr sz="2700"/>
            </a:lvl5pPr>
            <a:lvl6pPr lvl="5" algn="l">
              <a:lnSpc>
                <a:spcPct val="100000"/>
              </a:lnSpc>
              <a:spcBef>
                <a:spcPts val="0"/>
              </a:spcBef>
              <a:spcAft>
                <a:spcPts val="0"/>
              </a:spcAft>
              <a:buSzPts val="2700"/>
              <a:buNone/>
              <a:defRPr sz="2700"/>
            </a:lvl6pPr>
            <a:lvl7pPr lvl="6" algn="l">
              <a:lnSpc>
                <a:spcPct val="100000"/>
              </a:lnSpc>
              <a:spcBef>
                <a:spcPts val="0"/>
              </a:spcBef>
              <a:spcAft>
                <a:spcPts val="0"/>
              </a:spcAft>
              <a:buSzPts val="2700"/>
              <a:buNone/>
              <a:defRPr sz="2700"/>
            </a:lvl7pPr>
            <a:lvl8pPr lvl="7" algn="l">
              <a:lnSpc>
                <a:spcPct val="100000"/>
              </a:lnSpc>
              <a:spcBef>
                <a:spcPts val="0"/>
              </a:spcBef>
              <a:spcAft>
                <a:spcPts val="0"/>
              </a:spcAft>
              <a:buSzPts val="2700"/>
              <a:buNone/>
              <a:defRPr sz="2700"/>
            </a:lvl8pPr>
            <a:lvl9pPr lvl="8" algn="l">
              <a:lnSpc>
                <a:spcPct val="100000"/>
              </a:lnSpc>
              <a:spcBef>
                <a:spcPts val="0"/>
              </a:spcBef>
              <a:spcAft>
                <a:spcPts val="0"/>
              </a:spcAft>
              <a:buSzPts val="2700"/>
              <a:buNone/>
              <a:defRPr sz="27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94" name="Shape 694"/>
        <p:cNvGrpSpPr/>
        <p:nvPr/>
      </p:nvGrpSpPr>
      <p:grpSpPr>
        <a:xfrm>
          <a:off x="0" y="0"/>
          <a:ext cx="0" cy="0"/>
          <a:chOff x="0" y="0"/>
          <a:chExt cx="0" cy="0"/>
        </a:xfrm>
      </p:grpSpPr>
      <p:sp>
        <p:nvSpPr>
          <p:cNvPr id="695" name="Google Shape;695;g3a0a694c39d_1_217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696" name="Google Shape;696;g3a0a694c39d_1_2178"/>
          <p:cNvSpPr/>
          <p:nvPr>
            <p:ph idx="2" type="pic"/>
          </p:nvPr>
        </p:nvSpPr>
        <p:spPr>
          <a:xfrm>
            <a:off x="415600" y="1560567"/>
            <a:ext cx="11360700" cy="4657200"/>
          </a:xfrm>
          <a:prstGeom prst="rect">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97" name="Shape 697"/>
        <p:cNvGrpSpPr/>
        <p:nvPr/>
      </p:nvGrpSpPr>
      <p:grpSpPr>
        <a:xfrm>
          <a:off x="0" y="0"/>
          <a:ext cx="0" cy="0"/>
          <a:chOff x="0" y="0"/>
          <a:chExt cx="0" cy="0"/>
        </a:xfrm>
      </p:grpSpPr>
      <p:sp>
        <p:nvSpPr>
          <p:cNvPr id="698" name="Google Shape;698;g3a0a694c39d_1_2181"/>
          <p:cNvSpPr txBox="1"/>
          <p:nvPr>
            <p:ph idx="1" type="body"/>
          </p:nvPr>
        </p:nvSpPr>
        <p:spPr>
          <a:xfrm>
            <a:off x="415600" y="5440300"/>
            <a:ext cx="5370000" cy="12348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699" name="Google Shape;699;g3a0a694c39d_1_2181"/>
          <p:cNvSpPr/>
          <p:nvPr>
            <p:ph idx="2" type="pic"/>
          </p:nvPr>
        </p:nvSpPr>
        <p:spPr>
          <a:xfrm>
            <a:off x="6406433" y="1511067"/>
            <a:ext cx="5370000" cy="3190500"/>
          </a:xfrm>
          <a:prstGeom prst="rect">
            <a:avLst/>
          </a:prstGeom>
          <a:noFill/>
          <a:ln>
            <a:noFill/>
          </a:ln>
        </p:spPr>
      </p:sp>
      <p:sp>
        <p:nvSpPr>
          <p:cNvPr id="700" name="Google Shape;700;g3a0a694c39d_1_2181"/>
          <p:cNvSpPr/>
          <p:nvPr>
            <p:ph idx="3" type="pic"/>
          </p:nvPr>
        </p:nvSpPr>
        <p:spPr>
          <a:xfrm>
            <a:off x="415633" y="1511067"/>
            <a:ext cx="5370000" cy="3190500"/>
          </a:xfrm>
          <a:prstGeom prst="rect">
            <a:avLst/>
          </a:prstGeom>
          <a:noFill/>
          <a:ln>
            <a:noFill/>
          </a:ln>
        </p:spPr>
      </p:sp>
      <p:sp>
        <p:nvSpPr>
          <p:cNvPr id="701" name="Google Shape;701;g3a0a694c39d_1_2181"/>
          <p:cNvSpPr txBox="1"/>
          <p:nvPr>
            <p:ph idx="4" type="body"/>
          </p:nvPr>
        </p:nvSpPr>
        <p:spPr>
          <a:xfrm>
            <a:off x="6406433" y="5440300"/>
            <a:ext cx="5370000" cy="12348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702" name="Google Shape;702;g3a0a694c39d_1_218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703" name="Google Shape;703;g3a0a694c39d_1_2181"/>
          <p:cNvSpPr txBox="1"/>
          <p:nvPr>
            <p:ph idx="5" type="subTitle"/>
          </p:nvPr>
        </p:nvSpPr>
        <p:spPr>
          <a:xfrm>
            <a:off x="415633" y="4777200"/>
            <a:ext cx="5370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04" name="Google Shape;704;g3a0a694c39d_1_2181"/>
          <p:cNvSpPr txBox="1"/>
          <p:nvPr>
            <p:ph idx="6" type="subTitle"/>
          </p:nvPr>
        </p:nvSpPr>
        <p:spPr>
          <a:xfrm>
            <a:off x="6406433" y="4777200"/>
            <a:ext cx="53700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705" name="Shape 705"/>
        <p:cNvGrpSpPr/>
        <p:nvPr/>
      </p:nvGrpSpPr>
      <p:grpSpPr>
        <a:xfrm>
          <a:off x="0" y="0"/>
          <a:ext cx="0" cy="0"/>
          <a:chOff x="0" y="0"/>
          <a:chExt cx="0" cy="0"/>
        </a:xfrm>
      </p:grpSpPr>
      <p:sp>
        <p:nvSpPr>
          <p:cNvPr id="706" name="Google Shape;706;g3a0a694c39d_1_2189"/>
          <p:cNvSpPr txBox="1"/>
          <p:nvPr>
            <p:ph idx="1" type="body"/>
          </p:nvPr>
        </p:nvSpPr>
        <p:spPr>
          <a:xfrm>
            <a:off x="415600" y="5215600"/>
            <a:ext cx="3502800" cy="13581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707" name="Google Shape;707;g3a0a694c39d_1_2189"/>
          <p:cNvSpPr/>
          <p:nvPr>
            <p:ph idx="2" type="pic"/>
          </p:nvPr>
        </p:nvSpPr>
        <p:spPr>
          <a:xfrm>
            <a:off x="8273633" y="1504433"/>
            <a:ext cx="3502800" cy="3030900"/>
          </a:xfrm>
          <a:prstGeom prst="rect">
            <a:avLst/>
          </a:prstGeom>
          <a:noFill/>
          <a:ln>
            <a:noFill/>
          </a:ln>
        </p:spPr>
      </p:sp>
      <p:sp>
        <p:nvSpPr>
          <p:cNvPr id="708" name="Google Shape;708;g3a0a694c39d_1_2189"/>
          <p:cNvSpPr/>
          <p:nvPr>
            <p:ph idx="3" type="pic"/>
          </p:nvPr>
        </p:nvSpPr>
        <p:spPr>
          <a:xfrm>
            <a:off x="415633" y="1504433"/>
            <a:ext cx="3502800" cy="3030900"/>
          </a:xfrm>
          <a:prstGeom prst="rect">
            <a:avLst/>
          </a:prstGeom>
          <a:noFill/>
          <a:ln>
            <a:noFill/>
          </a:ln>
        </p:spPr>
      </p:sp>
      <p:sp>
        <p:nvSpPr>
          <p:cNvPr id="709" name="Google Shape;709;g3a0a694c39d_1_2189"/>
          <p:cNvSpPr txBox="1"/>
          <p:nvPr>
            <p:ph idx="4" type="body"/>
          </p:nvPr>
        </p:nvSpPr>
        <p:spPr>
          <a:xfrm>
            <a:off x="8273633" y="5215600"/>
            <a:ext cx="3502800" cy="13581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710" name="Google Shape;710;g3a0a694c39d_1_2189"/>
          <p:cNvSpPr/>
          <p:nvPr>
            <p:ph idx="5" type="pic"/>
          </p:nvPr>
        </p:nvSpPr>
        <p:spPr>
          <a:xfrm>
            <a:off x="4340333" y="1504433"/>
            <a:ext cx="3502800" cy="3030900"/>
          </a:xfrm>
          <a:prstGeom prst="rect">
            <a:avLst/>
          </a:prstGeom>
          <a:noFill/>
          <a:ln>
            <a:noFill/>
          </a:ln>
        </p:spPr>
      </p:sp>
      <p:sp>
        <p:nvSpPr>
          <p:cNvPr id="711" name="Google Shape;711;g3a0a694c39d_1_2189"/>
          <p:cNvSpPr txBox="1"/>
          <p:nvPr>
            <p:ph idx="6" type="body"/>
          </p:nvPr>
        </p:nvSpPr>
        <p:spPr>
          <a:xfrm>
            <a:off x="4340333" y="5215600"/>
            <a:ext cx="3502800" cy="13581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712" name="Google Shape;712;g3a0a694c39d_1_2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713" name="Google Shape;713;g3a0a694c39d_1_2189"/>
          <p:cNvSpPr txBox="1"/>
          <p:nvPr>
            <p:ph idx="7" type="subTitle"/>
          </p:nvPr>
        </p:nvSpPr>
        <p:spPr>
          <a:xfrm>
            <a:off x="415633" y="4574000"/>
            <a:ext cx="35028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14" name="Google Shape;714;g3a0a694c39d_1_2189"/>
          <p:cNvSpPr txBox="1"/>
          <p:nvPr>
            <p:ph idx="8" type="subTitle"/>
          </p:nvPr>
        </p:nvSpPr>
        <p:spPr>
          <a:xfrm>
            <a:off x="8273633" y="4574000"/>
            <a:ext cx="35028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15" name="Google Shape;715;g3a0a694c39d_1_2189"/>
          <p:cNvSpPr txBox="1"/>
          <p:nvPr>
            <p:ph idx="9" type="subTitle"/>
          </p:nvPr>
        </p:nvSpPr>
        <p:spPr>
          <a:xfrm>
            <a:off x="4340333" y="4574000"/>
            <a:ext cx="3502800" cy="641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716" name="Shape 716"/>
        <p:cNvGrpSpPr/>
        <p:nvPr/>
      </p:nvGrpSpPr>
      <p:grpSpPr>
        <a:xfrm>
          <a:off x="0" y="0"/>
          <a:ext cx="0" cy="0"/>
          <a:chOff x="0" y="0"/>
          <a:chExt cx="0" cy="0"/>
        </a:xfrm>
      </p:grpSpPr>
      <p:sp>
        <p:nvSpPr>
          <p:cNvPr id="717" name="Google Shape;717;g3a0a694c39d_1_2200"/>
          <p:cNvSpPr/>
          <p:nvPr>
            <p:ph idx="2" type="pic"/>
          </p:nvPr>
        </p:nvSpPr>
        <p:spPr>
          <a:xfrm>
            <a:off x="415600" y="593367"/>
            <a:ext cx="11360700" cy="5624400"/>
          </a:xfrm>
          <a:prstGeom prst="rect">
            <a:avLst/>
          </a:prstGeom>
          <a:no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718" name="Shape 718"/>
        <p:cNvGrpSpPr/>
        <p:nvPr/>
      </p:nvGrpSpPr>
      <p:grpSpPr>
        <a:xfrm>
          <a:off x="0" y="0"/>
          <a:ext cx="0" cy="0"/>
          <a:chOff x="0" y="0"/>
          <a:chExt cx="0" cy="0"/>
        </a:xfrm>
      </p:grpSpPr>
      <p:sp>
        <p:nvSpPr>
          <p:cNvPr id="719" name="Google Shape;719;g3a0a694c39d_1_2202"/>
          <p:cNvSpPr/>
          <p:nvPr>
            <p:ph idx="2" type="pic"/>
          </p:nvPr>
        </p:nvSpPr>
        <p:spPr>
          <a:xfrm>
            <a:off x="4519467" y="158550"/>
            <a:ext cx="2191500" cy="2046900"/>
          </a:xfrm>
          <a:prstGeom prst="rect">
            <a:avLst/>
          </a:prstGeom>
          <a:noFill/>
          <a:ln>
            <a:noFill/>
          </a:ln>
        </p:spPr>
      </p:sp>
      <p:sp>
        <p:nvSpPr>
          <p:cNvPr id="720" name="Google Shape;720;g3a0a694c39d_1_2202"/>
          <p:cNvSpPr/>
          <p:nvPr>
            <p:ph idx="3" type="pic"/>
          </p:nvPr>
        </p:nvSpPr>
        <p:spPr>
          <a:xfrm>
            <a:off x="6927913" y="158550"/>
            <a:ext cx="2191500" cy="2046900"/>
          </a:xfrm>
          <a:prstGeom prst="rect">
            <a:avLst/>
          </a:prstGeom>
          <a:noFill/>
          <a:ln>
            <a:noFill/>
          </a:ln>
        </p:spPr>
      </p:sp>
      <p:sp>
        <p:nvSpPr>
          <p:cNvPr id="721" name="Google Shape;721;g3a0a694c39d_1_2202"/>
          <p:cNvSpPr/>
          <p:nvPr>
            <p:ph idx="4" type="pic"/>
          </p:nvPr>
        </p:nvSpPr>
        <p:spPr>
          <a:xfrm>
            <a:off x="9336360" y="158550"/>
            <a:ext cx="2191500" cy="2046900"/>
          </a:xfrm>
          <a:prstGeom prst="rect">
            <a:avLst/>
          </a:prstGeom>
          <a:noFill/>
          <a:ln>
            <a:noFill/>
          </a:ln>
        </p:spPr>
      </p:sp>
      <p:sp>
        <p:nvSpPr>
          <p:cNvPr id="722" name="Google Shape;722;g3a0a694c39d_1_2202"/>
          <p:cNvSpPr/>
          <p:nvPr>
            <p:ph idx="5" type="pic"/>
          </p:nvPr>
        </p:nvSpPr>
        <p:spPr>
          <a:xfrm>
            <a:off x="4519450" y="2405616"/>
            <a:ext cx="2191500" cy="2046900"/>
          </a:xfrm>
          <a:prstGeom prst="rect">
            <a:avLst/>
          </a:prstGeom>
          <a:noFill/>
          <a:ln>
            <a:noFill/>
          </a:ln>
        </p:spPr>
      </p:sp>
      <p:sp>
        <p:nvSpPr>
          <p:cNvPr id="723" name="Google Shape;723;g3a0a694c39d_1_2202"/>
          <p:cNvSpPr/>
          <p:nvPr>
            <p:ph idx="6" type="pic"/>
          </p:nvPr>
        </p:nvSpPr>
        <p:spPr>
          <a:xfrm>
            <a:off x="6927897" y="2405616"/>
            <a:ext cx="2191500" cy="2046900"/>
          </a:xfrm>
          <a:prstGeom prst="rect">
            <a:avLst/>
          </a:prstGeom>
          <a:noFill/>
          <a:ln>
            <a:noFill/>
          </a:ln>
        </p:spPr>
      </p:sp>
      <p:sp>
        <p:nvSpPr>
          <p:cNvPr id="724" name="Google Shape;724;g3a0a694c39d_1_2202"/>
          <p:cNvSpPr/>
          <p:nvPr>
            <p:ph idx="7" type="pic"/>
          </p:nvPr>
        </p:nvSpPr>
        <p:spPr>
          <a:xfrm>
            <a:off x="9336343" y="2405616"/>
            <a:ext cx="2191500" cy="2046900"/>
          </a:xfrm>
          <a:prstGeom prst="rect">
            <a:avLst/>
          </a:prstGeom>
          <a:noFill/>
          <a:ln>
            <a:noFill/>
          </a:ln>
        </p:spPr>
      </p:sp>
      <p:sp>
        <p:nvSpPr>
          <p:cNvPr id="725" name="Google Shape;725;g3a0a694c39d_1_2202"/>
          <p:cNvSpPr txBox="1"/>
          <p:nvPr>
            <p:ph type="title"/>
          </p:nvPr>
        </p:nvSpPr>
        <p:spPr>
          <a:xfrm>
            <a:off x="468733" y="593367"/>
            <a:ext cx="3462300" cy="2275200"/>
          </a:xfrm>
          <a:prstGeom prst="rect">
            <a:avLst/>
          </a:prstGeom>
          <a:noFill/>
          <a:ln>
            <a:noFill/>
          </a:ln>
        </p:spPr>
        <p:txBody>
          <a:bodyPr anchorCtr="0" anchor="t" bIns="121900" lIns="121900" spcFirstLastPara="1" rIns="121900" wrap="square" tIns="121900">
            <a:sp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726" name="Google Shape;726;g3a0a694c39d_1_2202"/>
          <p:cNvSpPr/>
          <p:nvPr>
            <p:ph idx="8" type="pic"/>
          </p:nvPr>
        </p:nvSpPr>
        <p:spPr>
          <a:xfrm>
            <a:off x="4519450" y="4652649"/>
            <a:ext cx="2191500" cy="2046900"/>
          </a:xfrm>
          <a:prstGeom prst="rect">
            <a:avLst/>
          </a:prstGeom>
          <a:noFill/>
          <a:ln>
            <a:noFill/>
          </a:ln>
        </p:spPr>
      </p:sp>
      <p:sp>
        <p:nvSpPr>
          <p:cNvPr id="727" name="Google Shape;727;g3a0a694c39d_1_2202"/>
          <p:cNvSpPr/>
          <p:nvPr>
            <p:ph idx="9" type="pic"/>
          </p:nvPr>
        </p:nvSpPr>
        <p:spPr>
          <a:xfrm>
            <a:off x="6927897" y="4652649"/>
            <a:ext cx="2191500" cy="2046900"/>
          </a:xfrm>
          <a:prstGeom prst="rect">
            <a:avLst/>
          </a:prstGeom>
          <a:noFill/>
          <a:ln>
            <a:noFill/>
          </a:ln>
        </p:spPr>
      </p:sp>
      <p:sp>
        <p:nvSpPr>
          <p:cNvPr id="728" name="Google Shape;728;g3a0a694c39d_1_2202"/>
          <p:cNvSpPr/>
          <p:nvPr>
            <p:ph idx="13" type="pic"/>
          </p:nvPr>
        </p:nvSpPr>
        <p:spPr>
          <a:xfrm>
            <a:off x="9336343" y="4652649"/>
            <a:ext cx="2191500" cy="2046900"/>
          </a:xfrm>
          <a:prstGeom prst="rect">
            <a:avLst/>
          </a:prstGeom>
          <a:noFill/>
          <a:ln>
            <a:noFill/>
          </a:ln>
        </p:spPr>
      </p:sp>
    </p:spTree>
  </p:cSld>
  <p:clrMapOvr>
    <a:masterClrMapping/>
  </p:clrMapOvr>
  <p:extLst>
    <p:ext uri="{DCECCB84-F9BA-43D5-87BE-67443E8EF086}">
      <p15:sldGuideLst>
        <p15:guide id="1" pos="7418">
          <p15:clr>
            <a:srgbClr val="E46962"/>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735" name="Shape 735"/>
        <p:cNvGrpSpPr/>
        <p:nvPr/>
      </p:nvGrpSpPr>
      <p:grpSpPr>
        <a:xfrm>
          <a:off x="0" y="0"/>
          <a:ext cx="0" cy="0"/>
          <a:chOff x="0" y="0"/>
          <a:chExt cx="0" cy="0"/>
        </a:xfrm>
      </p:grpSpPr>
      <p:sp>
        <p:nvSpPr>
          <p:cNvPr id="736" name="Google Shape;736;g3ed88e6a675_3_148"/>
          <p:cNvSpPr/>
          <p:nvPr>
            <p:ph idx="2" type="pic"/>
          </p:nvPr>
        </p:nvSpPr>
        <p:spPr>
          <a:xfrm>
            <a:off x="609600" y="640080"/>
            <a:ext cx="7772400" cy="5486400"/>
          </a:xfrm>
          <a:prstGeom prst="rect">
            <a:avLst/>
          </a:prstGeom>
          <a:noFill/>
          <a:ln cap="flat" cmpd="sng" w="9525">
            <a:solidFill>
              <a:srgbClr val="BFBFBF"/>
            </a:solidFill>
            <a:prstDash val="solid"/>
            <a:round/>
            <a:headEnd len="sm" w="sm" type="none"/>
            <a:tailEnd len="sm" w="sm" type="none"/>
          </a:ln>
        </p:spPr>
      </p:sp>
      <p:sp>
        <p:nvSpPr>
          <p:cNvPr id="737" name="Google Shape;737;g3ed88e6a675_3_148"/>
          <p:cNvSpPr/>
          <p:nvPr>
            <p:ph idx="3" type="pic"/>
          </p:nvPr>
        </p:nvSpPr>
        <p:spPr>
          <a:xfrm>
            <a:off x="8526463" y="5618480"/>
            <a:ext cx="3055800" cy="507900"/>
          </a:xfrm>
          <a:prstGeom prst="rect">
            <a:avLst/>
          </a:prstGeom>
          <a:noFill/>
          <a:ln>
            <a:noFill/>
          </a:ln>
        </p:spPr>
      </p:sp>
      <p:sp>
        <p:nvSpPr>
          <p:cNvPr id="738" name="Google Shape;738;g3ed88e6a675_3_148"/>
          <p:cNvSpPr txBox="1"/>
          <p:nvPr>
            <p:ph type="ctrTitle"/>
          </p:nvPr>
        </p:nvSpPr>
        <p:spPr>
          <a:xfrm>
            <a:off x="6281685" y="2521860"/>
            <a:ext cx="5305500" cy="210300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b" bIns="45700" lIns="228600" spcFirstLastPara="1" rIns="228600" wrap="square" tIns="45700">
            <a:normAutofit/>
          </a:bodyPr>
          <a:lstStyle>
            <a:lvl1pPr lvl="0" algn="l">
              <a:lnSpc>
                <a:spcPct val="90000"/>
              </a:lnSpc>
              <a:spcBef>
                <a:spcPts val="0"/>
              </a:spcBef>
              <a:spcAft>
                <a:spcPts val="0"/>
              </a:spcAft>
              <a:buClr>
                <a:schemeClr val="dk1"/>
              </a:buClr>
              <a:buSzPts val="3200"/>
              <a:buFont typeface="Proxima Nova"/>
              <a:buNone/>
              <a:defRPr sz="3200">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9" name="Google Shape;739;g3ed88e6a675_3_148"/>
          <p:cNvSpPr txBox="1"/>
          <p:nvPr>
            <p:ph idx="1" type="subTitle"/>
          </p:nvPr>
        </p:nvSpPr>
        <p:spPr>
          <a:xfrm>
            <a:off x="6281685" y="4619724"/>
            <a:ext cx="5305500" cy="64020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t" bIns="45700" lIns="228600" spcFirstLastPara="1" rIns="228600" wrap="square" tIns="0">
            <a:normAutofit/>
          </a:bodyPr>
          <a:lstStyle>
            <a:lvl1pPr lvl="0" algn="l">
              <a:lnSpc>
                <a:spcPct val="90000"/>
              </a:lnSpc>
              <a:spcBef>
                <a:spcPts val="1000"/>
              </a:spcBef>
              <a:spcAft>
                <a:spcPts val="0"/>
              </a:spcAft>
              <a:buClr>
                <a:srgbClr val="000000"/>
              </a:buClr>
              <a:buSzPts val="2000"/>
              <a:buNone/>
              <a:defRPr b="0" sz="2000">
                <a:solidFill>
                  <a:srgbClr val="000000"/>
                </a:solidFill>
                <a:latin typeface="Proxima Nova"/>
                <a:ea typeface="Proxima Nova"/>
                <a:cs typeface="Proxima Nova"/>
                <a:sym typeface="Proxima Nova"/>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9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8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40" name="Google Shape;740;g3ed88e6a675_3_14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7296">
          <p15:clr>
            <a:srgbClr val="FBAE40"/>
          </p15:clr>
        </p15:guide>
        <p15:guide id="3" pos="38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Text">
  <p:cSld name="Title / 2 Text">
    <p:spTree>
      <p:nvGrpSpPr>
        <p:cNvPr id="741" name="Shape 741"/>
        <p:cNvGrpSpPr/>
        <p:nvPr/>
      </p:nvGrpSpPr>
      <p:grpSpPr>
        <a:xfrm>
          <a:off x="0" y="0"/>
          <a:ext cx="0" cy="0"/>
          <a:chOff x="0" y="0"/>
          <a:chExt cx="0" cy="0"/>
        </a:xfrm>
      </p:grpSpPr>
      <p:sp>
        <p:nvSpPr>
          <p:cNvPr id="742" name="Google Shape;742;g3ed88e6a675_3_154"/>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743" name="Google Shape;743;g3ed88e6a675_3_154"/>
          <p:cNvSpPr txBox="1"/>
          <p:nvPr>
            <p:ph idx="1" type="body"/>
          </p:nvPr>
        </p:nvSpPr>
        <p:spPr>
          <a:xfrm>
            <a:off x="1066800" y="1520825"/>
            <a:ext cx="4566900" cy="3724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285750" lvl="2" marL="1371600" algn="l">
              <a:lnSpc>
                <a:spcPct val="90000"/>
              </a:lnSpc>
              <a:spcBef>
                <a:spcPts val="500"/>
              </a:spcBef>
              <a:spcAft>
                <a:spcPts val="0"/>
              </a:spcAft>
              <a:buClr>
                <a:schemeClr val="dk1"/>
              </a:buClr>
              <a:buSzPts val="900"/>
              <a:buChar char="◆"/>
              <a:defRPr/>
            </a:lvl3pPr>
            <a:lvl4pPr indent="-342900" lvl="3" marL="1828800" algn="l">
              <a:lnSpc>
                <a:spcPct val="90000"/>
              </a:lnSpc>
              <a:spcBef>
                <a:spcPts val="500"/>
              </a:spcBef>
              <a:spcAft>
                <a:spcPts val="0"/>
              </a:spcAft>
              <a:buClr>
                <a:schemeClr val="dk1"/>
              </a:buClr>
              <a:buSzPts val="1800"/>
              <a:buChar char="•"/>
              <a:defRPr/>
            </a:lvl4pPr>
            <a:lvl5pPr indent="-285750" lvl="4" marL="2286000" algn="l">
              <a:lnSpc>
                <a:spcPct val="90000"/>
              </a:lnSpc>
              <a:spcBef>
                <a:spcPts val="500"/>
              </a:spcBef>
              <a:spcAft>
                <a:spcPts val="0"/>
              </a:spcAft>
              <a:buClr>
                <a:schemeClr val="dk1"/>
              </a:buClr>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4" name="Google Shape;744;g3ed88e6a675_3_154"/>
          <p:cNvSpPr txBox="1"/>
          <p:nvPr>
            <p:ph idx="2" type="body"/>
          </p:nvPr>
        </p:nvSpPr>
        <p:spPr>
          <a:xfrm>
            <a:off x="6558342" y="1520825"/>
            <a:ext cx="4566900" cy="3724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285750" lvl="2" marL="1371600" algn="l">
              <a:lnSpc>
                <a:spcPct val="90000"/>
              </a:lnSpc>
              <a:spcBef>
                <a:spcPts val="500"/>
              </a:spcBef>
              <a:spcAft>
                <a:spcPts val="0"/>
              </a:spcAft>
              <a:buClr>
                <a:schemeClr val="dk1"/>
              </a:buClr>
              <a:buSzPts val="900"/>
              <a:buChar char="◆"/>
              <a:defRPr/>
            </a:lvl3pPr>
            <a:lvl4pPr indent="-342900" lvl="3" marL="1828800" algn="l">
              <a:lnSpc>
                <a:spcPct val="90000"/>
              </a:lnSpc>
              <a:spcBef>
                <a:spcPts val="500"/>
              </a:spcBef>
              <a:spcAft>
                <a:spcPts val="0"/>
              </a:spcAft>
              <a:buClr>
                <a:schemeClr val="dk1"/>
              </a:buClr>
              <a:buSzPts val="1800"/>
              <a:buChar char="•"/>
              <a:defRPr/>
            </a:lvl4pPr>
            <a:lvl5pPr indent="-285750" lvl="4" marL="2286000" algn="l">
              <a:lnSpc>
                <a:spcPct val="90000"/>
              </a:lnSpc>
              <a:spcBef>
                <a:spcPts val="500"/>
              </a:spcBef>
              <a:spcAft>
                <a:spcPts val="0"/>
              </a:spcAft>
              <a:buClr>
                <a:schemeClr val="dk1"/>
              </a:buClr>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5" name="Google Shape;745;g3ed88e6a675_3_154"/>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Clr>
                <a:schemeClr val="dk1"/>
              </a:buClr>
              <a:buSzPts val="1800"/>
              <a:buChar char="▪"/>
              <a:defRPr/>
            </a:lvl2pPr>
            <a:lvl3pPr indent="-285750" lvl="2" marL="1371600" algn="l">
              <a:lnSpc>
                <a:spcPct val="90000"/>
              </a:lnSpc>
              <a:spcBef>
                <a:spcPts val="500"/>
              </a:spcBef>
              <a:spcAft>
                <a:spcPts val="0"/>
              </a:spcAft>
              <a:buClr>
                <a:schemeClr val="dk1"/>
              </a:buClr>
              <a:buSzPts val="900"/>
              <a:buChar char="◆"/>
              <a:defRPr/>
            </a:lvl3pPr>
            <a:lvl4pPr indent="-342900" lvl="3" marL="1828800" algn="l">
              <a:lnSpc>
                <a:spcPct val="90000"/>
              </a:lnSpc>
              <a:spcBef>
                <a:spcPts val="500"/>
              </a:spcBef>
              <a:spcAft>
                <a:spcPts val="0"/>
              </a:spcAft>
              <a:buClr>
                <a:schemeClr val="dk1"/>
              </a:buClr>
              <a:buSzPts val="1800"/>
              <a:buChar char="•"/>
              <a:defRPr/>
            </a:lvl4pPr>
            <a:lvl5pPr indent="-285750" lvl="4" marL="2286000" algn="l">
              <a:lnSpc>
                <a:spcPct val="90000"/>
              </a:lnSpc>
              <a:spcBef>
                <a:spcPts val="500"/>
              </a:spcBef>
              <a:spcAft>
                <a:spcPts val="0"/>
              </a:spcAft>
              <a:buClr>
                <a:schemeClr val="dk1"/>
              </a:buClr>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6" name="Google Shape;746;g3ed88e6a675_3_154"/>
          <p:cNvSpPr txBox="1"/>
          <p:nvPr>
            <p:ph type="title"/>
          </p:nvPr>
        </p:nvSpPr>
        <p:spPr>
          <a:xfrm>
            <a:off x="1066800" y="647700"/>
            <a:ext cx="10058400" cy="585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7" name="Google Shape;747;g3ed88e6a675_3_154"/>
          <p:cNvSpPr/>
          <p:nvPr>
            <p:ph idx="4" type="pic"/>
          </p:nvPr>
        </p:nvSpPr>
        <p:spPr>
          <a:xfrm>
            <a:off x="9189245" y="6289673"/>
            <a:ext cx="2883000" cy="43170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8" name="Shape 748"/>
        <p:cNvGrpSpPr/>
        <p:nvPr/>
      </p:nvGrpSpPr>
      <p:grpSpPr>
        <a:xfrm>
          <a:off x="0" y="0"/>
          <a:ext cx="0" cy="0"/>
          <a:chOff x="0" y="0"/>
          <a:chExt cx="0" cy="0"/>
        </a:xfrm>
      </p:grpSpPr>
      <p:sp>
        <p:nvSpPr>
          <p:cNvPr id="749" name="Google Shape;749;g3ed88e6a675_3_16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g3ed88e6a675_3_16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g3ed88e6a675_3_16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2" name="Google Shape;752;g3ed88e6a675_3_16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3" name="Google Shape;753;g3ed88e6a675_3_16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4" name="Shape 754"/>
        <p:cNvGrpSpPr/>
        <p:nvPr/>
      </p:nvGrpSpPr>
      <p:grpSpPr>
        <a:xfrm>
          <a:off x="0" y="0"/>
          <a:ext cx="0" cy="0"/>
          <a:chOff x="0" y="0"/>
          <a:chExt cx="0" cy="0"/>
        </a:xfrm>
      </p:grpSpPr>
      <p:sp>
        <p:nvSpPr>
          <p:cNvPr id="755" name="Google Shape;755;g3ed88e6a675_3_16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6" name="Google Shape;756;g3ed88e6a675_3_16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7" name="Google Shape;757;g3ed88e6a675_3_16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Headline">
  <p:cSld name="Text with Headline">
    <p:bg>
      <p:bgPr>
        <a:blipFill>
          <a:blip r:embed="rId2">
            <a:alphaModFix/>
          </a:blip>
          <a:stretch>
            <a:fillRect/>
          </a:stretch>
        </a:blipFill>
      </p:bgPr>
    </p:bg>
    <p:spTree>
      <p:nvGrpSpPr>
        <p:cNvPr id="758" name="Shape 758"/>
        <p:cNvGrpSpPr/>
        <p:nvPr/>
      </p:nvGrpSpPr>
      <p:grpSpPr>
        <a:xfrm>
          <a:off x="0" y="0"/>
          <a:ext cx="0" cy="0"/>
          <a:chOff x="0" y="0"/>
          <a:chExt cx="0" cy="0"/>
        </a:xfrm>
      </p:grpSpPr>
      <p:sp>
        <p:nvSpPr>
          <p:cNvPr id="759" name="Google Shape;759;g3ed88e6a675_3_171"/>
          <p:cNvSpPr/>
          <p:nvPr/>
        </p:nvSpPr>
        <p:spPr>
          <a:xfrm>
            <a:off x="1152395" y="0"/>
            <a:ext cx="11039700" cy="6858000"/>
          </a:xfrm>
          <a:prstGeom prst="rect">
            <a:avLst/>
          </a:prstGeom>
          <a:solidFill>
            <a:schemeClr val="lt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900"/>
              <a:buFont typeface="Calibri"/>
              <a:buNone/>
            </a:pPr>
            <a:r>
              <a:t/>
            </a:r>
            <a:endParaRPr b="0" i="0" sz="1900" u="none" cap="none" strike="noStrike">
              <a:solidFill>
                <a:srgbClr val="000000"/>
              </a:solidFill>
              <a:latin typeface="Calibri"/>
              <a:ea typeface="Calibri"/>
              <a:cs typeface="Calibri"/>
              <a:sym typeface="Calibri"/>
            </a:endParaRPr>
          </a:p>
        </p:txBody>
      </p:sp>
      <p:cxnSp>
        <p:nvCxnSpPr>
          <p:cNvPr id="760" name="Google Shape;760;g3ed88e6a675_3_171"/>
          <p:cNvCxnSpPr/>
          <p:nvPr/>
        </p:nvCxnSpPr>
        <p:spPr>
          <a:xfrm>
            <a:off x="1729000" y="1392175"/>
            <a:ext cx="9832500" cy="0"/>
          </a:xfrm>
          <a:prstGeom prst="straightConnector1">
            <a:avLst/>
          </a:prstGeom>
          <a:noFill/>
          <a:ln cap="flat" cmpd="sng" w="16925">
            <a:solidFill>
              <a:srgbClr val="A5A5A5"/>
            </a:solidFill>
            <a:prstDash val="solid"/>
            <a:miter lim="800000"/>
            <a:headEnd len="sm" w="sm" type="none"/>
            <a:tailEnd len="sm" w="sm" type="none"/>
          </a:ln>
        </p:spPr>
      </p:cxnSp>
      <p:sp>
        <p:nvSpPr>
          <p:cNvPr id="761" name="Google Shape;761;g3ed88e6a675_3_171"/>
          <p:cNvSpPr txBox="1"/>
          <p:nvPr>
            <p:ph idx="1" type="body"/>
          </p:nvPr>
        </p:nvSpPr>
        <p:spPr>
          <a:xfrm>
            <a:off x="1691125" y="1757050"/>
            <a:ext cx="9832500" cy="43569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300"/>
              <a:buNone/>
              <a:defRPr sz="2300">
                <a:solidFill>
                  <a:srgbClr val="5D5D5D"/>
                </a:solidFill>
              </a:defRPr>
            </a:lvl1pPr>
            <a:lvl2pPr indent="-349250" lvl="1" marL="914400" algn="l">
              <a:lnSpc>
                <a:spcPct val="90000"/>
              </a:lnSpc>
              <a:spcBef>
                <a:spcPts val="2000"/>
              </a:spcBef>
              <a:spcAft>
                <a:spcPts val="0"/>
              </a:spcAft>
              <a:buClr>
                <a:srgbClr val="5D5D5D"/>
              </a:buClr>
              <a:buSzPts val="1900"/>
              <a:buChar char="○"/>
              <a:defRPr/>
            </a:lvl2pPr>
            <a:lvl3pPr indent="-349250" lvl="2" marL="1371600" algn="l">
              <a:lnSpc>
                <a:spcPct val="90000"/>
              </a:lnSpc>
              <a:spcBef>
                <a:spcPts val="1100"/>
              </a:spcBef>
              <a:spcAft>
                <a:spcPts val="0"/>
              </a:spcAft>
              <a:buClr>
                <a:srgbClr val="5D5D5D"/>
              </a:buClr>
              <a:buSzPts val="1900"/>
              <a:buChar char="■"/>
              <a:defRPr/>
            </a:lvl3pPr>
            <a:lvl4pPr indent="-349250" lvl="3" marL="1828800" algn="l">
              <a:lnSpc>
                <a:spcPct val="90000"/>
              </a:lnSpc>
              <a:spcBef>
                <a:spcPts val="1100"/>
              </a:spcBef>
              <a:spcAft>
                <a:spcPts val="0"/>
              </a:spcAft>
              <a:buClr>
                <a:srgbClr val="5D5D5D"/>
              </a:buClr>
              <a:buSzPts val="1900"/>
              <a:buChar char="●"/>
              <a:defRPr/>
            </a:lvl4pPr>
            <a:lvl5pPr indent="-349250" lvl="4" marL="2286000" algn="l">
              <a:lnSpc>
                <a:spcPct val="90000"/>
              </a:lnSpc>
              <a:spcBef>
                <a:spcPts val="1100"/>
              </a:spcBef>
              <a:spcAft>
                <a:spcPts val="0"/>
              </a:spcAft>
              <a:buClr>
                <a:srgbClr val="5D5D5D"/>
              </a:buClr>
              <a:buSzPts val="1900"/>
              <a:buChar char="○"/>
              <a:defRPr/>
            </a:lvl5pPr>
            <a:lvl6pPr indent="-349250" lvl="5" marL="2743200" algn="l">
              <a:lnSpc>
                <a:spcPct val="90000"/>
              </a:lnSpc>
              <a:spcBef>
                <a:spcPts val="1100"/>
              </a:spcBef>
              <a:spcAft>
                <a:spcPts val="0"/>
              </a:spcAft>
              <a:buClr>
                <a:srgbClr val="000000"/>
              </a:buClr>
              <a:buSzPts val="1900"/>
              <a:buChar char="■"/>
              <a:defRPr/>
            </a:lvl6pPr>
            <a:lvl7pPr indent="-349250" lvl="6" marL="3200400" algn="l">
              <a:lnSpc>
                <a:spcPct val="90000"/>
              </a:lnSpc>
              <a:spcBef>
                <a:spcPts val="1100"/>
              </a:spcBef>
              <a:spcAft>
                <a:spcPts val="0"/>
              </a:spcAft>
              <a:buClr>
                <a:srgbClr val="000000"/>
              </a:buClr>
              <a:buSzPts val="1900"/>
              <a:buChar char="●"/>
              <a:defRPr/>
            </a:lvl7pPr>
            <a:lvl8pPr indent="-349250" lvl="7" marL="3657600" algn="l">
              <a:lnSpc>
                <a:spcPct val="90000"/>
              </a:lnSpc>
              <a:spcBef>
                <a:spcPts val="1100"/>
              </a:spcBef>
              <a:spcAft>
                <a:spcPts val="0"/>
              </a:spcAft>
              <a:buClr>
                <a:srgbClr val="000000"/>
              </a:buClr>
              <a:buSzPts val="1900"/>
              <a:buChar char="○"/>
              <a:defRPr/>
            </a:lvl8pPr>
            <a:lvl9pPr indent="-349250" lvl="8" marL="4114800" algn="l">
              <a:lnSpc>
                <a:spcPct val="90000"/>
              </a:lnSpc>
              <a:spcBef>
                <a:spcPts val="1100"/>
              </a:spcBef>
              <a:spcAft>
                <a:spcPts val="0"/>
              </a:spcAft>
              <a:buClr>
                <a:srgbClr val="000000"/>
              </a:buClr>
              <a:buSzPts val="1900"/>
              <a:buChar char="■"/>
              <a:defRPr/>
            </a:lvl9pPr>
          </a:lstStyle>
          <a:p/>
        </p:txBody>
      </p:sp>
      <p:sp>
        <p:nvSpPr>
          <p:cNvPr id="762" name="Google Shape;762;g3ed88e6a675_3_171"/>
          <p:cNvSpPr txBox="1"/>
          <p:nvPr>
            <p:ph idx="12" type="sldNum"/>
          </p:nvPr>
        </p:nvSpPr>
        <p:spPr>
          <a:xfrm>
            <a:off x="1584325" y="6318042"/>
            <a:ext cx="350400" cy="338700"/>
          </a:xfrm>
          <a:prstGeom prst="rect">
            <a:avLst/>
          </a:prstGeom>
          <a:noFill/>
          <a:ln>
            <a:noFill/>
          </a:ln>
        </p:spPr>
        <p:txBody>
          <a:bodyPr anchorCtr="0" anchor="ctr" bIns="45700" lIns="45700" spcFirstLastPara="1" rIns="45700" wrap="square" tIns="45700">
            <a:spAutoFit/>
          </a:bodyPr>
          <a:lstStyle>
            <a:lvl1pPr indent="0" lvl="0"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US"/>
              <a:t>‹#›</a:t>
            </a:fld>
            <a:endParaRPr/>
          </a:p>
        </p:txBody>
      </p:sp>
      <p:pic>
        <p:nvPicPr>
          <p:cNvPr id="763" name="Google Shape;763;g3ed88e6a675_3_171"/>
          <p:cNvPicPr preferRelativeResize="0"/>
          <p:nvPr/>
        </p:nvPicPr>
        <p:blipFill rotWithShape="1">
          <a:blip r:embed="rId3">
            <a:alphaModFix/>
          </a:blip>
          <a:srcRect b="0" l="0" r="0" t="0"/>
          <a:stretch/>
        </p:blipFill>
        <p:spPr>
          <a:xfrm>
            <a:off x="9409338" y="6275223"/>
            <a:ext cx="2433900" cy="381373"/>
          </a:xfrm>
          <a:prstGeom prst="rect">
            <a:avLst/>
          </a:prstGeom>
          <a:noFill/>
          <a:ln>
            <a:noFill/>
          </a:ln>
        </p:spPr>
      </p:pic>
      <p:sp>
        <p:nvSpPr>
          <p:cNvPr id="764" name="Google Shape;764;g3ed88e6a675_3_171"/>
          <p:cNvSpPr txBox="1"/>
          <p:nvPr>
            <p:ph type="title"/>
          </p:nvPr>
        </p:nvSpPr>
        <p:spPr>
          <a:xfrm>
            <a:off x="1729000" y="365125"/>
            <a:ext cx="9832500" cy="1027200"/>
          </a:xfrm>
          <a:prstGeom prst="rect">
            <a:avLst/>
          </a:prstGeom>
          <a:noFill/>
          <a:ln>
            <a:noFill/>
          </a:ln>
        </p:spPr>
        <p:txBody>
          <a:bodyPr anchorCtr="0" anchor="ctr" bIns="45700" lIns="45700" spcFirstLastPara="1" rIns="45700" wrap="square" tIns="45700">
            <a:normAutofit/>
          </a:bodyPr>
          <a:lstStyle>
            <a:lvl1pPr lvl="0" marR="0" algn="l">
              <a:lnSpc>
                <a:spcPct val="90000"/>
              </a:lnSpc>
              <a:spcBef>
                <a:spcPts val="0"/>
              </a:spcBef>
              <a:spcAft>
                <a:spcPts val="0"/>
              </a:spcAft>
              <a:buClr>
                <a:srgbClr val="5D5D5D"/>
              </a:buClr>
              <a:buSzPts val="3600"/>
              <a:buFont typeface="Open Sans"/>
              <a:buNone/>
              <a:defRPr i="0" sz="3600" u="none" cap="none" strike="noStrike">
                <a:solidFill>
                  <a:srgbClr val="5D5D5D"/>
                </a:solidFill>
                <a:latin typeface="Open Sans"/>
                <a:ea typeface="Open Sans"/>
                <a:cs typeface="Open Sans"/>
                <a:sym typeface="Open Sans"/>
              </a:defRPr>
            </a:lvl1pPr>
            <a:lvl2pPr lvl="1"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List">
    <p:spTree>
      <p:nvGrpSpPr>
        <p:cNvPr id="765" name="Shape 765"/>
        <p:cNvGrpSpPr/>
        <p:nvPr/>
      </p:nvGrpSpPr>
      <p:grpSpPr>
        <a:xfrm>
          <a:off x="0" y="0"/>
          <a:ext cx="0" cy="0"/>
          <a:chOff x="0" y="0"/>
          <a:chExt cx="0" cy="0"/>
        </a:xfrm>
      </p:grpSpPr>
      <p:sp>
        <p:nvSpPr>
          <p:cNvPr id="766" name="Google Shape;766;g3ed88e6a675_3_178"/>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Play"/>
              <a:buNone/>
              <a:defRPr/>
            </a:lvl1pPr>
            <a:lvl2pPr lvl="1">
              <a:spcBef>
                <a:spcPts val="0"/>
              </a:spcBef>
              <a:spcAft>
                <a:spcPts val="0"/>
              </a:spcAft>
              <a:buSzPts val="1600"/>
              <a:buFont typeface="Figtree"/>
              <a:buNone/>
              <a:defRPr/>
            </a:lvl2pPr>
            <a:lvl3pPr lvl="2">
              <a:spcBef>
                <a:spcPts val="0"/>
              </a:spcBef>
              <a:spcAft>
                <a:spcPts val="0"/>
              </a:spcAft>
              <a:buSzPts val="1600"/>
              <a:buFont typeface="Figtree"/>
              <a:buNone/>
              <a:defRPr/>
            </a:lvl3pPr>
            <a:lvl4pPr lvl="3">
              <a:spcBef>
                <a:spcPts val="0"/>
              </a:spcBef>
              <a:spcAft>
                <a:spcPts val="0"/>
              </a:spcAft>
              <a:buSzPts val="1600"/>
              <a:buFont typeface="Figtree"/>
              <a:buNone/>
              <a:defRPr/>
            </a:lvl4pPr>
            <a:lvl5pPr lvl="4">
              <a:spcBef>
                <a:spcPts val="0"/>
              </a:spcBef>
              <a:spcAft>
                <a:spcPts val="0"/>
              </a:spcAft>
              <a:buSzPts val="1600"/>
              <a:buFont typeface="Figtree"/>
              <a:buNone/>
              <a:defRPr/>
            </a:lvl5pPr>
            <a:lvl6pPr lvl="5">
              <a:spcBef>
                <a:spcPts val="0"/>
              </a:spcBef>
              <a:spcAft>
                <a:spcPts val="0"/>
              </a:spcAft>
              <a:buSzPts val="1600"/>
              <a:buFont typeface="Figtree"/>
              <a:buNone/>
              <a:defRPr/>
            </a:lvl6pPr>
            <a:lvl7pPr lvl="6">
              <a:spcBef>
                <a:spcPts val="0"/>
              </a:spcBef>
              <a:spcAft>
                <a:spcPts val="0"/>
              </a:spcAft>
              <a:buSzPts val="1600"/>
              <a:buFont typeface="Figtree"/>
              <a:buNone/>
              <a:defRPr/>
            </a:lvl7pPr>
            <a:lvl8pPr lvl="7">
              <a:spcBef>
                <a:spcPts val="0"/>
              </a:spcBef>
              <a:spcAft>
                <a:spcPts val="0"/>
              </a:spcAft>
              <a:buSzPts val="1600"/>
              <a:buFont typeface="Figtree"/>
              <a:buNone/>
              <a:defRPr/>
            </a:lvl8pPr>
            <a:lvl9pPr lvl="8">
              <a:spcBef>
                <a:spcPts val="0"/>
              </a:spcBef>
              <a:spcAft>
                <a:spcPts val="0"/>
              </a:spcAft>
              <a:buSzPts val="1600"/>
              <a:buFont typeface="Figtree"/>
              <a:buNone/>
              <a:defRPr/>
            </a:lvl9pPr>
          </a:lstStyle>
          <a:p/>
        </p:txBody>
      </p:sp>
      <p:sp>
        <p:nvSpPr>
          <p:cNvPr id="767" name="Google Shape;767;g3ed88e6a675_3_178"/>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Play"/>
              <a:buNone/>
              <a:defRPr/>
            </a:lvl1pPr>
            <a:lvl2pPr lvl="1">
              <a:spcBef>
                <a:spcPts val="0"/>
              </a:spcBef>
              <a:spcAft>
                <a:spcPts val="0"/>
              </a:spcAft>
              <a:buSzPts val="1600"/>
              <a:buFont typeface="Figtree"/>
              <a:buNone/>
              <a:defRPr/>
            </a:lvl2pPr>
            <a:lvl3pPr lvl="2">
              <a:spcBef>
                <a:spcPts val="0"/>
              </a:spcBef>
              <a:spcAft>
                <a:spcPts val="0"/>
              </a:spcAft>
              <a:buSzPts val="1600"/>
              <a:buFont typeface="Figtree"/>
              <a:buNone/>
              <a:defRPr/>
            </a:lvl3pPr>
            <a:lvl4pPr lvl="3">
              <a:spcBef>
                <a:spcPts val="0"/>
              </a:spcBef>
              <a:spcAft>
                <a:spcPts val="0"/>
              </a:spcAft>
              <a:buSzPts val="1600"/>
              <a:buFont typeface="Figtree"/>
              <a:buNone/>
              <a:defRPr/>
            </a:lvl4pPr>
            <a:lvl5pPr lvl="4">
              <a:spcBef>
                <a:spcPts val="0"/>
              </a:spcBef>
              <a:spcAft>
                <a:spcPts val="0"/>
              </a:spcAft>
              <a:buSzPts val="1600"/>
              <a:buFont typeface="Figtree"/>
              <a:buNone/>
              <a:defRPr/>
            </a:lvl5pPr>
            <a:lvl6pPr lvl="5">
              <a:spcBef>
                <a:spcPts val="0"/>
              </a:spcBef>
              <a:spcAft>
                <a:spcPts val="0"/>
              </a:spcAft>
              <a:buSzPts val="1600"/>
              <a:buFont typeface="Figtree"/>
              <a:buNone/>
              <a:defRPr/>
            </a:lvl6pPr>
            <a:lvl7pPr lvl="6">
              <a:spcBef>
                <a:spcPts val="0"/>
              </a:spcBef>
              <a:spcAft>
                <a:spcPts val="0"/>
              </a:spcAft>
              <a:buSzPts val="1600"/>
              <a:buFont typeface="Figtree"/>
              <a:buNone/>
              <a:defRPr/>
            </a:lvl7pPr>
            <a:lvl8pPr lvl="7">
              <a:spcBef>
                <a:spcPts val="0"/>
              </a:spcBef>
              <a:spcAft>
                <a:spcPts val="0"/>
              </a:spcAft>
              <a:buSzPts val="1600"/>
              <a:buFont typeface="Figtree"/>
              <a:buNone/>
              <a:defRPr/>
            </a:lvl8pPr>
            <a:lvl9pPr lvl="8">
              <a:spcBef>
                <a:spcPts val="0"/>
              </a:spcBef>
              <a:spcAft>
                <a:spcPts val="0"/>
              </a:spcAft>
              <a:buSzPts val="1600"/>
              <a:buFont typeface="Figtree"/>
              <a:buNone/>
              <a:defRPr/>
            </a:lvl9pPr>
          </a:lstStyle>
          <a:p/>
        </p:txBody>
      </p:sp>
      <p:sp>
        <p:nvSpPr>
          <p:cNvPr id="768" name="Google Shape;768;g3ed88e6a675_3_178"/>
          <p:cNvSpPr txBox="1"/>
          <p:nvPr>
            <p:ph idx="1" type="body"/>
          </p:nvPr>
        </p:nvSpPr>
        <p:spPr>
          <a:xfrm>
            <a:off x="6183467" y="5768367"/>
            <a:ext cx="5246400" cy="598800"/>
          </a:xfrm>
          <a:prstGeom prst="rect">
            <a:avLst/>
          </a:prstGeom>
          <a:noFill/>
          <a:ln>
            <a:noFill/>
          </a:ln>
        </p:spPr>
        <p:txBody>
          <a:bodyPr anchorCtr="0" anchor="ctr" bIns="0" lIns="0" spcFirstLastPara="1" rIns="0" wrap="square" tIns="0">
            <a:noAutofit/>
          </a:bodyPr>
          <a:lstStyle>
            <a:lvl1pPr indent="-311150" lvl="0" marL="457200" algn="l">
              <a:lnSpc>
                <a:spcPct val="90000"/>
              </a:lnSpc>
              <a:spcBef>
                <a:spcPts val="0"/>
              </a:spcBef>
              <a:spcAft>
                <a:spcPts val="0"/>
              </a:spcAft>
              <a:buClr>
                <a:schemeClr val="dk1"/>
              </a:buClr>
              <a:buSzPts val="1300"/>
              <a:buFont typeface="Jost"/>
              <a:buChar char="●"/>
              <a:defRPr sz="1300"/>
            </a:lvl1pPr>
            <a:lvl2pPr indent="-311150" lvl="1" marL="914400" algn="l">
              <a:lnSpc>
                <a:spcPct val="90000"/>
              </a:lnSpc>
              <a:spcBef>
                <a:spcPts val="0"/>
              </a:spcBef>
              <a:spcAft>
                <a:spcPts val="0"/>
              </a:spcAft>
              <a:buClr>
                <a:schemeClr val="dk1"/>
              </a:buClr>
              <a:buSzPts val="1300"/>
              <a:buFont typeface="Jost"/>
              <a:buChar char="○"/>
              <a:defRPr sz="1300"/>
            </a:lvl2pPr>
            <a:lvl3pPr indent="-311150" lvl="2" marL="1371600" algn="l">
              <a:lnSpc>
                <a:spcPct val="90000"/>
              </a:lnSpc>
              <a:spcBef>
                <a:spcPts val="0"/>
              </a:spcBef>
              <a:spcAft>
                <a:spcPts val="0"/>
              </a:spcAft>
              <a:buClr>
                <a:schemeClr val="dk1"/>
              </a:buClr>
              <a:buSzPts val="1300"/>
              <a:buFont typeface="Jost"/>
              <a:buChar char="■"/>
              <a:defRPr sz="1300"/>
            </a:lvl3pPr>
            <a:lvl4pPr indent="-311150" lvl="3" marL="1828800" algn="l">
              <a:lnSpc>
                <a:spcPct val="90000"/>
              </a:lnSpc>
              <a:spcBef>
                <a:spcPts val="0"/>
              </a:spcBef>
              <a:spcAft>
                <a:spcPts val="0"/>
              </a:spcAft>
              <a:buClr>
                <a:schemeClr val="dk1"/>
              </a:buClr>
              <a:buSzPts val="1300"/>
              <a:buFont typeface="Jost"/>
              <a:buChar char="●"/>
              <a:defRPr sz="1300"/>
            </a:lvl4pPr>
            <a:lvl5pPr indent="-311150" lvl="4" marL="2286000" algn="l">
              <a:lnSpc>
                <a:spcPct val="90000"/>
              </a:lnSpc>
              <a:spcBef>
                <a:spcPts val="0"/>
              </a:spcBef>
              <a:spcAft>
                <a:spcPts val="0"/>
              </a:spcAft>
              <a:buClr>
                <a:schemeClr val="dk1"/>
              </a:buClr>
              <a:buSzPts val="1300"/>
              <a:buFont typeface="Jost"/>
              <a:buChar char="○"/>
              <a:defRPr sz="1300"/>
            </a:lvl5pPr>
            <a:lvl6pPr indent="-311150" lvl="5" marL="2743200" algn="l">
              <a:lnSpc>
                <a:spcPct val="90000"/>
              </a:lnSpc>
              <a:spcBef>
                <a:spcPts val="0"/>
              </a:spcBef>
              <a:spcAft>
                <a:spcPts val="0"/>
              </a:spcAft>
              <a:buClr>
                <a:schemeClr val="dk1"/>
              </a:buClr>
              <a:buSzPts val="1300"/>
              <a:buFont typeface="Jost"/>
              <a:buChar char="■"/>
              <a:defRPr sz="1300"/>
            </a:lvl6pPr>
            <a:lvl7pPr indent="-311150" lvl="6" marL="3200400" algn="l">
              <a:lnSpc>
                <a:spcPct val="90000"/>
              </a:lnSpc>
              <a:spcBef>
                <a:spcPts val="0"/>
              </a:spcBef>
              <a:spcAft>
                <a:spcPts val="0"/>
              </a:spcAft>
              <a:buClr>
                <a:schemeClr val="dk1"/>
              </a:buClr>
              <a:buSzPts val="1300"/>
              <a:buFont typeface="Jost"/>
              <a:buChar char="●"/>
              <a:defRPr sz="1300"/>
            </a:lvl7pPr>
            <a:lvl8pPr indent="-311150" lvl="7" marL="3657600" algn="l">
              <a:lnSpc>
                <a:spcPct val="90000"/>
              </a:lnSpc>
              <a:spcBef>
                <a:spcPts val="0"/>
              </a:spcBef>
              <a:spcAft>
                <a:spcPts val="0"/>
              </a:spcAft>
              <a:buClr>
                <a:schemeClr val="dk1"/>
              </a:buClr>
              <a:buSzPts val="1300"/>
              <a:buFont typeface="Jost"/>
              <a:buChar char="○"/>
              <a:defRPr sz="1300"/>
            </a:lvl8pPr>
            <a:lvl9pPr indent="-311150" lvl="8" marL="4114800" algn="l">
              <a:lnSpc>
                <a:spcPct val="90000"/>
              </a:lnSpc>
              <a:spcBef>
                <a:spcPts val="0"/>
              </a:spcBef>
              <a:spcAft>
                <a:spcPts val="0"/>
              </a:spcAft>
              <a:buClr>
                <a:schemeClr val="dk1"/>
              </a:buClr>
              <a:buSzPts val="1300"/>
              <a:buFont typeface="Jost"/>
              <a:buChar char="■"/>
              <a:defRPr sz="1300"/>
            </a:lvl9pPr>
          </a:lstStyle>
          <a:p/>
        </p:txBody>
      </p:sp>
      <p:sp>
        <p:nvSpPr>
          <p:cNvPr id="769" name="Google Shape;769;g3ed88e6a675_3_178"/>
          <p:cNvSpPr txBox="1"/>
          <p:nvPr>
            <p:ph idx="3" type="subTitle"/>
          </p:nvPr>
        </p:nvSpPr>
        <p:spPr>
          <a:xfrm>
            <a:off x="2138531" y="5790528"/>
            <a:ext cx="3163500" cy="554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600"/>
              <a:buNone/>
              <a:defRPr sz="1600"/>
            </a:lvl1pPr>
            <a:lvl2pPr lvl="1" algn="l">
              <a:lnSpc>
                <a:spcPct val="90000"/>
              </a:lnSpc>
              <a:spcBef>
                <a:spcPts val="0"/>
              </a:spcBef>
              <a:spcAft>
                <a:spcPts val="0"/>
              </a:spcAft>
              <a:buClr>
                <a:schemeClr val="dk1"/>
              </a:buClr>
              <a:buSzPts val="1600"/>
              <a:buNone/>
              <a:defRPr sz="1600"/>
            </a:lvl2pPr>
            <a:lvl3pPr lvl="2" algn="l">
              <a:lnSpc>
                <a:spcPct val="90000"/>
              </a:lnSpc>
              <a:spcBef>
                <a:spcPts val="0"/>
              </a:spcBef>
              <a:spcAft>
                <a:spcPts val="0"/>
              </a:spcAft>
              <a:buClr>
                <a:schemeClr val="dk1"/>
              </a:buClr>
              <a:buSzPts val="1600"/>
              <a:buNone/>
              <a:defRPr sz="1600"/>
            </a:lvl3pPr>
            <a:lvl4pPr lvl="3" algn="l">
              <a:lnSpc>
                <a:spcPct val="90000"/>
              </a:lnSpc>
              <a:spcBef>
                <a:spcPts val="0"/>
              </a:spcBef>
              <a:spcAft>
                <a:spcPts val="0"/>
              </a:spcAft>
              <a:buClr>
                <a:schemeClr val="dk1"/>
              </a:buClr>
              <a:buSzPts val="1600"/>
              <a:buNone/>
              <a:defRPr sz="1600"/>
            </a:lvl4pPr>
            <a:lvl5pPr lvl="4" algn="l">
              <a:lnSpc>
                <a:spcPct val="90000"/>
              </a:lnSpc>
              <a:spcBef>
                <a:spcPts val="0"/>
              </a:spcBef>
              <a:spcAft>
                <a:spcPts val="0"/>
              </a:spcAft>
              <a:buClr>
                <a:schemeClr val="dk1"/>
              </a:buClr>
              <a:buSzPts val="1600"/>
              <a:buNone/>
              <a:defRPr sz="1600"/>
            </a:lvl5pPr>
            <a:lvl6pPr lvl="5" algn="l">
              <a:lnSpc>
                <a:spcPct val="90000"/>
              </a:lnSpc>
              <a:spcBef>
                <a:spcPts val="0"/>
              </a:spcBef>
              <a:spcAft>
                <a:spcPts val="0"/>
              </a:spcAft>
              <a:buClr>
                <a:schemeClr val="dk1"/>
              </a:buClr>
              <a:buSzPts val="1600"/>
              <a:buNone/>
              <a:defRPr sz="1600"/>
            </a:lvl6pPr>
            <a:lvl7pPr lvl="6" algn="l">
              <a:lnSpc>
                <a:spcPct val="90000"/>
              </a:lnSpc>
              <a:spcBef>
                <a:spcPts val="0"/>
              </a:spcBef>
              <a:spcAft>
                <a:spcPts val="0"/>
              </a:spcAft>
              <a:buClr>
                <a:schemeClr val="dk1"/>
              </a:buClr>
              <a:buSzPts val="1600"/>
              <a:buNone/>
              <a:defRPr sz="1600"/>
            </a:lvl7pPr>
            <a:lvl8pPr lvl="7" algn="l">
              <a:lnSpc>
                <a:spcPct val="90000"/>
              </a:lnSpc>
              <a:spcBef>
                <a:spcPts val="0"/>
              </a:spcBef>
              <a:spcAft>
                <a:spcPts val="0"/>
              </a:spcAft>
              <a:buClr>
                <a:schemeClr val="dk1"/>
              </a:buClr>
              <a:buSzPts val="1600"/>
              <a:buNone/>
              <a:defRPr sz="1600"/>
            </a:lvl8pPr>
            <a:lvl9pPr lvl="8" algn="l">
              <a:lnSpc>
                <a:spcPct val="90000"/>
              </a:lnSpc>
              <a:spcBef>
                <a:spcPts val="0"/>
              </a:spcBef>
              <a:spcAft>
                <a:spcPts val="0"/>
              </a:spcAft>
              <a:buClr>
                <a:schemeClr val="dk1"/>
              </a:buClr>
              <a:buSzPts val="1600"/>
              <a:buNone/>
              <a:defRPr sz="1600"/>
            </a:lvl9pPr>
          </a:lstStyle>
          <a:p/>
        </p:txBody>
      </p:sp>
      <p:sp>
        <p:nvSpPr>
          <p:cNvPr id="770" name="Google Shape;770;g3ed88e6a675_3_178"/>
          <p:cNvSpPr txBox="1"/>
          <p:nvPr>
            <p:ph idx="4" type="subTitle"/>
          </p:nvPr>
        </p:nvSpPr>
        <p:spPr>
          <a:xfrm>
            <a:off x="441100" y="5585766"/>
            <a:ext cx="1231200" cy="9639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6400"/>
              <a:buNone/>
              <a:defRPr sz="6400">
                <a:solidFill>
                  <a:schemeClr val="lt2"/>
                </a:solidFill>
              </a:defRPr>
            </a:lvl1pPr>
            <a:lvl2pPr lvl="1" algn="l">
              <a:lnSpc>
                <a:spcPct val="90000"/>
              </a:lnSpc>
              <a:spcBef>
                <a:spcPts val="0"/>
              </a:spcBef>
              <a:spcAft>
                <a:spcPts val="0"/>
              </a:spcAft>
              <a:buClr>
                <a:schemeClr val="lt2"/>
              </a:buClr>
              <a:buSzPts val="6400"/>
              <a:buNone/>
              <a:defRPr sz="6400">
                <a:solidFill>
                  <a:schemeClr val="lt2"/>
                </a:solidFill>
              </a:defRPr>
            </a:lvl2pPr>
            <a:lvl3pPr lvl="2" algn="l">
              <a:lnSpc>
                <a:spcPct val="90000"/>
              </a:lnSpc>
              <a:spcBef>
                <a:spcPts val="0"/>
              </a:spcBef>
              <a:spcAft>
                <a:spcPts val="0"/>
              </a:spcAft>
              <a:buClr>
                <a:schemeClr val="lt2"/>
              </a:buClr>
              <a:buSzPts val="6400"/>
              <a:buNone/>
              <a:defRPr sz="6400">
                <a:solidFill>
                  <a:schemeClr val="lt2"/>
                </a:solidFill>
              </a:defRPr>
            </a:lvl3pPr>
            <a:lvl4pPr lvl="3" algn="l">
              <a:lnSpc>
                <a:spcPct val="90000"/>
              </a:lnSpc>
              <a:spcBef>
                <a:spcPts val="0"/>
              </a:spcBef>
              <a:spcAft>
                <a:spcPts val="0"/>
              </a:spcAft>
              <a:buClr>
                <a:schemeClr val="lt2"/>
              </a:buClr>
              <a:buSzPts val="6400"/>
              <a:buNone/>
              <a:defRPr sz="6400">
                <a:solidFill>
                  <a:schemeClr val="lt2"/>
                </a:solidFill>
              </a:defRPr>
            </a:lvl4pPr>
            <a:lvl5pPr lvl="4" algn="l">
              <a:lnSpc>
                <a:spcPct val="90000"/>
              </a:lnSpc>
              <a:spcBef>
                <a:spcPts val="0"/>
              </a:spcBef>
              <a:spcAft>
                <a:spcPts val="0"/>
              </a:spcAft>
              <a:buClr>
                <a:schemeClr val="lt2"/>
              </a:buClr>
              <a:buSzPts val="6400"/>
              <a:buNone/>
              <a:defRPr sz="6400">
                <a:solidFill>
                  <a:schemeClr val="lt2"/>
                </a:solidFill>
              </a:defRPr>
            </a:lvl5pPr>
            <a:lvl6pPr lvl="5" algn="l">
              <a:lnSpc>
                <a:spcPct val="90000"/>
              </a:lnSpc>
              <a:spcBef>
                <a:spcPts val="0"/>
              </a:spcBef>
              <a:spcAft>
                <a:spcPts val="0"/>
              </a:spcAft>
              <a:buClr>
                <a:schemeClr val="lt2"/>
              </a:buClr>
              <a:buSzPts val="6400"/>
              <a:buNone/>
              <a:defRPr sz="6400">
                <a:solidFill>
                  <a:schemeClr val="lt2"/>
                </a:solidFill>
              </a:defRPr>
            </a:lvl6pPr>
            <a:lvl7pPr lvl="6" algn="l">
              <a:lnSpc>
                <a:spcPct val="90000"/>
              </a:lnSpc>
              <a:spcBef>
                <a:spcPts val="0"/>
              </a:spcBef>
              <a:spcAft>
                <a:spcPts val="0"/>
              </a:spcAft>
              <a:buClr>
                <a:schemeClr val="lt2"/>
              </a:buClr>
              <a:buSzPts val="6400"/>
              <a:buNone/>
              <a:defRPr sz="6400">
                <a:solidFill>
                  <a:schemeClr val="lt2"/>
                </a:solidFill>
              </a:defRPr>
            </a:lvl7pPr>
            <a:lvl8pPr lvl="7" algn="l">
              <a:lnSpc>
                <a:spcPct val="90000"/>
              </a:lnSpc>
              <a:spcBef>
                <a:spcPts val="0"/>
              </a:spcBef>
              <a:spcAft>
                <a:spcPts val="0"/>
              </a:spcAft>
              <a:buClr>
                <a:schemeClr val="lt2"/>
              </a:buClr>
              <a:buSzPts val="6400"/>
              <a:buNone/>
              <a:defRPr sz="6400">
                <a:solidFill>
                  <a:schemeClr val="lt2"/>
                </a:solidFill>
              </a:defRPr>
            </a:lvl8pPr>
            <a:lvl9pPr lvl="8" algn="l">
              <a:lnSpc>
                <a:spcPct val="90000"/>
              </a:lnSpc>
              <a:spcBef>
                <a:spcPts val="0"/>
              </a:spcBef>
              <a:spcAft>
                <a:spcPts val="0"/>
              </a:spcAft>
              <a:buClr>
                <a:schemeClr val="lt2"/>
              </a:buClr>
              <a:buSzPts val="6400"/>
              <a:buNone/>
              <a:defRPr sz="6400">
                <a:solidFill>
                  <a:schemeClr val="lt2"/>
                </a:solidFill>
              </a:defRPr>
            </a:lvl9pPr>
          </a:lstStyle>
          <a:p/>
        </p:txBody>
      </p:sp>
      <p:sp>
        <p:nvSpPr>
          <p:cNvPr id="771" name="Google Shape;771;g3ed88e6a675_3_178"/>
          <p:cNvSpPr txBox="1"/>
          <p:nvPr>
            <p:ph idx="5" type="body"/>
          </p:nvPr>
        </p:nvSpPr>
        <p:spPr>
          <a:xfrm>
            <a:off x="6183467" y="4430193"/>
            <a:ext cx="5246400" cy="598800"/>
          </a:xfrm>
          <a:prstGeom prst="rect">
            <a:avLst/>
          </a:prstGeom>
          <a:noFill/>
          <a:ln>
            <a:noFill/>
          </a:ln>
        </p:spPr>
        <p:txBody>
          <a:bodyPr anchorCtr="0" anchor="ctr" bIns="0" lIns="0" spcFirstLastPara="1" rIns="0" wrap="square" tIns="0">
            <a:noAutofit/>
          </a:bodyPr>
          <a:lstStyle>
            <a:lvl1pPr indent="-311150" lvl="0" marL="457200" algn="l">
              <a:lnSpc>
                <a:spcPct val="90000"/>
              </a:lnSpc>
              <a:spcBef>
                <a:spcPts val="0"/>
              </a:spcBef>
              <a:spcAft>
                <a:spcPts val="0"/>
              </a:spcAft>
              <a:buClr>
                <a:schemeClr val="dk1"/>
              </a:buClr>
              <a:buSzPts val="1300"/>
              <a:buFont typeface="Jost"/>
              <a:buChar char="●"/>
              <a:defRPr sz="1300"/>
            </a:lvl1pPr>
            <a:lvl2pPr indent="-311150" lvl="1" marL="914400" algn="l">
              <a:lnSpc>
                <a:spcPct val="90000"/>
              </a:lnSpc>
              <a:spcBef>
                <a:spcPts val="0"/>
              </a:spcBef>
              <a:spcAft>
                <a:spcPts val="0"/>
              </a:spcAft>
              <a:buClr>
                <a:schemeClr val="dk1"/>
              </a:buClr>
              <a:buSzPts val="1300"/>
              <a:buFont typeface="Jost"/>
              <a:buChar char="○"/>
              <a:defRPr sz="1300"/>
            </a:lvl2pPr>
            <a:lvl3pPr indent="-311150" lvl="2" marL="1371600" algn="l">
              <a:lnSpc>
                <a:spcPct val="90000"/>
              </a:lnSpc>
              <a:spcBef>
                <a:spcPts val="0"/>
              </a:spcBef>
              <a:spcAft>
                <a:spcPts val="0"/>
              </a:spcAft>
              <a:buClr>
                <a:schemeClr val="dk1"/>
              </a:buClr>
              <a:buSzPts val="1300"/>
              <a:buFont typeface="Jost"/>
              <a:buChar char="■"/>
              <a:defRPr sz="1300"/>
            </a:lvl3pPr>
            <a:lvl4pPr indent="-311150" lvl="3" marL="1828800" algn="l">
              <a:lnSpc>
                <a:spcPct val="90000"/>
              </a:lnSpc>
              <a:spcBef>
                <a:spcPts val="0"/>
              </a:spcBef>
              <a:spcAft>
                <a:spcPts val="0"/>
              </a:spcAft>
              <a:buClr>
                <a:schemeClr val="dk1"/>
              </a:buClr>
              <a:buSzPts val="1300"/>
              <a:buFont typeface="Jost"/>
              <a:buChar char="●"/>
              <a:defRPr sz="1300"/>
            </a:lvl4pPr>
            <a:lvl5pPr indent="-311150" lvl="4" marL="2286000" algn="l">
              <a:lnSpc>
                <a:spcPct val="90000"/>
              </a:lnSpc>
              <a:spcBef>
                <a:spcPts val="0"/>
              </a:spcBef>
              <a:spcAft>
                <a:spcPts val="0"/>
              </a:spcAft>
              <a:buClr>
                <a:schemeClr val="dk1"/>
              </a:buClr>
              <a:buSzPts val="1300"/>
              <a:buFont typeface="Jost"/>
              <a:buChar char="○"/>
              <a:defRPr sz="1300"/>
            </a:lvl5pPr>
            <a:lvl6pPr indent="-311150" lvl="5" marL="2743200" algn="l">
              <a:lnSpc>
                <a:spcPct val="90000"/>
              </a:lnSpc>
              <a:spcBef>
                <a:spcPts val="0"/>
              </a:spcBef>
              <a:spcAft>
                <a:spcPts val="0"/>
              </a:spcAft>
              <a:buClr>
                <a:schemeClr val="dk1"/>
              </a:buClr>
              <a:buSzPts val="1300"/>
              <a:buFont typeface="Jost"/>
              <a:buChar char="■"/>
              <a:defRPr sz="1300"/>
            </a:lvl6pPr>
            <a:lvl7pPr indent="-311150" lvl="6" marL="3200400" algn="l">
              <a:lnSpc>
                <a:spcPct val="90000"/>
              </a:lnSpc>
              <a:spcBef>
                <a:spcPts val="0"/>
              </a:spcBef>
              <a:spcAft>
                <a:spcPts val="0"/>
              </a:spcAft>
              <a:buClr>
                <a:schemeClr val="dk1"/>
              </a:buClr>
              <a:buSzPts val="1300"/>
              <a:buFont typeface="Jost"/>
              <a:buChar char="●"/>
              <a:defRPr sz="1300"/>
            </a:lvl7pPr>
            <a:lvl8pPr indent="-311150" lvl="7" marL="3657600" algn="l">
              <a:lnSpc>
                <a:spcPct val="90000"/>
              </a:lnSpc>
              <a:spcBef>
                <a:spcPts val="0"/>
              </a:spcBef>
              <a:spcAft>
                <a:spcPts val="0"/>
              </a:spcAft>
              <a:buClr>
                <a:schemeClr val="dk1"/>
              </a:buClr>
              <a:buSzPts val="1300"/>
              <a:buFont typeface="Jost"/>
              <a:buChar char="○"/>
              <a:defRPr sz="1300"/>
            </a:lvl8pPr>
            <a:lvl9pPr indent="-311150" lvl="8" marL="4114800" algn="l">
              <a:lnSpc>
                <a:spcPct val="90000"/>
              </a:lnSpc>
              <a:spcBef>
                <a:spcPts val="0"/>
              </a:spcBef>
              <a:spcAft>
                <a:spcPts val="0"/>
              </a:spcAft>
              <a:buClr>
                <a:schemeClr val="dk1"/>
              </a:buClr>
              <a:buSzPts val="1300"/>
              <a:buFont typeface="Jost"/>
              <a:buChar char="■"/>
              <a:defRPr sz="1300"/>
            </a:lvl9pPr>
          </a:lstStyle>
          <a:p/>
        </p:txBody>
      </p:sp>
      <p:sp>
        <p:nvSpPr>
          <p:cNvPr id="772" name="Google Shape;772;g3ed88e6a675_3_178"/>
          <p:cNvSpPr txBox="1"/>
          <p:nvPr>
            <p:ph idx="6" type="subTitle"/>
          </p:nvPr>
        </p:nvSpPr>
        <p:spPr>
          <a:xfrm>
            <a:off x="2138531" y="4452355"/>
            <a:ext cx="3163500" cy="554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600"/>
              <a:buNone/>
              <a:defRPr sz="1600"/>
            </a:lvl1pPr>
            <a:lvl2pPr lvl="1" algn="l">
              <a:lnSpc>
                <a:spcPct val="90000"/>
              </a:lnSpc>
              <a:spcBef>
                <a:spcPts val="0"/>
              </a:spcBef>
              <a:spcAft>
                <a:spcPts val="0"/>
              </a:spcAft>
              <a:buClr>
                <a:schemeClr val="dk1"/>
              </a:buClr>
              <a:buSzPts val="1600"/>
              <a:buNone/>
              <a:defRPr sz="1600"/>
            </a:lvl2pPr>
            <a:lvl3pPr lvl="2" algn="l">
              <a:lnSpc>
                <a:spcPct val="90000"/>
              </a:lnSpc>
              <a:spcBef>
                <a:spcPts val="0"/>
              </a:spcBef>
              <a:spcAft>
                <a:spcPts val="0"/>
              </a:spcAft>
              <a:buClr>
                <a:schemeClr val="dk1"/>
              </a:buClr>
              <a:buSzPts val="1600"/>
              <a:buNone/>
              <a:defRPr sz="1600"/>
            </a:lvl3pPr>
            <a:lvl4pPr lvl="3" algn="l">
              <a:lnSpc>
                <a:spcPct val="90000"/>
              </a:lnSpc>
              <a:spcBef>
                <a:spcPts val="0"/>
              </a:spcBef>
              <a:spcAft>
                <a:spcPts val="0"/>
              </a:spcAft>
              <a:buClr>
                <a:schemeClr val="dk1"/>
              </a:buClr>
              <a:buSzPts val="1600"/>
              <a:buNone/>
              <a:defRPr sz="1600"/>
            </a:lvl4pPr>
            <a:lvl5pPr lvl="4" algn="l">
              <a:lnSpc>
                <a:spcPct val="90000"/>
              </a:lnSpc>
              <a:spcBef>
                <a:spcPts val="0"/>
              </a:spcBef>
              <a:spcAft>
                <a:spcPts val="0"/>
              </a:spcAft>
              <a:buClr>
                <a:schemeClr val="dk1"/>
              </a:buClr>
              <a:buSzPts val="1600"/>
              <a:buNone/>
              <a:defRPr sz="1600"/>
            </a:lvl5pPr>
            <a:lvl6pPr lvl="5" algn="l">
              <a:lnSpc>
                <a:spcPct val="90000"/>
              </a:lnSpc>
              <a:spcBef>
                <a:spcPts val="0"/>
              </a:spcBef>
              <a:spcAft>
                <a:spcPts val="0"/>
              </a:spcAft>
              <a:buClr>
                <a:schemeClr val="dk1"/>
              </a:buClr>
              <a:buSzPts val="1600"/>
              <a:buNone/>
              <a:defRPr sz="1600"/>
            </a:lvl6pPr>
            <a:lvl7pPr lvl="6" algn="l">
              <a:lnSpc>
                <a:spcPct val="90000"/>
              </a:lnSpc>
              <a:spcBef>
                <a:spcPts val="0"/>
              </a:spcBef>
              <a:spcAft>
                <a:spcPts val="0"/>
              </a:spcAft>
              <a:buClr>
                <a:schemeClr val="dk1"/>
              </a:buClr>
              <a:buSzPts val="1600"/>
              <a:buNone/>
              <a:defRPr sz="1600"/>
            </a:lvl7pPr>
            <a:lvl8pPr lvl="7" algn="l">
              <a:lnSpc>
                <a:spcPct val="90000"/>
              </a:lnSpc>
              <a:spcBef>
                <a:spcPts val="0"/>
              </a:spcBef>
              <a:spcAft>
                <a:spcPts val="0"/>
              </a:spcAft>
              <a:buClr>
                <a:schemeClr val="dk1"/>
              </a:buClr>
              <a:buSzPts val="1600"/>
              <a:buNone/>
              <a:defRPr sz="1600"/>
            </a:lvl8pPr>
            <a:lvl9pPr lvl="8" algn="l">
              <a:lnSpc>
                <a:spcPct val="90000"/>
              </a:lnSpc>
              <a:spcBef>
                <a:spcPts val="0"/>
              </a:spcBef>
              <a:spcAft>
                <a:spcPts val="0"/>
              </a:spcAft>
              <a:buClr>
                <a:schemeClr val="dk1"/>
              </a:buClr>
              <a:buSzPts val="1600"/>
              <a:buNone/>
              <a:defRPr sz="1600"/>
            </a:lvl9pPr>
          </a:lstStyle>
          <a:p/>
        </p:txBody>
      </p:sp>
      <p:sp>
        <p:nvSpPr>
          <p:cNvPr id="773" name="Google Shape;773;g3ed88e6a675_3_178"/>
          <p:cNvSpPr txBox="1"/>
          <p:nvPr>
            <p:ph idx="7" type="subTitle"/>
          </p:nvPr>
        </p:nvSpPr>
        <p:spPr>
          <a:xfrm>
            <a:off x="441100" y="4247594"/>
            <a:ext cx="1231200" cy="9639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6400"/>
              <a:buNone/>
              <a:defRPr sz="6400">
                <a:solidFill>
                  <a:schemeClr val="lt2"/>
                </a:solidFill>
              </a:defRPr>
            </a:lvl1pPr>
            <a:lvl2pPr lvl="1" algn="l">
              <a:lnSpc>
                <a:spcPct val="90000"/>
              </a:lnSpc>
              <a:spcBef>
                <a:spcPts val="0"/>
              </a:spcBef>
              <a:spcAft>
                <a:spcPts val="0"/>
              </a:spcAft>
              <a:buClr>
                <a:schemeClr val="lt2"/>
              </a:buClr>
              <a:buSzPts val="6400"/>
              <a:buNone/>
              <a:defRPr sz="6400">
                <a:solidFill>
                  <a:schemeClr val="lt2"/>
                </a:solidFill>
              </a:defRPr>
            </a:lvl2pPr>
            <a:lvl3pPr lvl="2" algn="l">
              <a:lnSpc>
                <a:spcPct val="90000"/>
              </a:lnSpc>
              <a:spcBef>
                <a:spcPts val="0"/>
              </a:spcBef>
              <a:spcAft>
                <a:spcPts val="0"/>
              </a:spcAft>
              <a:buClr>
                <a:schemeClr val="lt2"/>
              </a:buClr>
              <a:buSzPts val="6400"/>
              <a:buNone/>
              <a:defRPr sz="6400">
                <a:solidFill>
                  <a:schemeClr val="lt2"/>
                </a:solidFill>
              </a:defRPr>
            </a:lvl3pPr>
            <a:lvl4pPr lvl="3" algn="l">
              <a:lnSpc>
                <a:spcPct val="90000"/>
              </a:lnSpc>
              <a:spcBef>
                <a:spcPts val="0"/>
              </a:spcBef>
              <a:spcAft>
                <a:spcPts val="0"/>
              </a:spcAft>
              <a:buClr>
                <a:schemeClr val="lt2"/>
              </a:buClr>
              <a:buSzPts val="6400"/>
              <a:buNone/>
              <a:defRPr sz="6400">
                <a:solidFill>
                  <a:schemeClr val="lt2"/>
                </a:solidFill>
              </a:defRPr>
            </a:lvl4pPr>
            <a:lvl5pPr lvl="4" algn="l">
              <a:lnSpc>
                <a:spcPct val="90000"/>
              </a:lnSpc>
              <a:spcBef>
                <a:spcPts val="0"/>
              </a:spcBef>
              <a:spcAft>
                <a:spcPts val="0"/>
              </a:spcAft>
              <a:buClr>
                <a:schemeClr val="lt2"/>
              </a:buClr>
              <a:buSzPts val="6400"/>
              <a:buNone/>
              <a:defRPr sz="6400">
                <a:solidFill>
                  <a:schemeClr val="lt2"/>
                </a:solidFill>
              </a:defRPr>
            </a:lvl5pPr>
            <a:lvl6pPr lvl="5" algn="l">
              <a:lnSpc>
                <a:spcPct val="90000"/>
              </a:lnSpc>
              <a:spcBef>
                <a:spcPts val="0"/>
              </a:spcBef>
              <a:spcAft>
                <a:spcPts val="0"/>
              </a:spcAft>
              <a:buClr>
                <a:schemeClr val="lt2"/>
              </a:buClr>
              <a:buSzPts val="6400"/>
              <a:buNone/>
              <a:defRPr sz="6400">
                <a:solidFill>
                  <a:schemeClr val="lt2"/>
                </a:solidFill>
              </a:defRPr>
            </a:lvl6pPr>
            <a:lvl7pPr lvl="6" algn="l">
              <a:lnSpc>
                <a:spcPct val="90000"/>
              </a:lnSpc>
              <a:spcBef>
                <a:spcPts val="0"/>
              </a:spcBef>
              <a:spcAft>
                <a:spcPts val="0"/>
              </a:spcAft>
              <a:buClr>
                <a:schemeClr val="lt2"/>
              </a:buClr>
              <a:buSzPts val="6400"/>
              <a:buNone/>
              <a:defRPr sz="6400">
                <a:solidFill>
                  <a:schemeClr val="lt2"/>
                </a:solidFill>
              </a:defRPr>
            </a:lvl7pPr>
            <a:lvl8pPr lvl="7" algn="l">
              <a:lnSpc>
                <a:spcPct val="90000"/>
              </a:lnSpc>
              <a:spcBef>
                <a:spcPts val="0"/>
              </a:spcBef>
              <a:spcAft>
                <a:spcPts val="0"/>
              </a:spcAft>
              <a:buClr>
                <a:schemeClr val="lt2"/>
              </a:buClr>
              <a:buSzPts val="6400"/>
              <a:buNone/>
              <a:defRPr sz="6400">
                <a:solidFill>
                  <a:schemeClr val="lt2"/>
                </a:solidFill>
              </a:defRPr>
            </a:lvl8pPr>
            <a:lvl9pPr lvl="8" algn="l">
              <a:lnSpc>
                <a:spcPct val="90000"/>
              </a:lnSpc>
              <a:spcBef>
                <a:spcPts val="0"/>
              </a:spcBef>
              <a:spcAft>
                <a:spcPts val="0"/>
              </a:spcAft>
              <a:buClr>
                <a:schemeClr val="lt2"/>
              </a:buClr>
              <a:buSzPts val="6400"/>
              <a:buNone/>
              <a:defRPr sz="6400">
                <a:solidFill>
                  <a:schemeClr val="lt2"/>
                </a:solidFill>
              </a:defRPr>
            </a:lvl9pPr>
          </a:lstStyle>
          <a:p/>
        </p:txBody>
      </p:sp>
      <p:sp>
        <p:nvSpPr>
          <p:cNvPr id="774" name="Google Shape;774;g3ed88e6a675_3_178"/>
          <p:cNvSpPr txBox="1"/>
          <p:nvPr>
            <p:ph idx="8" type="body"/>
          </p:nvPr>
        </p:nvSpPr>
        <p:spPr>
          <a:xfrm>
            <a:off x="6183467" y="3122646"/>
            <a:ext cx="5246400" cy="598800"/>
          </a:xfrm>
          <a:prstGeom prst="rect">
            <a:avLst/>
          </a:prstGeom>
          <a:noFill/>
          <a:ln>
            <a:noFill/>
          </a:ln>
        </p:spPr>
        <p:txBody>
          <a:bodyPr anchorCtr="0" anchor="ctr" bIns="0" lIns="0" spcFirstLastPara="1" rIns="0" wrap="square" tIns="0">
            <a:noAutofit/>
          </a:bodyPr>
          <a:lstStyle>
            <a:lvl1pPr indent="-311150" lvl="0" marL="457200" algn="l">
              <a:lnSpc>
                <a:spcPct val="90000"/>
              </a:lnSpc>
              <a:spcBef>
                <a:spcPts val="0"/>
              </a:spcBef>
              <a:spcAft>
                <a:spcPts val="0"/>
              </a:spcAft>
              <a:buClr>
                <a:schemeClr val="dk1"/>
              </a:buClr>
              <a:buSzPts val="1300"/>
              <a:buFont typeface="Jost"/>
              <a:buChar char="●"/>
              <a:defRPr sz="1300"/>
            </a:lvl1pPr>
            <a:lvl2pPr indent="-311150" lvl="1" marL="914400" algn="l">
              <a:lnSpc>
                <a:spcPct val="90000"/>
              </a:lnSpc>
              <a:spcBef>
                <a:spcPts val="0"/>
              </a:spcBef>
              <a:spcAft>
                <a:spcPts val="0"/>
              </a:spcAft>
              <a:buClr>
                <a:schemeClr val="dk1"/>
              </a:buClr>
              <a:buSzPts val="1300"/>
              <a:buFont typeface="Jost"/>
              <a:buChar char="○"/>
              <a:defRPr sz="1300"/>
            </a:lvl2pPr>
            <a:lvl3pPr indent="-311150" lvl="2" marL="1371600" algn="l">
              <a:lnSpc>
                <a:spcPct val="90000"/>
              </a:lnSpc>
              <a:spcBef>
                <a:spcPts val="0"/>
              </a:spcBef>
              <a:spcAft>
                <a:spcPts val="0"/>
              </a:spcAft>
              <a:buClr>
                <a:schemeClr val="dk1"/>
              </a:buClr>
              <a:buSzPts val="1300"/>
              <a:buFont typeface="Jost"/>
              <a:buChar char="■"/>
              <a:defRPr sz="1300"/>
            </a:lvl3pPr>
            <a:lvl4pPr indent="-311150" lvl="3" marL="1828800" algn="l">
              <a:lnSpc>
                <a:spcPct val="90000"/>
              </a:lnSpc>
              <a:spcBef>
                <a:spcPts val="0"/>
              </a:spcBef>
              <a:spcAft>
                <a:spcPts val="0"/>
              </a:spcAft>
              <a:buClr>
                <a:schemeClr val="dk1"/>
              </a:buClr>
              <a:buSzPts val="1300"/>
              <a:buFont typeface="Jost"/>
              <a:buChar char="●"/>
              <a:defRPr sz="1300"/>
            </a:lvl4pPr>
            <a:lvl5pPr indent="-311150" lvl="4" marL="2286000" algn="l">
              <a:lnSpc>
                <a:spcPct val="90000"/>
              </a:lnSpc>
              <a:spcBef>
                <a:spcPts val="0"/>
              </a:spcBef>
              <a:spcAft>
                <a:spcPts val="0"/>
              </a:spcAft>
              <a:buClr>
                <a:schemeClr val="dk1"/>
              </a:buClr>
              <a:buSzPts val="1300"/>
              <a:buFont typeface="Jost"/>
              <a:buChar char="○"/>
              <a:defRPr sz="1300"/>
            </a:lvl5pPr>
            <a:lvl6pPr indent="-311150" lvl="5" marL="2743200" algn="l">
              <a:lnSpc>
                <a:spcPct val="90000"/>
              </a:lnSpc>
              <a:spcBef>
                <a:spcPts val="0"/>
              </a:spcBef>
              <a:spcAft>
                <a:spcPts val="0"/>
              </a:spcAft>
              <a:buClr>
                <a:schemeClr val="dk1"/>
              </a:buClr>
              <a:buSzPts val="1300"/>
              <a:buFont typeface="Jost"/>
              <a:buChar char="■"/>
              <a:defRPr sz="1300"/>
            </a:lvl6pPr>
            <a:lvl7pPr indent="-311150" lvl="6" marL="3200400" algn="l">
              <a:lnSpc>
                <a:spcPct val="90000"/>
              </a:lnSpc>
              <a:spcBef>
                <a:spcPts val="0"/>
              </a:spcBef>
              <a:spcAft>
                <a:spcPts val="0"/>
              </a:spcAft>
              <a:buClr>
                <a:schemeClr val="dk1"/>
              </a:buClr>
              <a:buSzPts val="1300"/>
              <a:buFont typeface="Jost"/>
              <a:buChar char="●"/>
              <a:defRPr sz="1300"/>
            </a:lvl7pPr>
            <a:lvl8pPr indent="-311150" lvl="7" marL="3657600" algn="l">
              <a:lnSpc>
                <a:spcPct val="90000"/>
              </a:lnSpc>
              <a:spcBef>
                <a:spcPts val="0"/>
              </a:spcBef>
              <a:spcAft>
                <a:spcPts val="0"/>
              </a:spcAft>
              <a:buClr>
                <a:schemeClr val="dk1"/>
              </a:buClr>
              <a:buSzPts val="1300"/>
              <a:buFont typeface="Jost"/>
              <a:buChar char="○"/>
              <a:defRPr sz="1300"/>
            </a:lvl8pPr>
            <a:lvl9pPr indent="-311150" lvl="8" marL="4114800" algn="l">
              <a:lnSpc>
                <a:spcPct val="90000"/>
              </a:lnSpc>
              <a:spcBef>
                <a:spcPts val="0"/>
              </a:spcBef>
              <a:spcAft>
                <a:spcPts val="0"/>
              </a:spcAft>
              <a:buClr>
                <a:schemeClr val="dk1"/>
              </a:buClr>
              <a:buSzPts val="1300"/>
              <a:buFont typeface="Jost"/>
              <a:buChar char="■"/>
              <a:defRPr sz="1300"/>
            </a:lvl9pPr>
          </a:lstStyle>
          <a:p/>
        </p:txBody>
      </p:sp>
      <p:sp>
        <p:nvSpPr>
          <p:cNvPr id="775" name="Google Shape;775;g3ed88e6a675_3_178"/>
          <p:cNvSpPr txBox="1"/>
          <p:nvPr>
            <p:ph idx="9" type="subTitle"/>
          </p:nvPr>
        </p:nvSpPr>
        <p:spPr>
          <a:xfrm>
            <a:off x="2138531" y="3144810"/>
            <a:ext cx="3163500" cy="554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600"/>
              <a:buNone/>
              <a:defRPr sz="1600"/>
            </a:lvl1pPr>
            <a:lvl2pPr lvl="1" algn="l">
              <a:lnSpc>
                <a:spcPct val="90000"/>
              </a:lnSpc>
              <a:spcBef>
                <a:spcPts val="0"/>
              </a:spcBef>
              <a:spcAft>
                <a:spcPts val="0"/>
              </a:spcAft>
              <a:buClr>
                <a:schemeClr val="dk1"/>
              </a:buClr>
              <a:buSzPts val="1600"/>
              <a:buNone/>
              <a:defRPr sz="1600"/>
            </a:lvl2pPr>
            <a:lvl3pPr lvl="2" algn="l">
              <a:lnSpc>
                <a:spcPct val="90000"/>
              </a:lnSpc>
              <a:spcBef>
                <a:spcPts val="0"/>
              </a:spcBef>
              <a:spcAft>
                <a:spcPts val="0"/>
              </a:spcAft>
              <a:buClr>
                <a:schemeClr val="dk1"/>
              </a:buClr>
              <a:buSzPts val="1600"/>
              <a:buNone/>
              <a:defRPr sz="1600"/>
            </a:lvl3pPr>
            <a:lvl4pPr lvl="3" algn="l">
              <a:lnSpc>
                <a:spcPct val="90000"/>
              </a:lnSpc>
              <a:spcBef>
                <a:spcPts val="0"/>
              </a:spcBef>
              <a:spcAft>
                <a:spcPts val="0"/>
              </a:spcAft>
              <a:buClr>
                <a:schemeClr val="dk1"/>
              </a:buClr>
              <a:buSzPts val="1600"/>
              <a:buNone/>
              <a:defRPr sz="1600"/>
            </a:lvl4pPr>
            <a:lvl5pPr lvl="4" algn="l">
              <a:lnSpc>
                <a:spcPct val="90000"/>
              </a:lnSpc>
              <a:spcBef>
                <a:spcPts val="0"/>
              </a:spcBef>
              <a:spcAft>
                <a:spcPts val="0"/>
              </a:spcAft>
              <a:buClr>
                <a:schemeClr val="dk1"/>
              </a:buClr>
              <a:buSzPts val="1600"/>
              <a:buNone/>
              <a:defRPr sz="1600"/>
            </a:lvl5pPr>
            <a:lvl6pPr lvl="5" algn="l">
              <a:lnSpc>
                <a:spcPct val="90000"/>
              </a:lnSpc>
              <a:spcBef>
                <a:spcPts val="0"/>
              </a:spcBef>
              <a:spcAft>
                <a:spcPts val="0"/>
              </a:spcAft>
              <a:buClr>
                <a:schemeClr val="dk1"/>
              </a:buClr>
              <a:buSzPts val="1600"/>
              <a:buNone/>
              <a:defRPr sz="1600"/>
            </a:lvl6pPr>
            <a:lvl7pPr lvl="6" algn="l">
              <a:lnSpc>
                <a:spcPct val="90000"/>
              </a:lnSpc>
              <a:spcBef>
                <a:spcPts val="0"/>
              </a:spcBef>
              <a:spcAft>
                <a:spcPts val="0"/>
              </a:spcAft>
              <a:buClr>
                <a:schemeClr val="dk1"/>
              </a:buClr>
              <a:buSzPts val="1600"/>
              <a:buNone/>
              <a:defRPr sz="1600"/>
            </a:lvl7pPr>
            <a:lvl8pPr lvl="7" algn="l">
              <a:lnSpc>
                <a:spcPct val="90000"/>
              </a:lnSpc>
              <a:spcBef>
                <a:spcPts val="0"/>
              </a:spcBef>
              <a:spcAft>
                <a:spcPts val="0"/>
              </a:spcAft>
              <a:buClr>
                <a:schemeClr val="dk1"/>
              </a:buClr>
              <a:buSzPts val="1600"/>
              <a:buNone/>
              <a:defRPr sz="1600"/>
            </a:lvl8pPr>
            <a:lvl9pPr lvl="8" algn="l">
              <a:lnSpc>
                <a:spcPct val="90000"/>
              </a:lnSpc>
              <a:spcBef>
                <a:spcPts val="0"/>
              </a:spcBef>
              <a:spcAft>
                <a:spcPts val="0"/>
              </a:spcAft>
              <a:buClr>
                <a:schemeClr val="dk1"/>
              </a:buClr>
              <a:buSzPts val="1600"/>
              <a:buNone/>
              <a:defRPr sz="1600"/>
            </a:lvl9pPr>
          </a:lstStyle>
          <a:p/>
        </p:txBody>
      </p:sp>
      <p:sp>
        <p:nvSpPr>
          <p:cNvPr id="776" name="Google Shape;776;g3ed88e6a675_3_178"/>
          <p:cNvSpPr txBox="1"/>
          <p:nvPr>
            <p:ph idx="13" type="subTitle"/>
          </p:nvPr>
        </p:nvSpPr>
        <p:spPr>
          <a:xfrm>
            <a:off x="441100" y="2940049"/>
            <a:ext cx="1231200" cy="9639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6400"/>
              <a:buNone/>
              <a:defRPr sz="6400">
                <a:solidFill>
                  <a:schemeClr val="lt2"/>
                </a:solidFill>
              </a:defRPr>
            </a:lvl1pPr>
            <a:lvl2pPr lvl="1" algn="l">
              <a:lnSpc>
                <a:spcPct val="90000"/>
              </a:lnSpc>
              <a:spcBef>
                <a:spcPts val="0"/>
              </a:spcBef>
              <a:spcAft>
                <a:spcPts val="0"/>
              </a:spcAft>
              <a:buClr>
                <a:schemeClr val="lt2"/>
              </a:buClr>
              <a:buSzPts val="6400"/>
              <a:buNone/>
              <a:defRPr sz="6400">
                <a:solidFill>
                  <a:schemeClr val="lt2"/>
                </a:solidFill>
              </a:defRPr>
            </a:lvl2pPr>
            <a:lvl3pPr lvl="2" algn="l">
              <a:lnSpc>
                <a:spcPct val="90000"/>
              </a:lnSpc>
              <a:spcBef>
                <a:spcPts val="0"/>
              </a:spcBef>
              <a:spcAft>
                <a:spcPts val="0"/>
              </a:spcAft>
              <a:buClr>
                <a:schemeClr val="lt2"/>
              </a:buClr>
              <a:buSzPts val="6400"/>
              <a:buNone/>
              <a:defRPr sz="6400">
                <a:solidFill>
                  <a:schemeClr val="lt2"/>
                </a:solidFill>
              </a:defRPr>
            </a:lvl3pPr>
            <a:lvl4pPr lvl="3" algn="l">
              <a:lnSpc>
                <a:spcPct val="90000"/>
              </a:lnSpc>
              <a:spcBef>
                <a:spcPts val="0"/>
              </a:spcBef>
              <a:spcAft>
                <a:spcPts val="0"/>
              </a:spcAft>
              <a:buClr>
                <a:schemeClr val="lt2"/>
              </a:buClr>
              <a:buSzPts val="6400"/>
              <a:buNone/>
              <a:defRPr sz="6400">
                <a:solidFill>
                  <a:schemeClr val="lt2"/>
                </a:solidFill>
              </a:defRPr>
            </a:lvl4pPr>
            <a:lvl5pPr lvl="4" algn="l">
              <a:lnSpc>
                <a:spcPct val="90000"/>
              </a:lnSpc>
              <a:spcBef>
                <a:spcPts val="0"/>
              </a:spcBef>
              <a:spcAft>
                <a:spcPts val="0"/>
              </a:spcAft>
              <a:buClr>
                <a:schemeClr val="lt2"/>
              </a:buClr>
              <a:buSzPts val="6400"/>
              <a:buNone/>
              <a:defRPr sz="6400">
                <a:solidFill>
                  <a:schemeClr val="lt2"/>
                </a:solidFill>
              </a:defRPr>
            </a:lvl5pPr>
            <a:lvl6pPr lvl="5" algn="l">
              <a:lnSpc>
                <a:spcPct val="90000"/>
              </a:lnSpc>
              <a:spcBef>
                <a:spcPts val="0"/>
              </a:spcBef>
              <a:spcAft>
                <a:spcPts val="0"/>
              </a:spcAft>
              <a:buClr>
                <a:schemeClr val="lt2"/>
              </a:buClr>
              <a:buSzPts val="6400"/>
              <a:buNone/>
              <a:defRPr sz="6400">
                <a:solidFill>
                  <a:schemeClr val="lt2"/>
                </a:solidFill>
              </a:defRPr>
            </a:lvl6pPr>
            <a:lvl7pPr lvl="6" algn="l">
              <a:lnSpc>
                <a:spcPct val="90000"/>
              </a:lnSpc>
              <a:spcBef>
                <a:spcPts val="0"/>
              </a:spcBef>
              <a:spcAft>
                <a:spcPts val="0"/>
              </a:spcAft>
              <a:buClr>
                <a:schemeClr val="lt2"/>
              </a:buClr>
              <a:buSzPts val="6400"/>
              <a:buNone/>
              <a:defRPr sz="6400">
                <a:solidFill>
                  <a:schemeClr val="lt2"/>
                </a:solidFill>
              </a:defRPr>
            </a:lvl7pPr>
            <a:lvl8pPr lvl="7" algn="l">
              <a:lnSpc>
                <a:spcPct val="90000"/>
              </a:lnSpc>
              <a:spcBef>
                <a:spcPts val="0"/>
              </a:spcBef>
              <a:spcAft>
                <a:spcPts val="0"/>
              </a:spcAft>
              <a:buClr>
                <a:schemeClr val="lt2"/>
              </a:buClr>
              <a:buSzPts val="6400"/>
              <a:buNone/>
              <a:defRPr sz="6400">
                <a:solidFill>
                  <a:schemeClr val="lt2"/>
                </a:solidFill>
              </a:defRPr>
            </a:lvl8pPr>
            <a:lvl9pPr lvl="8" algn="l">
              <a:lnSpc>
                <a:spcPct val="90000"/>
              </a:lnSpc>
              <a:spcBef>
                <a:spcPts val="0"/>
              </a:spcBef>
              <a:spcAft>
                <a:spcPts val="0"/>
              </a:spcAft>
              <a:buClr>
                <a:schemeClr val="lt2"/>
              </a:buClr>
              <a:buSzPts val="6400"/>
              <a:buNone/>
              <a:defRPr sz="6400">
                <a:solidFill>
                  <a:schemeClr val="lt2"/>
                </a:solidFill>
              </a:defRPr>
            </a:lvl9pPr>
          </a:lstStyle>
          <a:p/>
        </p:txBody>
      </p:sp>
      <p:sp>
        <p:nvSpPr>
          <p:cNvPr id="777" name="Google Shape;777;g3ed88e6a675_3_178"/>
          <p:cNvSpPr txBox="1"/>
          <p:nvPr>
            <p:ph idx="14" type="body"/>
          </p:nvPr>
        </p:nvSpPr>
        <p:spPr>
          <a:xfrm>
            <a:off x="6183467" y="1815100"/>
            <a:ext cx="5246400" cy="598800"/>
          </a:xfrm>
          <a:prstGeom prst="rect">
            <a:avLst/>
          </a:prstGeom>
          <a:noFill/>
          <a:ln>
            <a:noFill/>
          </a:ln>
        </p:spPr>
        <p:txBody>
          <a:bodyPr anchorCtr="0" anchor="ctr" bIns="0" lIns="0" spcFirstLastPara="1" rIns="0" wrap="square" tIns="0">
            <a:noAutofit/>
          </a:bodyPr>
          <a:lstStyle>
            <a:lvl1pPr indent="-311150" lvl="0" marL="457200" algn="l">
              <a:lnSpc>
                <a:spcPct val="90000"/>
              </a:lnSpc>
              <a:spcBef>
                <a:spcPts val="0"/>
              </a:spcBef>
              <a:spcAft>
                <a:spcPts val="0"/>
              </a:spcAft>
              <a:buClr>
                <a:schemeClr val="dk1"/>
              </a:buClr>
              <a:buSzPts val="1300"/>
              <a:buFont typeface="Jost"/>
              <a:buChar char="●"/>
              <a:defRPr sz="1300"/>
            </a:lvl1pPr>
            <a:lvl2pPr indent="-311150" lvl="1" marL="914400" algn="l">
              <a:lnSpc>
                <a:spcPct val="90000"/>
              </a:lnSpc>
              <a:spcBef>
                <a:spcPts val="0"/>
              </a:spcBef>
              <a:spcAft>
                <a:spcPts val="0"/>
              </a:spcAft>
              <a:buClr>
                <a:schemeClr val="dk1"/>
              </a:buClr>
              <a:buSzPts val="1300"/>
              <a:buFont typeface="Jost"/>
              <a:buChar char="○"/>
              <a:defRPr sz="1300"/>
            </a:lvl2pPr>
            <a:lvl3pPr indent="-311150" lvl="2" marL="1371600" algn="l">
              <a:lnSpc>
                <a:spcPct val="90000"/>
              </a:lnSpc>
              <a:spcBef>
                <a:spcPts val="0"/>
              </a:spcBef>
              <a:spcAft>
                <a:spcPts val="0"/>
              </a:spcAft>
              <a:buClr>
                <a:schemeClr val="dk1"/>
              </a:buClr>
              <a:buSzPts val="1300"/>
              <a:buFont typeface="Jost"/>
              <a:buChar char="■"/>
              <a:defRPr sz="1300"/>
            </a:lvl3pPr>
            <a:lvl4pPr indent="-311150" lvl="3" marL="1828800" algn="l">
              <a:lnSpc>
                <a:spcPct val="90000"/>
              </a:lnSpc>
              <a:spcBef>
                <a:spcPts val="0"/>
              </a:spcBef>
              <a:spcAft>
                <a:spcPts val="0"/>
              </a:spcAft>
              <a:buClr>
                <a:schemeClr val="dk1"/>
              </a:buClr>
              <a:buSzPts val="1300"/>
              <a:buFont typeface="Jost"/>
              <a:buChar char="●"/>
              <a:defRPr sz="1300"/>
            </a:lvl4pPr>
            <a:lvl5pPr indent="-311150" lvl="4" marL="2286000" algn="l">
              <a:lnSpc>
                <a:spcPct val="90000"/>
              </a:lnSpc>
              <a:spcBef>
                <a:spcPts val="0"/>
              </a:spcBef>
              <a:spcAft>
                <a:spcPts val="0"/>
              </a:spcAft>
              <a:buClr>
                <a:schemeClr val="dk1"/>
              </a:buClr>
              <a:buSzPts val="1300"/>
              <a:buFont typeface="Jost"/>
              <a:buChar char="○"/>
              <a:defRPr sz="1300"/>
            </a:lvl5pPr>
            <a:lvl6pPr indent="-311150" lvl="5" marL="2743200" algn="l">
              <a:lnSpc>
                <a:spcPct val="90000"/>
              </a:lnSpc>
              <a:spcBef>
                <a:spcPts val="0"/>
              </a:spcBef>
              <a:spcAft>
                <a:spcPts val="0"/>
              </a:spcAft>
              <a:buClr>
                <a:schemeClr val="dk1"/>
              </a:buClr>
              <a:buSzPts val="1300"/>
              <a:buFont typeface="Jost"/>
              <a:buChar char="■"/>
              <a:defRPr sz="1300"/>
            </a:lvl6pPr>
            <a:lvl7pPr indent="-311150" lvl="6" marL="3200400" algn="l">
              <a:lnSpc>
                <a:spcPct val="90000"/>
              </a:lnSpc>
              <a:spcBef>
                <a:spcPts val="0"/>
              </a:spcBef>
              <a:spcAft>
                <a:spcPts val="0"/>
              </a:spcAft>
              <a:buClr>
                <a:schemeClr val="dk1"/>
              </a:buClr>
              <a:buSzPts val="1300"/>
              <a:buFont typeface="Jost"/>
              <a:buChar char="●"/>
              <a:defRPr sz="1300"/>
            </a:lvl7pPr>
            <a:lvl8pPr indent="-311150" lvl="7" marL="3657600" algn="l">
              <a:lnSpc>
                <a:spcPct val="90000"/>
              </a:lnSpc>
              <a:spcBef>
                <a:spcPts val="0"/>
              </a:spcBef>
              <a:spcAft>
                <a:spcPts val="0"/>
              </a:spcAft>
              <a:buClr>
                <a:schemeClr val="dk1"/>
              </a:buClr>
              <a:buSzPts val="1300"/>
              <a:buFont typeface="Jost"/>
              <a:buChar char="○"/>
              <a:defRPr sz="1300"/>
            </a:lvl8pPr>
            <a:lvl9pPr indent="-311150" lvl="8" marL="4114800" algn="l">
              <a:lnSpc>
                <a:spcPct val="90000"/>
              </a:lnSpc>
              <a:spcBef>
                <a:spcPts val="0"/>
              </a:spcBef>
              <a:spcAft>
                <a:spcPts val="0"/>
              </a:spcAft>
              <a:buClr>
                <a:schemeClr val="dk1"/>
              </a:buClr>
              <a:buSzPts val="1300"/>
              <a:buFont typeface="Jost"/>
              <a:buChar char="■"/>
              <a:defRPr sz="1300"/>
            </a:lvl9pPr>
          </a:lstStyle>
          <a:p/>
        </p:txBody>
      </p:sp>
      <p:sp>
        <p:nvSpPr>
          <p:cNvPr id="778" name="Google Shape;778;g3ed88e6a675_3_178"/>
          <p:cNvSpPr txBox="1"/>
          <p:nvPr>
            <p:ph idx="15" type="subTitle"/>
          </p:nvPr>
        </p:nvSpPr>
        <p:spPr>
          <a:xfrm>
            <a:off x="2138531" y="1837266"/>
            <a:ext cx="3163500" cy="554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600"/>
              <a:buNone/>
              <a:defRPr sz="1600"/>
            </a:lvl1pPr>
            <a:lvl2pPr lvl="1" algn="l">
              <a:lnSpc>
                <a:spcPct val="90000"/>
              </a:lnSpc>
              <a:spcBef>
                <a:spcPts val="0"/>
              </a:spcBef>
              <a:spcAft>
                <a:spcPts val="0"/>
              </a:spcAft>
              <a:buClr>
                <a:schemeClr val="dk1"/>
              </a:buClr>
              <a:buSzPts val="1600"/>
              <a:buNone/>
              <a:defRPr sz="1600"/>
            </a:lvl2pPr>
            <a:lvl3pPr lvl="2" algn="l">
              <a:lnSpc>
                <a:spcPct val="90000"/>
              </a:lnSpc>
              <a:spcBef>
                <a:spcPts val="0"/>
              </a:spcBef>
              <a:spcAft>
                <a:spcPts val="0"/>
              </a:spcAft>
              <a:buClr>
                <a:schemeClr val="dk1"/>
              </a:buClr>
              <a:buSzPts val="1600"/>
              <a:buNone/>
              <a:defRPr sz="1600"/>
            </a:lvl3pPr>
            <a:lvl4pPr lvl="3" algn="l">
              <a:lnSpc>
                <a:spcPct val="90000"/>
              </a:lnSpc>
              <a:spcBef>
                <a:spcPts val="0"/>
              </a:spcBef>
              <a:spcAft>
                <a:spcPts val="0"/>
              </a:spcAft>
              <a:buClr>
                <a:schemeClr val="dk1"/>
              </a:buClr>
              <a:buSzPts val="1600"/>
              <a:buNone/>
              <a:defRPr sz="1600"/>
            </a:lvl4pPr>
            <a:lvl5pPr lvl="4" algn="l">
              <a:lnSpc>
                <a:spcPct val="90000"/>
              </a:lnSpc>
              <a:spcBef>
                <a:spcPts val="0"/>
              </a:spcBef>
              <a:spcAft>
                <a:spcPts val="0"/>
              </a:spcAft>
              <a:buClr>
                <a:schemeClr val="dk1"/>
              </a:buClr>
              <a:buSzPts val="1600"/>
              <a:buNone/>
              <a:defRPr sz="1600"/>
            </a:lvl5pPr>
            <a:lvl6pPr lvl="5" algn="l">
              <a:lnSpc>
                <a:spcPct val="90000"/>
              </a:lnSpc>
              <a:spcBef>
                <a:spcPts val="0"/>
              </a:spcBef>
              <a:spcAft>
                <a:spcPts val="0"/>
              </a:spcAft>
              <a:buClr>
                <a:schemeClr val="dk1"/>
              </a:buClr>
              <a:buSzPts val="1600"/>
              <a:buNone/>
              <a:defRPr sz="1600"/>
            </a:lvl6pPr>
            <a:lvl7pPr lvl="6" algn="l">
              <a:lnSpc>
                <a:spcPct val="90000"/>
              </a:lnSpc>
              <a:spcBef>
                <a:spcPts val="0"/>
              </a:spcBef>
              <a:spcAft>
                <a:spcPts val="0"/>
              </a:spcAft>
              <a:buClr>
                <a:schemeClr val="dk1"/>
              </a:buClr>
              <a:buSzPts val="1600"/>
              <a:buNone/>
              <a:defRPr sz="1600"/>
            </a:lvl7pPr>
            <a:lvl8pPr lvl="7" algn="l">
              <a:lnSpc>
                <a:spcPct val="90000"/>
              </a:lnSpc>
              <a:spcBef>
                <a:spcPts val="0"/>
              </a:spcBef>
              <a:spcAft>
                <a:spcPts val="0"/>
              </a:spcAft>
              <a:buClr>
                <a:schemeClr val="dk1"/>
              </a:buClr>
              <a:buSzPts val="1600"/>
              <a:buNone/>
              <a:defRPr sz="1600"/>
            </a:lvl8pPr>
            <a:lvl9pPr lvl="8" algn="l">
              <a:lnSpc>
                <a:spcPct val="90000"/>
              </a:lnSpc>
              <a:spcBef>
                <a:spcPts val="0"/>
              </a:spcBef>
              <a:spcAft>
                <a:spcPts val="0"/>
              </a:spcAft>
              <a:buClr>
                <a:schemeClr val="dk1"/>
              </a:buClr>
              <a:buSzPts val="1600"/>
              <a:buNone/>
              <a:defRPr sz="1600"/>
            </a:lvl9pPr>
          </a:lstStyle>
          <a:p/>
        </p:txBody>
      </p:sp>
      <p:sp>
        <p:nvSpPr>
          <p:cNvPr id="779" name="Google Shape;779;g3ed88e6a675_3_178"/>
          <p:cNvSpPr txBox="1"/>
          <p:nvPr>
            <p:ph idx="16" type="subTitle"/>
          </p:nvPr>
        </p:nvSpPr>
        <p:spPr>
          <a:xfrm>
            <a:off x="441100" y="1632504"/>
            <a:ext cx="1231200" cy="9639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2"/>
              </a:buClr>
              <a:buSzPts val="6400"/>
              <a:buNone/>
              <a:defRPr sz="6400">
                <a:solidFill>
                  <a:schemeClr val="lt2"/>
                </a:solidFill>
              </a:defRPr>
            </a:lvl1pPr>
            <a:lvl2pPr lvl="1" algn="l">
              <a:lnSpc>
                <a:spcPct val="90000"/>
              </a:lnSpc>
              <a:spcBef>
                <a:spcPts val="0"/>
              </a:spcBef>
              <a:spcAft>
                <a:spcPts val="0"/>
              </a:spcAft>
              <a:buClr>
                <a:schemeClr val="lt2"/>
              </a:buClr>
              <a:buSzPts val="6400"/>
              <a:buNone/>
              <a:defRPr sz="6400">
                <a:solidFill>
                  <a:schemeClr val="lt2"/>
                </a:solidFill>
              </a:defRPr>
            </a:lvl2pPr>
            <a:lvl3pPr lvl="2" algn="l">
              <a:lnSpc>
                <a:spcPct val="90000"/>
              </a:lnSpc>
              <a:spcBef>
                <a:spcPts val="0"/>
              </a:spcBef>
              <a:spcAft>
                <a:spcPts val="0"/>
              </a:spcAft>
              <a:buClr>
                <a:schemeClr val="lt2"/>
              </a:buClr>
              <a:buSzPts val="6400"/>
              <a:buNone/>
              <a:defRPr sz="6400">
                <a:solidFill>
                  <a:schemeClr val="lt2"/>
                </a:solidFill>
              </a:defRPr>
            </a:lvl3pPr>
            <a:lvl4pPr lvl="3" algn="l">
              <a:lnSpc>
                <a:spcPct val="90000"/>
              </a:lnSpc>
              <a:spcBef>
                <a:spcPts val="0"/>
              </a:spcBef>
              <a:spcAft>
                <a:spcPts val="0"/>
              </a:spcAft>
              <a:buClr>
                <a:schemeClr val="lt2"/>
              </a:buClr>
              <a:buSzPts val="6400"/>
              <a:buNone/>
              <a:defRPr sz="6400">
                <a:solidFill>
                  <a:schemeClr val="lt2"/>
                </a:solidFill>
              </a:defRPr>
            </a:lvl4pPr>
            <a:lvl5pPr lvl="4" algn="l">
              <a:lnSpc>
                <a:spcPct val="90000"/>
              </a:lnSpc>
              <a:spcBef>
                <a:spcPts val="0"/>
              </a:spcBef>
              <a:spcAft>
                <a:spcPts val="0"/>
              </a:spcAft>
              <a:buClr>
                <a:schemeClr val="lt2"/>
              </a:buClr>
              <a:buSzPts val="6400"/>
              <a:buNone/>
              <a:defRPr sz="6400">
                <a:solidFill>
                  <a:schemeClr val="lt2"/>
                </a:solidFill>
              </a:defRPr>
            </a:lvl5pPr>
            <a:lvl6pPr lvl="5" algn="l">
              <a:lnSpc>
                <a:spcPct val="90000"/>
              </a:lnSpc>
              <a:spcBef>
                <a:spcPts val="0"/>
              </a:spcBef>
              <a:spcAft>
                <a:spcPts val="0"/>
              </a:spcAft>
              <a:buClr>
                <a:schemeClr val="lt2"/>
              </a:buClr>
              <a:buSzPts val="6400"/>
              <a:buNone/>
              <a:defRPr sz="6400">
                <a:solidFill>
                  <a:schemeClr val="lt2"/>
                </a:solidFill>
              </a:defRPr>
            </a:lvl6pPr>
            <a:lvl7pPr lvl="6" algn="l">
              <a:lnSpc>
                <a:spcPct val="90000"/>
              </a:lnSpc>
              <a:spcBef>
                <a:spcPts val="0"/>
              </a:spcBef>
              <a:spcAft>
                <a:spcPts val="0"/>
              </a:spcAft>
              <a:buClr>
                <a:schemeClr val="lt2"/>
              </a:buClr>
              <a:buSzPts val="6400"/>
              <a:buNone/>
              <a:defRPr sz="6400">
                <a:solidFill>
                  <a:schemeClr val="lt2"/>
                </a:solidFill>
              </a:defRPr>
            </a:lvl7pPr>
            <a:lvl8pPr lvl="7" algn="l">
              <a:lnSpc>
                <a:spcPct val="90000"/>
              </a:lnSpc>
              <a:spcBef>
                <a:spcPts val="0"/>
              </a:spcBef>
              <a:spcAft>
                <a:spcPts val="0"/>
              </a:spcAft>
              <a:buClr>
                <a:schemeClr val="lt2"/>
              </a:buClr>
              <a:buSzPts val="6400"/>
              <a:buNone/>
              <a:defRPr sz="6400">
                <a:solidFill>
                  <a:schemeClr val="lt2"/>
                </a:solidFill>
              </a:defRPr>
            </a:lvl8pPr>
            <a:lvl9pPr lvl="8" algn="l">
              <a:lnSpc>
                <a:spcPct val="90000"/>
              </a:lnSpc>
              <a:spcBef>
                <a:spcPts val="0"/>
              </a:spcBef>
              <a:spcAft>
                <a:spcPts val="0"/>
              </a:spcAft>
              <a:buClr>
                <a:schemeClr val="lt2"/>
              </a:buClr>
              <a:buSzPts val="6400"/>
              <a:buNone/>
              <a:defRPr sz="6400">
                <a:solidFill>
                  <a:schemeClr val="lt2"/>
                </a:solidFill>
              </a:defRPr>
            </a:lvl9pPr>
          </a:lstStyle>
          <a:p/>
        </p:txBody>
      </p:sp>
      <p:sp>
        <p:nvSpPr>
          <p:cNvPr id="780" name="Google Shape;780;g3ed88e6a675_3_178"/>
          <p:cNvSpPr txBox="1"/>
          <p:nvPr>
            <p:ph idx="17" type="title"/>
          </p:nvPr>
        </p:nvSpPr>
        <p:spPr>
          <a:xfrm>
            <a:off x="304800" y="609600"/>
            <a:ext cx="5547300" cy="6195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2700"/>
              <a:buFont typeface="Play"/>
              <a:buNone/>
              <a:defRPr sz="2700"/>
            </a:lvl1pPr>
            <a:lvl2pPr lvl="1">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2pPr>
            <a:lvl3pPr lvl="2">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3pPr>
            <a:lvl4pPr lvl="3">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4pPr>
            <a:lvl5pPr lvl="4">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5pPr>
            <a:lvl6pPr lvl="5">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6pPr>
            <a:lvl7pPr lvl="6">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7pPr>
            <a:lvl8pPr lvl="7">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8pPr>
            <a:lvl9pPr lvl="8">
              <a:spcBef>
                <a:spcPts val="0"/>
              </a:spcBef>
              <a:spcAft>
                <a:spcPts val="0"/>
              </a:spcAft>
              <a:buClr>
                <a:schemeClr val="dk1"/>
              </a:buClr>
              <a:buSzPts val="2700"/>
              <a:buFont typeface="Figtree"/>
              <a:buNone/>
              <a:defRPr sz="2700">
                <a:solidFill>
                  <a:schemeClr val="dk1"/>
                </a:solidFill>
                <a:latin typeface="Figtree"/>
                <a:ea typeface="Figtree"/>
                <a:cs typeface="Figtree"/>
                <a:sym typeface="Figtre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1" name="Shape 781"/>
        <p:cNvGrpSpPr/>
        <p:nvPr/>
      </p:nvGrpSpPr>
      <p:grpSpPr>
        <a:xfrm>
          <a:off x="0" y="0"/>
          <a:ext cx="0" cy="0"/>
          <a:chOff x="0" y="0"/>
          <a:chExt cx="0" cy="0"/>
        </a:xfrm>
      </p:grpSpPr>
      <p:sp>
        <p:nvSpPr>
          <p:cNvPr id="782" name="Google Shape;782;g3ed88e6a675_3_19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3" name="Google Shape;783;g3ed88e6a675_3_19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84" name="Google Shape;784;g3ed88e6a675_3_19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5" name="Google Shape;785;g3ed88e6a675_3_1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6" name="Google Shape;786;g3ed88e6a675_3_1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7" name="Shape 787"/>
        <p:cNvGrpSpPr/>
        <p:nvPr/>
      </p:nvGrpSpPr>
      <p:grpSpPr>
        <a:xfrm>
          <a:off x="0" y="0"/>
          <a:ext cx="0" cy="0"/>
          <a:chOff x="0" y="0"/>
          <a:chExt cx="0" cy="0"/>
        </a:xfrm>
      </p:grpSpPr>
      <p:sp>
        <p:nvSpPr>
          <p:cNvPr id="788" name="Google Shape;788;g3ed88e6a675_3_200"/>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9" name="Google Shape;789;g3ed88e6a675_3_200"/>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790" name="Google Shape;790;g3ed88e6a675_3_20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1" name="Google Shape;791;g3ed88e6a675_3_20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2" name="Google Shape;792;g3ed88e6a675_3_20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3" name="Shape 793"/>
        <p:cNvGrpSpPr/>
        <p:nvPr/>
      </p:nvGrpSpPr>
      <p:grpSpPr>
        <a:xfrm>
          <a:off x="0" y="0"/>
          <a:ext cx="0" cy="0"/>
          <a:chOff x="0" y="0"/>
          <a:chExt cx="0" cy="0"/>
        </a:xfrm>
      </p:grpSpPr>
      <p:sp>
        <p:nvSpPr>
          <p:cNvPr id="794" name="Google Shape;794;g3ed88e6a675_3_20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5" name="Google Shape;795;g3ed88e6a675_3_20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6" name="Google Shape;796;g3ed88e6a675_3_20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7" name="Google Shape;797;g3ed88e6a675_3_20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8" name="Google Shape;798;g3ed88e6a675_3_2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9" name="Google Shape;799;g3ed88e6a675_3_2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0" name="Shape 800"/>
        <p:cNvGrpSpPr/>
        <p:nvPr/>
      </p:nvGrpSpPr>
      <p:grpSpPr>
        <a:xfrm>
          <a:off x="0" y="0"/>
          <a:ext cx="0" cy="0"/>
          <a:chOff x="0" y="0"/>
          <a:chExt cx="0" cy="0"/>
        </a:xfrm>
      </p:grpSpPr>
      <p:sp>
        <p:nvSpPr>
          <p:cNvPr id="801" name="Google Shape;801;g3ed88e6a675_3_213"/>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2" name="Google Shape;802;g3ed88e6a675_3_213"/>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3" name="Google Shape;803;g3ed88e6a675_3_213"/>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4" name="Google Shape;804;g3ed88e6a675_3_213"/>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5" name="Google Shape;805;g3ed88e6a675_3_213"/>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6" name="Google Shape;806;g3ed88e6a675_3_2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7" name="Google Shape;807;g3ed88e6a675_3_2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8" name="Google Shape;808;g3ed88e6a675_3_2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9" name="Shape 809"/>
        <p:cNvGrpSpPr/>
        <p:nvPr/>
      </p:nvGrpSpPr>
      <p:grpSpPr>
        <a:xfrm>
          <a:off x="0" y="0"/>
          <a:ext cx="0" cy="0"/>
          <a:chOff x="0" y="0"/>
          <a:chExt cx="0" cy="0"/>
        </a:xfrm>
      </p:grpSpPr>
      <p:sp>
        <p:nvSpPr>
          <p:cNvPr id="810" name="Google Shape;810;g3ed88e6a675_3_2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1" name="Google Shape;811;g3ed88e6a675_3_2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2" name="Google Shape;812;g3ed88e6a675_3_2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3" name="Google Shape;813;g3ed88e6a675_3_2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4" name="Shape 814"/>
        <p:cNvGrpSpPr/>
        <p:nvPr/>
      </p:nvGrpSpPr>
      <p:grpSpPr>
        <a:xfrm>
          <a:off x="0" y="0"/>
          <a:ext cx="0" cy="0"/>
          <a:chOff x="0" y="0"/>
          <a:chExt cx="0" cy="0"/>
        </a:xfrm>
      </p:grpSpPr>
      <p:sp>
        <p:nvSpPr>
          <p:cNvPr id="815" name="Google Shape;815;g3ed88e6a675_3_22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6" name="Google Shape;816;g3ed88e6a675_3_227"/>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7" name="Google Shape;817;g3ed88e6a675_3_227"/>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8" name="Google Shape;818;g3ed88e6a675_3_2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9" name="Google Shape;819;g3ed88e6a675_3_2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0" name="Google Shape;820;g3ed88e6a675_3_2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1" name="Shape 821"/>
        <p:cNvGrpSpPr/>
        <p:nvPr/>
      </p:nvGrpSpPr>
      <p:grpSpPr>
        <a:xfrm>
          <a:off x="0" y="0"/>
          <a:ext cx="0" cy="0"/>
          <a:chOff x="0" y="0"/>
          <a:chExt cx="0" cy="0"/>
        </a:xfrm>
      </p:grpSpPr>
      <p:sp>
        <p:nvSpPr>
          <p:cNvPr id="822" name="Google Shape;822;g3ed88e6a675_3_23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3" name="Google Shape;823;g3ed88e6a675_3_234"/>
          <p:cNvSpPr/>
          <p:nvPr>
            <p:ph idx="2" type="pic"/>
          </p:nvPr>
        </p:nvSpPr>
        <p:spPr>
          <a:xfrm>
            <a:off x="5183188" y="987425"/>
            <a:ext cx="6172200" cy="4873500"/>
          </a:xfrm>
          <a:prstGeom prst="rect">
            <a:avLst/>
          </a:prstGeom>
          <a:noFill/>
          <a:ln>
            <a:noFill/>
          </a:ln>
        </p:spPr>
      </p:sp>
      <p:sp>
        <p:nvSpPr>
          <p:cNvPr id="824" name="Google Shape;824;g3ed88e6a675_3_234"/>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5" name="Google Shape;825;g3ed88e6a675_3_2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6" name="Google Shape;826;g3ed88e6a675_3_2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7" name="Google Shape;827;g3ed88e6a675_3_2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8" name="Shape 828"/>
        <p:cNvGrpSpPr/>
        <p:nvPr/>
      </p:nvGrpSpPr>
      <p:grpSpPr>
        <a:xfrm>
          <a:off x="0" y="0"/>
          <a:ext cx="0" cy="0"/>
          <a:chOff x="0" y="0"/>
          <a:chExt cx="0" cy="0"/>
        </a:xfrm>
      </p:grpSpPr>
      <p:sp>
        <p:nvSpPr>
          <p:cNvPr id="829" name="Google Shape;829;g3ed88e6a675_3_2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0" name="Google Shape;830;g3ed88e6a675_3_24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g3ed88e6a675_3_2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2" name="Google Shape;832;g3ed88e6a675_3_2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3" name="Google Shape;833;g3ed88e6a675_3_2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4" name="Shape 834"/>
        <p:cNvGrpSpPr/>
        <p:nvPr/>
      </p:nvGrpSpPr>
      <p:grpSpPr>
        <a:xfrm>
          <a:off x="0" y="0"/>
          <a:ext cx="0" cy="0"/>
          <a:chOff x="0" y="0"/>
          <a:chExt cx="0" cy="0"/>
        </a:xfrm>
      </p:grpSpPr>
      <p:sp>
        <p:nvSpPr>
          <p:cNvPr id="835" name="Google Shape;835;g3ed88e6a675_3_247"/>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6" name="Google Shape;836;g3ed88e6a675_3_247"/>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7" name="Google Shape;837;g3ed88e6a675_3_24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8" name="Google Shape;838;g3ed88e6a675_3_24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9" name="Google Shape;839;g3ed88e6a675_3_2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8FAFC"/>
        </a:solidFill>
      </p:bgPr>
    </p:bg>
    <p:spTree>
      <p:nvGrpSpPr>
        <p:cNvPr id="840" name="Shape 840"/>
        <p:cNvGrpSpPr/>
        <p:nvPr/>
      </p:nvGrpSpPr>
      <p:grpSpPr>
        <a:xfrm>
          <a:off x="0" y="0"/>
          <a:ext cx="0" cy="0"/>
          <a:chOff x="0" y="0"/>
          <a:chExt cx="0" cy="0"/>
        </a:xfrm>
      </p:grpSpPr>
      <p:sp>
        <p:nvSpPr>
          <p:cNvPr id="841" name="Google Shape;841;g3ed88e6a675_3_253"/>
          <p:cNvSpPr/>
          <p:nvPr/>
        </p:nvSpPr>
        <p:spPr>
          <a:xfrm>
            <a:off x="0" y="0"/>
            <a:ext cx="12191700" cy="6858000"/>
          </a:xfrm>
          <a:prstGeom prst="rect">
            <a:avLst/>
          </a:prstGeom>
          <a:solidFill>
            <a:srgbClr val="F8FAFC"/>
          </a:solidFill>
          <a:ln cap="flat" cmpd="sng" w="12700">
            <a:solidFill>
              <a:srgbClr val="F8FAF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2" name="Google Shape;842;g3ed88e6a675_3_253"/>
          <p:cNvSpPr/>
          <p:nvPr/>
        </p:nvSpPr>
        <p:spPr>
          <a:xfrm>
            <a:off x="0" y="0"/>
            <a:ext cx="12191700" cy="146400"/>
          </a:xfrm>
          <a:prstGeom prst="rect">
            <a:avLst/>
          </a:prstGeom>
          <a:solidFill>
            <a:srgbClr val="143D59"/>
          </a:solidFill>
          <a:ln cap="flat" cmpd="sng" w="12700">
            <a:solidFill>
              <a:srgbClr val="143D59">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3" name="Google Shape;843;g3ed88e6a675_3_253"/>
          <p:cNvSpPr/>
          <p:nvPr/>
        </p:nvSpPr>
        <p:spPr>
          <a:xfrm>
            <a:off x="11795760" y="146304"/>
            <a:ext cx="396000" cy="6711600"/>
          </a:xfrm>
          <a:prstGeom prst="rect">
            <a:avLst/>
          </a:prstGeom>
          <a:solidFill>
            <a:srgbClr val="D9EAF4"/>
          </a:solidFill>
          <a:ln cap="flat" cmpd="sng" w="12700">
            <a:solidFill>
              <a:srgbClr val="D9EAF4">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4" name="Google Shape;844;g3ed88e6a675_3_253"/>
          <p:cNvSpPr txBox="1"/>
          <p:nvPr>
            <p:ph idx="12" type="sldNum"/>
          </p:nvPr>
        </p:nvSpPr>
        <p:spPr>
          <a:xfrm>
            <a:off x="11841480" y="6473952"/>
            <a:ext cx="228600" cy="183000"/>
          </a:xfrm>
          <a:prstGeom prst="rect">
            <a:avLst/>
          </a:prstGeom>
          <a:noFill/>
          <a:ln>
            <a:noFill/>
          </a:ln>
        </p:spPr>
        <p:txBody>
          <a:bodyPr anchorCtr="0" anchor="t" bIns="45700" lIns="91425" spcFirstLastPara="1" rIns="91425" wrap="square" tIns="45700">
            <a:noAutofit/>
          </a:bodyPr>
          <a:lstStyle>
            <a:lvl1pPr indent="0" lvl="0"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1pPr>
            <a:lvl2pPr indent="0" lvl="1"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2pPr>
            <a:lvl3pPr indent="0" lvl="2"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3pPr>
            <a:lvl4pPr indent="0" lvl="3"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4pPr>
            <a:lvl5pPr indent="0" lvl="4"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5pPr>
            <a:lvl6pPr indent="0" lvl="5"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6pPr>
            <a:lvl7pPr indent="0" lvl="6"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7pPr>
            <a:lvl8pPr indent="0" lvl="7"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8pPr>
            <a:lvl9pPr indent="0" lvl="8" marL="0" marR="0" algn="ctr">
              <a:spcBef>
                <a:spcPts val="0"/>
              </a:spcBef>
              <a:spcAft>
                <a:spcPts val="0"/>
              </a:spcAft>
              <a:buClr>
                <a:srgbClr val="143D59"/>
              </a:buClr>
              <a:buSzPts val="1000"/>
              <a:buFont typeface="Arial"/>
              <a:buNone/>
              <a:defRPr b="0" i="0" sz="1000" u="none" cap="none" strike="noStrike">
                <a:solidFill>
                  <a:srgbClr val="143D59"/>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Text">
  <p:cSld name="Title / 2 Text">
    <p:spTree>
      <p:nvGrpSpPr>
        <p:cNvPr id="862" name="Shape 862"/>
        <p:cNvGrpSpPr/>
        <p:nvPr/>
      </p:nvGrpSpPr>
      <p:grpSpPr>
        <a:xfrm>
          <a:off x="0" y="0"/>
          <a:ext cx="0" cy="0"/>
          <a:chOff x="0" y="0"/>
          <a:chExt cx="0" cy="0"/>
        </a:xfrm>
      </p:grpSpPr>
      <p:sp>
        <p:nvSpPr>
          <p:cNvPr id="863" name="Google Shape;863;g3ed88e6a675_2_2125"/>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864" name="Google Shape;864;g3ed88e6a675_2_2125"/>
          <p:cNvSpPr txBox="1"/>
          <p:nvPr>
            <p:ph idx="1" type="body"/>
          </p:nvPr>
        </p:nvSpPr>
        <p:spPr>
          <a:xfrm>
            <a:off x="1066800" y="1520825"/>
            <a:ext cx="4566900" cy="3724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5" name="Google Shape;865;g3ed88e6a675_2_2125"/>
          <p:cNvSpPr txBox="1"/>
          <p:nvPr>
            <p:ph idx="2" type="body"/>
          </p:nvPr>
        </p:nvSpPr>
        <p:spPr>
          <a:xfrm>
            <a:off x="6558342" y="1520825"/>
            <a:ext cx="4566900" cy="3724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6" name="Google Shape;866;g3ed88e6a675_2_2125"/>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7" name="Google Shape;867;g3ed88e6a675_2_2125"/>
          <p:cNvSpPr txBox="1"/>
          <p:nvPr>
            <p:ph type="title"/>
          </p:nvPr>
        </p:nvSpPr>
        <p:spPr>
          <a:xfrm>
            <a:off x="1066800" y="647700"/>
            <a:ext cx="10058400" cy="585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8" name="Google Shape;868;g3ed88e6a675_2_2125"/>
          <p:cNvSpPr/>
          <p:nvPr>
            <p:ph idx="4" type="pic"/>
          </p:nvPr>
        </p:nvSpPr>
        <p:spPr>
          <a:xfrm>
            <a:off x="9189245" y="6289673"/>
            <a:ext cx="2883000" cy="43170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9" name="Shape 869"/>
        <p:cNvGrpSpPr/>
        <p:nvPr/>
      </p:nvGrpSpPr>
      <p:grpSpPr>
        <a:xfrm>
          <a:off x="0" y="0"/>
          <a:ext cx="0" cy="0"/>
          <a:chOff x="0" y="0"/>
          <a:chExt cx="0" cy="0"/>
        </a:xfrm>
      </p:grpSpPr>
      <p:sp>
        <p:nvSpPr>
          <p:cNvPr id="870" name="Google Shape;870;g3ed88e6a675_2_2132"/>
          <p:cNvSpPr txBox="1"/>
          <p:nvPr>
            <p:ph type="title"/>
          </p:nvPr>
        </p:nvSpPr>
        <p:spPr>
          <a:xfrm>
            <a:off x="1066799" y="647700"/>
            <a:ext cx="10058400" cy="1043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1" name="Google Shape;871;g3ed88e6a675_2_2132"/>
          <p:cNvSpPr txBox="1"/>
          <p:nvPr>
            <p:ph idx="1" type="body"/>
          </p:nvPr>
        </p:nvSpPr>
        <p:spPr>
          <a:xfrm>
            <a:off x="1066800" y="1825625"/>
            <a:ext cx="10058400" cy="15123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30200" lvl="1" marL="914400" algn="l">
              <a:lnSpc>
                <a:spcPct val="100000"/>
              </a:lnSpc>
              <a:spcBef>
                <a:spcPts val="500"/>
              </a:spcBef>
              <a:spcAft>
                <a:spcPts val="0"/>
              </a:spcAft>
              <a:buSzPts val="1600"/>
              <a:buChar char="▪"/>
              <a:defRPr/>
            </a:lvl2pPr>
            <a:lvl3pPr indent="-279400" lvl="2" marL="1371600" algn="l">
              <a:lnSpc>
                <a:spcPct val="100000"/>
              </a:lnSpc>
              <a:spcBef>
                <a:spcPts val="500"/>
              </a:spcBef>
              <a:spcAft>
                <a:spcPts val="0"/>
              </a:spcAft>
              <a:buSzPts val="800"/>
              <a:buChar char="◆"/>
              <a:defRPr/>
            </a:lvl3pPr>
            <a:lvl4pPr indent="-330200" lvl="3" marL="1828800" algn="l">
              <a:lnSpc>
                <a:spcPct val="100000"/>
              </a:lnSpc>
              <a:spcBef>
                <a:spcPts val="500"/>
              </a:spcBef>
              <a:spcAft>
                <a:spcPts val="0"/>
              </a:spcAft>
              <a:buSzPts val="1600"/>
              <a:buChar char="•"/>
              <a:defRPr/>
            </a:lvl4pPr>
            <a:lvl5pPr indent="-279400" lvl="4" marL="2286000" algn="l">
              <a:lnSpc>
                <a:spcPct val="100000"/>
              </a:lnSpc>
              <a:spcBef>
                <a:spcPts val="500"/>
              </a:spcBef>
              <a:spcAft>
                <a:spcPts val="0"/>
              </a:spcAft>
              <a:buSzPts val="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2" name="Google Shape;872;g3ed88e6a675_2_213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3" name="Google Shape;873;g3ed88e6a675_2_213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4" name="Google Shape;874;g3ed88e6a675_2_2132"/>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5" name="Shape 875"/>
        <p:cNvGrpSpPr/>
        <p:nvPr/>
      </p:nvGrpSpPr>
      <p:grpSpPr>
        <a:xfrm>
          <a:off x="0" y="0"/>
          <a:ext cx="0" cy="0"/>
          <a:chOff x="0" y="0"/>
          <a:chExt cx="0" cy="0"/>
        </a:xfrm>
      </p:grpSpPr>
      <p:sp>
        <p:nvSpPr>
          <p:cNvPr id="876" name="Google Shape;876;g3ed88e6a675_2_213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7" name="Google Shape;877;g3ed88e6a675_2_213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8" name="Google Shape;878;g3ed88e6a675_2_2138"/>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879" name="Shape 879"/>
        <p:cNvGrpSpPr/>
        <p:nvPr/>
      </p:nvGrpSpPr>
      <p:grpSpPr>
        <a:xfrm>
          <a:off x="0" y="0"/>
          <a:ext cx="0" cy="0"/>
          <a:chOff x="0" y="0"/>
          <a:chExt cx="0" cy="0"/>
        </a:xfrm>
      </p:grpSpPr>
      <p:sp>
        <p:nvSpPr>
          <p:cNvPr id="880" name="Google Shape;880;g3ed88e6a675_2_2142"/>
          <p:cNvSpPr txBox="1"/>
          <p:nvPr>
            <p:ph type="title"/>
          </p:nvPr>
        </p:nvSpPr>
        <p:spPr>
          <a:xfrm>
            <a:off x="1048200" y="410827"/>
            <a:ext cx="10095600" cy="936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000"/>
              <a:buFont typeface="Proxima Nova"/>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881" name="Google Shape;881;g3ed88e6a675_2_2142"/>
          <p:cNvSpPr txBox="1"/>
          <p:nvPr>
            <p:ph idx="12" type="sldNum"/>
          </p:nvPr>
        </p:nvSpPr>
        <p:spPr>
          <a:xfrm>
            <a:off x="11205845" y="6333135"/>
            <a:ext cx="731700" cy="5247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733"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Content / Image">
  <p:cSld name="Text / Content / Image">
    <p:spTree>
      <p:nvGrpSpPr>
        <p:cNvPr id="882" name="Shape 882"/>
        <p:cNvGrpSpPr/>
        <p:nvPr/>
      </p:nvGrpSpPr>
      <p:grpSpPr>
        <a:xfrm>
          <a:off x="0" y="0"/>
          <a:ext cx="0" cy="0"/>
          <a:chOff x="0" y="0"/>
          <a:chExt cx="0" cy="0"/>
        </a:xfrm>
      </p:grpSpPr>
      <p:sp>
        <p:nvSpPr>
          <p:cNvPr id="883" name="Google Shape;883;g3ed88e6a675_2_2145"/>
          <p:cNvSpPr/>
          <p:nvPr>
            <p:ph idx="2" type="pic"/>
          </p:nvPr>
        </p:nvSpPr>
        <p:spPr>
          <a:xfrm>
            <a:off x="6634163" y="691657"/>
            <a:ext cx="4948200" cy="5029200"/>
          </a:xfrm>
          <a:prstGeom prst="rect">
            <a:avLst/>
          </a:prstGeom>
          <a:noFill/>
          <a:ln>
            <a:noFill/>
          </a:ln>
        </p:spPr>
      </p:sp>
      <p:sp>
        <p:nvSpPr>
          <p:cNvPr id="884" name="Google Shape;884;g3ed88e6a675_2_2145"/>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885" name="Google Shape;885;g3ed88e6a675_2_2145"/>
          <p:cNvSpPr txBox="1"/>
          <p:nvPr>
            <p:ph type="title"/>
          </p:nvPr>
        </p:nvSpPr>
        <p:spPr>
          <a:xfrm>
            <a:off x="1069638" y="1104900"/>
            <a:ext cx="5026500" cy="1097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6" name="Google Shape;886;g3ed88e6a675_2_2145"/>
          <p:cNvSpPr txBox="1"/>
          <p:nvPr>
            <p:ph idx="1"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7" name="Google Shape;887;g3ed88e6a675_2_2145"/>
          <p:cNvSpPr/>
          <p:nvPr>
            <p:ph idx="3" type="dgm"/>
          </p:nvPr>
        </p:nvSpPr>
        <p:spPr>
          <a:xfrm>
            <a:off x="6633498" y="650634"/>
            <a:ext cx="4948200" cy="45600"/>
          </a:xfrm>
          <a:prstGeom prst="rect">
            <a:avLst/>
          </a:prstGeom>
          <a:solidFill>
            <a:srgbClr val="FFBB00"/>
          </a:solidFill>
          <a:ln>
            <a:noFill/>
          </a:ln>
        </p:spPr>
        <p:txBody>
          <a:bodyPr anchorCtr="0" anchor="t" bIns="45700" lIns="91425" spcFirstLastPara="1" rIns="91425" wrap="square" tIns="45700">
            <a:noAutofit/>
          </a:bodyPr>
          <a:lstStyle>
            <a:lvl1pPr lvl="0" marR="0" rtl="0" algn="l">
              <a:lnSpc>
                <a:spcPct val="100000"/>
              </a:lnSpc>
              <a:spcBef>
                <a:spcPts val="100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8" name="Google Shape;888;g3ed88e6a675_2_2145"/>
          <p:cNvSpPr/>
          <p:nvPr>
            <p:ph idx="4" type="pic"/>
          </p:nvPr>
        </p:nvSpPr>
        <p:spPr>
          <a:xfrm>
            <a:off x="9144000" y="6289673"/>
            <a:ext cx="2883000" cy="457200"/>
          </a:xfrm>
          <a:prstGeom prst="rect">
            <a:avLst/>
          </a:prstGeom>
          <a:noFill/>
          <a:ln>
            <a:noFill/>
          </a:ln>
        </p:spPr>
      </p:sp>
      <p:sp>
        <p:nvSpPr>
          <p:cNvPr id="889" name="Google Shape;889;g3ed88e6a675_2_2145"/>
          <p:cNvSpPr txBox="1"/>
          <p:nvPr>
            <p:ph idx="5" type="body"/>
          </p:nvPr>
        </p:nvSpPr>
        <p:spPr>
          <a:xfrm>
            <a:off x="1066800" y="2212755"/>
            <a:ext cx="5029200" cy="3502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Text / Content">
  <p:cSld name="Image / Text / Content">
    <p:spTree>
      <p:nvGrpSpPr>
        <p:cNvPr id="890" name="Shape 890"/>
        <p:cNvGrpSpPr/>
        <p:nvPr/>
      </p:nvGrpSpPr>
      <p:grpSpPr>
        <a:xfrm>
          <a:off x="0" y="0"/>
          <a:ext cx="0" cy="0"/>
          <a:chOff x="0" y="0"/>
          <a:chExt cx="0" cy="0"/>
        </a:xfrm>
      </p:grpSpPr>
      <p:pic>
        <p:nvPicPr>
          <p:cNvPr id="891" name="Google Shape;891;g3ed88e6a675_2_2153"/>
          <p:cNvPicPr preferRelativeResize="0"/>
          <p:nvPr/>
        </p:nvPicPr>
        <p:blipFill rotWithShape="1">
          <a:blip r:embed="rId2">
            <a:alphaModFix/>
          </a:blip>
          <a:srcRect b="0" l="30127" r="0" t="24444"/>
          <a:stretch/>
        </p:blipFill>
        <p:spPr>
          <a:xfrm>
            <a:off x="0" y="0"/>
            <a:ext cx="1944963" cy="1880711"/>
          </a:xfrm>
          <a:prstGeom prst="rect">
            <a:avLst/>
          </a:prstGeom>
          <a:noFill/>
          <a:ln>
            <a:noFill/>
          </a:ln>
        </p:spPr>
      </p:pic>
      <p:sp>
        <p:nvSpPr>
          <p:cNvPr id="892" name="Google Shape;892;g3ed88e6a675_2_2153"/>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893" name="Google Shape;893;g3ed88e6a675_2_2153"/>
          <p:cNvSpPr txBox="1"/>
          <p:nvPr>
            <p:ph type="title"/>
          </p:nvPr>
        </p:nvSpPr>
        <p:spPr>
          <a:xfrm>
            <a:off x="6098838" y="1104900"/>
            <a:ext cx="5026500" cy="1069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4" name="Google Shape;894;g3ed88e6a675_2_2153"/>
          <p:cNvSpPr txBox="1"/>
          <p:nvPr>
            <p:ph idx="1"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5" name="Google Shape;895;g3ed88e6a675_2_2153"/>
          <p:cNvSpPr/>
          <p:nvPr>
            <p:ph idx="2" type="pic"/>
          </p:nvPr>
        </p:nvSpPr>
        <p:spPr>
          <a:xfrm>
            <a:off x="609600" y="699611"/>
            <a:ext cx="4948200" cy="5015400"/>
          </a:xfrm>
          <a:prstGeom prst="rect">
            <a:avLst/>
          </a:prstGeom>
          <a:noFill/>
          <a:ln>
            <a:noFill/>
          </a:ln>
        </p:spPr>
      </p:sp>
      <p:sp>
        <p:nvSpPr>
          <p:cNvPr id="896" name="Google Shape;896;g3ed88e6a675_2_2153"/>
          <p:cNvSpPr/>
          <p:nvPr>
            <p:ph idx="3" type="dgm"/>
          </p:nvPr>
        </p:nvSpPr>
        <p:spPr>
          <a:xfrm>
            <a:off x="609600" y="661511"/>
            <a:ext cx="49482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97" name="Google Shape;897;g3ed88e6a675_2_2153"/>
          <p:cNvSpPr/>
          <p:nvPr>
            <p:ph idx="4" type="pic"/>
          </p:nvPr>
        </p:nvSpPr>
        <p:spPr>
          <a:xfrm>
            <a:off x="9189245" y="6289673"/>
            <a:ext cx="2883000" cy="431700"/>
          </a:xfrm>
          <a:prstGeom prst="rect">
            <a:avLst/>
          </a:prstGeom>
          <a:noFill/>
          <a:ln>
            <a:noFill/>
          </a:ln>
        </p:spPr>
      </p:sp>
      <p:sp>
        <p:nvSpPr>
          <p:cNvPr id="898" name="Google Shape;898;g3ed88e6a675_2_2153"/>
          <p:cNvSpPr txBox="1"/>
          <p:nvPr>
            <p:ph idx="5" type="body"/>
          </p:nvPr>
        </p:nvSpPr>
        <p:spPr>
          <a:xfrm>
            <a:off x="6092825" y="2174874"/>
            <a:ext cx="5032500" cy="354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 / 2 Text">
  <p:cSld name="2 Image / 2 Text">
    <p:spTree>
      <p:nvGrpSpPr>
        <p:cNvPr id="899" name="Shape 899"/>
        <p:cNvGrpSpPr/>
        <p:nvPr/>
      </p:nvGrpSpPr>
      <p:grpSpPr>
        <a:xfrm>
          <a:off x="0" y="0"/>
          <a:ext cx="0" cy="0"/>
          <a:chOff x="0" y="0"/>
          <a:chExt cx="0" cy="0"/>
        </a:xfrm>
      </p:grpSpPr>
      <p:sp>
        <p:nvSpPr>
          <p:cNvPr id="900" name="Google Shape;900;g3ed88e6a675_2_2162"/>
          <p:cNvSpPr txBox="1"/>
          <p:nvPr>
            <p:ph idx="1" type="body"/>
          </p:nvPr>
        </p:nvSpPr>
        <p:spPr>
          <a:xfrm>
            <a:off x="876299" y="4265911"/>
            <a:ext cx="5006100" cy="1624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1" name="Google Shape;901;g3ed88e6a675_2_2162"/>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02" name="Google Shape;902;g3ed88e6a675_2_2162"/>
          <p:cNvSpPr txBox="1"/>
          <p:nvPr>
            <p:ph type="title"/>
          </p:nvPr>
        </p:nvSpPr>
        <p:spPr>
          <a:xfrm>
            <a:off x="876299" y="441977"/>
            <a:ext cx="10528200" cy="66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3" name="Google Shape;903;g3ed88e6a675_2_2162"/>
          <p:cNvSpPr txBox="1"/>
          <p:nvPr>
            <p:ph idx="2"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4" name="Google Shape;904;g3ed88e6a675_2_2162"/>
          <p:cNvSpPr/>
          <p:nvPr>
            <p:ph idx="3" type="pic"/>
          </p:nvPr>
        </p:nvSpPr>
        <p:spPr>
          <a:xfrm>
            <a:off x="876300" y="1277407"/>
            <a:ext cx="4997400" cy="2862900"/>
          </a:xfrm>
          <a:prstGeom prst="rect">
            <a:avLst/>
          </a:prstGeom>
          <a:noFill/>
          <a:ln>
            <a:noFill/>
          </a:ln>
        </p:spPr>
      </p:sp>
      <p:sp>
        <p:nvSpPr>
          <p:cNvPr id="905" name="Google Shape;905;g3ed88e6a675_2_2162"/>
          <p:cNvSpPr/>
          <p:nvPr>
            <p:ph idx="4" type="dgm"/>
          </p:nvPr>
        </p:nvSpPr>
        <p:spPr>
          <a:xfrm>
            <a:off x="876300" y="1228398"/>
            <a:ext cx="5001300" cy="489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6" name="Google Shape;906;g3ed88e6a675_2_2162"/>
          <p:cNvSpPr/>
          <p:nvPr>
            <p:ph idx="5" type="pic"/>
          </p:nvPr>
        </p:nvSpPr>
        <p:spPr>
          <a:xfrm>
            <a:off x="6314383" y="1277407"/>
            <a:ext cx="5086200" cy="2862900"/>
          </a:xfrm>
          <a:prstGeom prst="rect">
            <a:avLst/>
          </a:prstGeom>
          <a:noFill/>
          <a:ln>
            <a:noFill/>
          </a:ln>
        </p:spPr>
      </p:sp>
      <p:sp>
        <p:nvSpPr>
          <p:cNvPr id="907" name="Google Shape;907;g3ed88e6a675_2_2162"/>
          <p:cNvSpPr/>
          <p:nvPr>
            <p:ph idx="6" type="dgm"/>
          </p:nvPr>
        </p:nvSpPr>
        <p:spPr>
          <a:xfrm>
            <a:off x="6314383" y="1228398"/>
            <a:ext cx="5090100" cy="489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8" name="Google Shape;908;g3ed88e6a675_2_2162"/>
          <p:cNvSpPr/>
          <p:nvPr>
            <p:ph idx="7" type="pic"/>
          </p:nvPr>
        </p:nvSpPr>
        <p:spPr>
          <a:xfrm>
            <a:off x="9189245" y="6289673"/>
            <a:ext cx="2883000" cy="431700"/>
          </a:xfrm>
          <a:prstGeom prst="rect">
            <a:avLst/>
          </a:prstGeom>
          <a:noFill/>
          <a:ln>
            <a:noFill/>
          </a:ln>
        </p:spPr>
      </p:sp>
      <p:sp>
        <p:nvSpPr>
          <p:cNvPr id="909" name="Google Shape;909;g3ed88e6a675_2_2162"/>
          <p:cNvSpPr txBox="1"/>
          <p:nvPr>
            <p:ph idx="8" type="body"/>
          </p:nvPr>
        </p:nvSpPr>
        <p:spPr>
          <a:xfrm>
            <a:off x="6310234" y="4265911"/>
            <a:ext cx="5006100" cy="1624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guide id="2" orient="horz" pos="3024">
          <p15:clr>
            <a:srgbClr val="FBAE40"/>
          </p15:clr>
        </p15:guide>
        <p15:guide id="3" pos="4416">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 Comparison">
  <p:cSld name="2 Image Comparison">
    <p:spTree>
      <p:nvGrpSpPr>
        <p:cNvPr id="910" name="Shape 910"/>
        <p:cNvGrpSpPr/>
        <p:nvPr/>
      </p:nvGrpSpPr>
      <p:grpSpPr>
        <a:xfrm>
          <a:off x="0" y="0"/>
          <a:ext cx="0" cy="0"/>
          <a:chOff x="0" y="0"/>
          <a:chExt cx="0" cy="0"/>
        </a:xfrm>
      </p:grpSpPr>
      <p:sp>
        <p:nvSpPr>
          <p:cNvPr id="911" name="Google Shape;911;g3ed88e6a675_2_2173"/>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12" name="Google Shape;912;g3ed88e6a675_2_2173"/>
          <p:cNvSpPr txBox="1"/>
          <p:nvPr>
            <p:ph type="title"/>
          </p:nvPr>
        </p:nvSpPr>
        <p:spPr>
          <a:xfrm>
            <a:off x="3732552" y="863775"/>
            <a:ext cx="4767000" cy="1103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3" name="Google Shape;913;g3ed88e6a675_2_2173"/>
          <p:cNvSpPr txBox="1"/>
          <p:nvPr>
            <p:ph idx="1"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4" name="Google Shape;914;g3ed88e6a675_2_2173"/>
          <p:cNvSpPr/>
          <p:nvPr>
            <p:ph idx="2" type="pic"/>
          </p:nvPr>
        </p:nvSpPr>
        <p:spPr>
          <a:xfrm>
            <a:off x="505693" y="896384"/>
            <a:ext cx="3009600" cy="4671900"/>
          </a:xfrm>
          <a:prstGeom prst="rect">
            <a:avLst/>
          </a:prstGeom>
          <a:noFill/>
          <a:ln>
            <a:noFill/>
          </a:ln>
        </p:spPr>
      </p:sp>
      <p:sp>
        <p:nvSpPr>
          <p:cNvPr id="915" name="Google Shape;915;g3ed88e6a675_2_2173"/>
          <p:cNvSpPr/>
          <p:nvPr>
            <p:ph idx="3" type="pic"/>
          </p:nvPr>
        </p:nvSpPr>
        <p:spPr>
          <a:xfrm>
            <a:off x="8716809" y="896384"/>
            <a:ext cx="3009600" cy="4671900"/>
          </a:xfrm>
          <a:prstGeom prst="rect">
            <a:avLst/>
          </a:prstGeom>
          <a:noFill/>
          <a:ln>
            <a:noFill/>
          </a:ln>
        </p:spPr>
      </p:sp>
      <p:sp>
        <p:nvSpPr>
          <p:cNvPr id="916" name="Google Shape;916;g3ed88e6a675_2_2173"/>
          <p:cNvSpPr/>
          <p:nvPr>
            <p:ph idx="4" type="dgm"/>
          </p:nvPr>
        </p:nvSpPr>
        <p:spPr>
          <a:xfrm>
            <a:off x="505693" y="858459"/>
            <a:ext cx="30084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17" name="Google Shape;917;g3ed88e6a675_2_2173"/>
          <p:cNvSpPr/>
          <p:nvPr>
            <p:ph idx="5" type="dgm"/>
          </p:nvPr>
        </p:nvSpPr>
        <p:spPr>
          <a:xfrm>
            <a:off x="8716809" y="858459"/>
            <a:ext cx="30084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18" name="Google Shape;918;g3ed88e6a675_2_2173"/>
          <p:cNvSpPr/>
          <p:nvPr>
            <p:ph idx="6" type="pic"/>
          </p:nvPr>
        </p:nvSpPr>
        <p:spPr>
          <a:xfrm>
            <a:off x="9189245" y="6289673"/>
            <a:ext cx="2883000" cy="431700"/>
          </a:xfrm>
          <a:prstGeom prst="rect">
            <a:avLst/>
          </a:prstGeom>
          <a:noFill/>
          <a:ln>
            <a:noFill/>
          </a:ln>
        </p:spPr>
      </p:sp>
      <p:sp>
        <p:nvSpPr>
          <p:cNvPr id="919" name="Google Shape;919;g3ed88e6a675_2_2173"/>
          <p:cNvSpPr txBox="1"/>
          <p:nvPr>
            <p:ph idx="7" type="body"/>
          </p:nvPr>
        </p:nvSpPr>
        <p:spPr>
          <a:xfrm>
            <a:off x="3732552" y="2074692"/>
            <a:ext cx="4767000" cy="3640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816">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2 Images">
  <p:cSld name="Text / 2 Images">
    <p:spTree>
      <p:nvGrpSpPr>
        <p:cNvPr id="920" name="Shape 920"/>
        <p:cNvGrpSpPr/>
        <p:nvPr/>
      </p:nvGrpSpPr>
      <p:grpSpPr>
        <a:xfrm>
          <a:off x="0" y="0"/>
          <a:ext cx="0" cy="0"/>
          <a:chOff x="0" y="0"/>
          <a:chExt cx="0" cy="0"/>
        </a:xfrm>
      </p:grpSpPr>
      <p:sp>
        <p:nvSpPr>
          <p:cNvPr id="921" name="Google Shape;921;g3ed88e6a675_2_2183"/>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22" name="Google Shape;922;g3ed88e6a675_2_2183"/>
          <p:cNvSpPr txBox="1"/>
          <p:nvPr>
            <p:ph type="title"/>
          </p:nvPr>
        </p:nvSpPr>
        <p:spPr>
          <a:xfrm>
            <a:off x="1066800" y="1104900"/>
            <a:ext cx="5029200" cy="983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3" name="Google Shape;923;g3ed88e6a675_2_2183"/>
          <p:cNvSpPr/>
          <p:nvPr>
            <p:ph idx="2" type="pic"/>
          </p:nvPr>
        </p:nvSpPr>
        <p:spPr>
          <a:xfrm>
            <a:off x="7084425" y="0"/>
            <a:ext cx="4720200" cy="2971800"/>
          </a:xfrm>
          <a:prstGeom prst="rect">
            <a:avLst/>
          </a:prstGeom>
          <a:noFill/>
          <a:ln>
            <a:noFill/>
          </a:ln>
        </p:spPr>
      </p:sp>
      <p:sp>
        <p:nvSpPr>
          <p:cNvPr id="924" name="Google Shape;924;g3ed88e6a675_2_2183"/>
          <p:cNvSpPr/>
          <p:nvPr>
            <p:ph idx="3" type="pic"/>
          </p:nvPr>
        </p:nvSpPr>
        <p:spPr>
          <a:xfrm>
            <a:off x="7084425" y="3206665"/>
            <a:ext cx="4720200" cy="2971800"/>
          </a:xfrm>
          <a:prstGeom prst="rect">
            <a:avLst/>
          </a:prstGeom>
          <a:noFill/>
          <a:ln>
            <a:noFill/>
          </a:ln>
        </p:spPr>
      </p:sp>
      <p:sp>
        <p:nvSpPr>
          <p:cNvPr id="925" name="Google Shape;925;g3ed88e6a675_2_2183"/>
          <p:cNvSpPr txBox="1"/>
          <p:nvPr>
            <p:ph idx="1" type="body"/>
          </p:nvPr>
        </p:nvSpPr>
        <p:spPr>
          <a:xfrm>
            <a:off x="1072019" y="2183928"/>
            <a:ext cx="5024100" cy="3531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6" name="Google Shape;926;g3ed88e6a675_2_2183"/>
          <p:cNvSpPr txBox="1"/>
          <p:nvPr>
            <p:ph idx="4"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7" name="Google Shape;927;g3ed88e6a675_2_2183"/>
          <p:cNvSpPr/>
          <p:nvPr>
            <p:ph idx="5" type="pic"/>
          </p:nvPr>
        </p:nvSpPr>
        <p:spPr>
          <a:xfrm>
            <a:off x="9189245" y="6289673"/>
            <a:ext cx="2883000" cy="431700"/>
          </a:xfrm>
          <a:prstGeom prst="rect">
            <a:avLst/>
          </a:prstGeom>
          <a:noFill/>
          <a:ln>
            <a:noFill/>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Text">
  <p:cSld name="2 Images / Text">
    <p:spTree>
      <p:nvGrpSpPr>
        <p:cNvPr id="928" name="Shape 928"/>
        <p:cNvGrpSpPr/>
        <p:nvPr/>
      </p:nvGrpSpPr>
      <p:grpSpPr>
        <a:xfrm>
          <a:off x="0" y="0"/>
          <a:ext cx="0" cy="0"/>
          <a:chOff x="0" y="0"/>
          <a:chExt cx="0" cy="0"/>
        </a:xfrm>
      </p:grpSpPr>
      <p:sp>
        <p:nvSpPr>
          <p:cNvPr id="929" name="Google Shape;929;g3ed88e6a675_2_2191"/>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30" name="Google Shape;930;g3ed88e6a675_2_2191"/>
          <p:cNvSpPr txBox="1"/>
          <p:nvPr>
            <p:ph type="title"/>
          </p:nvPr>
        </p:nvSpPr>
        <p:spPr>
          <a:xfrm>
            <a:off x="6096000" y="1104900"/>
            <a:ext cx="5016900" cy="983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1" name="Google Shape;931;g3ed88e6a675_2_2191"/>
          <p:cNvSpPr/>
          <p:nvPr>
            <p:ph idx="2" type="pic"/>
          </p:nvPr>
        </p:nvSpPr>
        <p:spPr>
          <a:xfrm>
            <a:off x="609600" y="0"/>
            <a:ext cx="4720200" cy="3108900"/>
          </a:xfrm>
          <a:prstGeom prst="rect">
            <a:avLst/>
          </a:prstGeom>
          <a:noFill/>
          <a:ln>
            <a:noFill/>
          </a:ln>
        </p:spPr>
      </p:sp>
      <p:sp>
        <p:nvSpPr>
          <p:cNvPr id="932" name="Google Shape;932;g3ed88e6a675_2_2191"/>
          <p:cNvSpPr/>
          <p:nvPr>
            <p:ph idx="3" type="pic"/>
          </p:nvPr>
        </p:nvSpPr>
        <p:spPr>
          <a:xfrm>
            <a:off x="609600" y="3247389"/>
            <a:ext cx="4720200" cy="3108900"/>
          </a:xfrm>
          <a:prstGeom prst="rect">
            <a:avLst/>
          </a:prstGeom>
          <a:noFill/>
          <a:ln>
            <a:noFill/>
          </a:ln>
        </p:spPr>
      </p:sp>
      <p:sp>
        <p:nvSpPr>
          <p:cNvPr id="933" name="Google Shape;933;g3ed88e6a675_2_2191"/>
          <p:cNvSpPr txBox="1"/>
          <p:nvPr>
            <p:ph idx="1" type="body"/>
          </p:nvPr>
        </p:nvSpPr>
        <p:spPr>
          <a:xfrm>
            <a:off x="6096000" y="2110740"/>
            <a:ext cx="5024100" cy="3604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4" name="Google Shape;934;g3ed88e6a675_2_2191"/>
          <p:cNvSpPr txBox="1"/>
          <p:nvPr>
            <p:ph idx="4"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5" name="Google Shape;935;g3ed88e6a675_2_2191"/>
          <p:cNvSpPr/>
          <p:nvPr>
            <p:ph idx="5" type="pic"/>
          </p:nvPr>
        </p:nvSpPr>
        <p:spPr>
          <a:xfrm>
            <a:off x="9189245" y="6289673"/>
            <a:ext cx="2883000" cy="431700"/>
          </a:xfrm>
          <a:prstGeom prst="rect">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 2 Text Alt">
  <p:cSld name="2 Images / 2 Text Alt">
    <p:spTree>
      <p:nvGrpSpPr>
        <p:cNvPr id="936" name="Shape 936"/>
        <p:cNvGrpSpPr/>
        <p:nvPr/>
      </p:nvGrpSpPr>
      <p:grpSpPr>
        <a:xfrm>
          <a:off x="0" y="0"/>
          <a:ext cx="0" cy="0"/>
          <a:chOff x="0" y="0"/>
          <a:chExt cx="0" cy="0"/>
        </a:xfrm>
      </p:grpSpPr>
      <p:sp>
        <p:nvSpPr>
          <p:cNvPr id="937" name="Google Shape;937;g3ed88e6a675_2_2199"/>
          <p:cNvSpPr/>
          <p:nvPr/>
        </p:nvSpPr>
        <p:spPr>
          <a:xfrm>
            <a:off x="1060450" y="647700"/>
            <a:ext cx="5030700" cy="5319600"/>
          </a:xfrm>
          <a:prstGeom prst="rect">
            <a:avLst/>
          </a:prstGeom>
          <a:solidFill>
            <a:srgbClr val="F2F2F2">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8" name="Google Shape;938;g3ed88e6a675_2_2199"/>
          <p:cNvSpPr/>
          <p:nvPr/>
        </p:nvSpPr>
        <p:spPr>
          <a:xfrm>
            <a:off x="6502396" y="633033"/>
            <a:ext cx="5048400" cy="5319600"/>
          </a:xfrm>
          <a:prstGeom prst="rect">
            <a:avLst/>
          </a:prstGeom>
          <a:solidFill>
            <a:srgbClr val="F2F2F2">
              <a:alpha val="6784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39" name="Google Shape;939;g3ed88e6a675_2_2199"/>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40" name="Google Shape;940;g3ed88e6a675_2_2199"/>
          <p:cNvSpPr txBox="1"/>
          <p:nvPr>
            <p:ph type="title"/>
          </p:nvPr>
        </p:nvSpPr>
        <p:spPr>
          <a:xfrm>
            <a:off x="1156772" y="3460369"/>
            <a:ext cx="4831200" cy="775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400"/>
              <a:buFont typeface="Proxima Nova"/>
              <a:buNone/>
              <a:defRPr sz="2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1" name="Google Shape;941;g3ed88e6a675_2_2199"/>
          <p:cNvSpPr/>
          <p:nvPr>
            <p:ph idx="2" type="pic"/>
          </p:nvPr>
        </p:nvSpPr>
        <p:spPr>
          <a:xfrm>
            <a:off x="1066800" y="681879"/>
            <a:ext cx="5024400" cy="2626500"/>
          </a:xfrm>
          <a:prstGeom prst="rect">
            <a:avLst/>
          </a:prstGeom>
          <a:noFill/>
          <a:ln>
            <a:noFill/>
          </a:ln>
        </p:spPr>
      </p:sp>
      <p:sp>
        <p:nvSpPr>
          <p:cNvPr id="942" name="Google Shape;942;g3ed88e6a675_2_2199"/>
          <p:cNvSpPr/>
          <p:nvPr>
            <p:ph idx="3" type="pic"/>
          </p:nvPr>
        </p:nvSpPr>
        <p:spPr>
          <a:xfrm>
            <a:off x="6502396" y="3454019"/>
            <a:ext cx="5024400" cy="2513400"/>
          </a:xfrm>
          <a:prstGeom prst="rect">
            <a:avLst/>
          </a:prstGeom>
          <a:noFill/>
          <a:ln>
            <a:noFill/>
          </a:ln>
        </p:spPr>
      </p:sp>
      <p:sp>
        <p:nvSpPr>
          <p:cNvPr id="943" name="Google Shape;943;g3ed88e6a675_2_2199"/>
          <p:cNvSpPr txBox="1"/>
          <p:nvPr>
            <p:ph idx="1" type="body"/>
          </p:nvPr>
        </p:nvSpPr>
        <p:spPr>
          <a:xfrm>
            <a:off x="6599104" y="696067"/>
            <a:ext cx="4866300" cy="7581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solidFill>
                  <a:schemeClr val="dk1"/>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4" name="Google Shape;944;g3ed88e6a675_2_2199"/>
          <p:cNvSpPr txBox="1"/>
          <p:nvPr>
            <p:ph idx="4" type="body"/>
          </p:nvPr>
        </p:nvSpPr>
        <p:spPr>
          <a:xfrm>
            <a:off x="1156768" y="4236640"/>
            <a:ext cx="4830900" cy="1603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17500" lvl="1" marL="914400" algn="l">
              <a:lnSpc>
                <a:spcPct val="90000"/>
              </a:lnSpc>
              <a:spcBef>
                <a:spcPts val="500"/>
              </a:spcBef>
              <a:spcAft>
                <a:spcPts val="0"/>
              </a:spcAft>
              <a:buSzPts val="1400"/>
              <a:buChar char="▪"/>
              <a:defRPr sz="1400"/>
            </a:lvl2pPr>
            <a:lvl3pPr indent="-273050" lvl="2" marL="1371600" algn="l">
              <a:lnSpc>
                <a:spcPct val="90000"/>
              </a:lnSpc>
              <a:spcBef>
                <a:spcPts val="500"/>
              </a:spcBef>
              <a:spcAft>
                <a:spcPts val="0"/>
              </a:spcAft>
              <a:buSzPts val="700"/>
              <a:buChar char="◆"/>
              <a:defRPr sz="1400"/>
            </a:lvl3pPr>
            <a:lvl4pPr indent="-317500" lvl="3" marL="1828800" algn="l">
              <a:lnSpc>
                <a:spcPct val="90000"/>
              </a:lnSpc>
              <a:spcBef>
                <a:spcPts val="500"/>
              </a:spcBef>
              <a:spcAft>
                <a:spcPts val="0"/>
              </a:spcAft>
              <a:buSzPts val="1400"/>
              <a:buChar char="•"/>
              <a:defRPr sz="1400"/>
            </a:lvl4pPr>
            <a:lvl5pPr indent="-273050" lvl="4" marL="2286000" algn="l">
              <a:lnSpc>
                <a:spcPct val="90000"/>
              </a:lnSpc>
              <a:spcBef>
                <a:spcPts val="500"/>
              </a:spcBef>
              <a:spcAft>
                <a:spcPts val="0"/>
              </a:spcAft>
              <a:buSzPts val="7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5" name="Google Shape;945;g3ed88e6a675_2_2199"/>
          <p:cNvSpPr txBox="1"/>
          <p:nvPr>
            <p:ph idx="5" type="body"/>
          </p:nvPr>
        </p:nvSpPr>
        <p:spPr>
          <a:xfrm>
            <a:off x="6599104" y="1468924"/>
            <a:ext cx="4866300" cy="1838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17500" lvl="1" marL="914400" algn="l">
              <a:lnSpc>
                <a:spcPct val="90000"/>
              </a:lnSpc>
              <a:spcBef>
                <a:spcPts val="500"/>
              </a:spcBef>
              <a:spcAft>
                <a:spcPts val="0"/>
              </a:spcAft>
              <a:buSzPts val="1400"/>
              <a:buChar char="▪"/>
              <a:defRPr sz="1400"/>
            </a:lvl2pPr>
            <a:lvl3pPr indent="-273050" lvl="2" marL="1371600" algn="l">
              <a:lnSpc>
                <a:spcPct val="90000"/>
              </a:lnSpc>
              <a:spcBef>
                <a:spcPts val="500"/>
              </a:spcBef>
              <a:spcAft>
                <a:spcPts val="0"/>
              </a:spcAft>
              <a:buSzPts val="700"/>
              <a:buChar char="◆"/>
              <a:defRPr sz="1400"/>
            </a:lvl3pPr>
            <a:lvl4pPr indent="-317500" lvl="3" marL="1828800" algn="l">
              <a:lnSpc>
                <a:spcPct val="90000"/>
              </a:lnSpc>
              <a:spcBef>
                <a:spcPts val="500"/>
              </a:spcBef>
              <a:spcAft>
                <a:spcPts val="0"/>
              </a:spcAft>
              <a:buSzPts val="1400"/>
              <a:buChar char="•"/>
              <a:defRPr sz="1400"/>
            </a:lvl4pPr>
            <a:lvl5pPr indent="-273050" lvl="4" marL="2286000" algn="l">
              <a:lnSpc>
                <a:spcPct val="90000"/>
              </a:lnSpc>
              <a:spcBef>
                <a:spcPts val="500"/>
              </a:spcBef>
              <a:spcAft>
                <a:spcPts val="0"/>
              </a:spcAft>
              <a:buSzPts val="7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6" name="Google Shape;946;g3ed88e6a675_2_2199"/>
          <p:cNvSpPr txBox="1"/>
          <p:nvPr>
            <p:ph idx="6"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7" name="Google Shape;947;g3ed88e6a675_2_2199"/>
          <p:cNvSpPr/>
          <p:nvPr>
            <p:ph idx="7" type="dgm"/>
          </p:nvPr>
        </p:nvSpPr>
        <p:spPr>
          <a:xfrm>
            <a:off x="1066800" y="647700"/>
            <a:ext cx="5024400" cy="483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48" name="Google Shape;948;g3ed88e6a675_2_2199"/>
          <p:cNvSpPr/>
          <p:nvPr>
            <p:ph idx="8" type="dgm"/>
          </p:nvPr>
        </p:nvSpPr>
        <p:spPr>
          <a:xfrm>
            <a:off x="6502398" y="3406123"/>
            <a:ext cx="5027100" cy="543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49" name="Google Shape;949;g3ed88e6a675_2_2199"/>
          <p:cNvSpPr/>
          <p:nvPr>
            <p:ph idx="9" type="pic"/>
          </p:nvPr>
        </p:nvSpPr>
        <p:spPr>
          <a:xfrm>
            <a:off x="9189245" y="6289673"/>
            <a:ext cx="2883000" cy="431700"/>
          </a:xfrm>
          <a:prstGeom prst="rect">
            <a:avLst/>
          </a:prstGeom>
          <a:noFill/>
          <a:ln>
            <a:noFill/>
          </a:ln>
        </p:spPr>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4 Images">
  <p:cSld name="Text / 4 Images">
    <p:spTree>
      <p:nvGrpSpPr>
        <p:cNvPr id="950" name="Shape 950"/>
        <p:cNvGrpSpPr/>
        <p:nvPr/>
      </p:nvGrpSpPr>
      <p:grpSpPr>
        <a:xfrm>
          <a:off x="0" y="0"/>
          <a:ext cx="0" cy="0"/>
          <a:chOff x="0" y="0"/>
          <a:chExt cx="0" cy="0"/>
        </a:xfrm>
      </p:grpSpPr>
      <p:sp>
        <p:nvSpPr>
          <p:cNvPr id="951" name="Google Shape;951;g3ed88e6a675_2_2213"/>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52" name="Google Shape;952;g3ed88e6a675_2_2213"/>
          <p:cNvSpPr txBox="1"/>
          <p:nvPr>
            <p:ph type="title"/>
          </p:nvPr>
        </p:nvSpPr>
        <p:spPr>
          <a:xfrm>
            <a:off x="1066800" y="1104900"/>
            <a:ext cx="5029200" cy="1018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sz="3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3" name="Google Shape;953;g3ed88e6a675_2_2213"/>
          <p:cNvSpPr/>
          <p:nvPr>
            <p:ph idx="2" type="pic"/>
          </p:nvPr>
        </p:nvSpPr>
        <p:spPr>
          <a:xfrm>
            <a:off x="7009698" y="1135597"/>
            <a:ext cx="2103000" cy="2103000"/>
          </a:xfrm>
          <a:prstGeom prst="rect">
            <a:avLst/>
          </a:prstGeom>
          <a:noFill/>
          <a:ln>
            <a:noFill/>
          </a:ln>
        </p:spPr>
      </p:sp>
      <p:sp>
        <p:nvSpPr>
          <p:cNvPr id="954" name="Google Shape;954;g3ed88e6a675_2_2213"/>
          <p:cNvSpPr/>
          <p:nvPr>
            <p:ph idx="3" type="pic"/>
          </p:nvPr>
        </p:nvSpPr>
        <p:spPr>
          <a:xfrm>
            <a:off x="7009698" y="3562949"/>
            <a:ext cx="2103000" cy="2103000"/>
          </a:xfrm>
          <a:prstGeom prst="rect">
            <a:avLst/>
          </a:prstGeom>
          <a:noFill/>
          <a:ln>
            <a:noFill/>
          </a:ln>
        </p:spPr>
      </p:sp>
      <p:sp>
        <p:nvSpPr>
          <p:cNvPr id="955" name="Google Shape;955;g3ed88e6a675_2_2213"/>
          <p:cNvSpPr/>
          <p:nvPr>
            <p:ph idx="4" type="pic"/>
          </p:nvPr>
        </p:nvSpPr>
        <p:spPr>
          <a:xfrm>
            <a:off x="9258119" y="1135597"/>
            <a:ext cx="2103000" cy="2103000"/>
          </a:xfrm>
          <a:prstGeom prst="rect">
            <a:avLst/>
          </a:prstGeom>
          <a:noFill/>
          <a:ln>
            <a:noFill/>
          </a:ln>
        </p:spPr>
      </p:sp>
      <p:sp>
        <p:nvSpPr>
          <p:cNvPr id="956" name="Google Shape;956;g3ed88e6a675_2_2213"/>
          <p:cNvSpPr/>
          <p:nvPr>
            <p:ph idx="5" type="pic"/>
          </p:nvPr>
        </p:nvSpPr>
        <p:spPr>
          <a:xfrm>
            <a:off x="9250680" y="3562950"/>
            <a:ext cx="2103000" cy="2103000"/>
          </a:xfrm>
          <a:prstGeom prst="rect">
            <a:avLst/>
          </a:prstGeom>
          <a:noFill/>
          <a:ln>
            <a:noFill/>
          </a:ln>
        </p:spPr>
      </p:sp>
      <p:sp>
        <p:nvSpPr>
          <p:cNvPr id="957" name="Google Shape;957;g3ed88e6a675_2_2213"/>
          <p:cNvSpPr txBox="1"/>
          <p:nvPr>
            <p:ph idx="1" type="body"/>
          </p:nvPr>
        </p:nvSpPr>
        <p:spPr>
          <a:xfrm>
            <a:off x="1066800" y="2123816"/>
            <a:ext cx="5029200" cy="3591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8" name="Google Shape;958;g3ed88e6a675_2_2213"/>
          <p:cNvSpPr txBox="1"/>
          <p:nvPr>
            <p:ph idx="6"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9" name="Google Shape;959;g3ed88e6a675_2_2213"/>
          <p:cNvSpPr/>
          <p:nvPr>
            <p:ph idx="7" type="dgm"/>
          </p:nvPr>
        </p:nvSpPr>
        <p:spPr>
          <a:xfrm>
            <a:off x="7009698" y="1112737"/>
            <a:ext cx="21030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60" name="Google Shape;960;g3ed88e6a675_2_2213"/>
          <p:cNvSpPr/>
          <p:nvPr>
            <p:ph idx="8" type="dgm"/>
          </p:nvPr>
        </p:nvSpPr>
        <p:spPr>
          <a:xfrm>
            <a:off x="9258119" y="1112737"/>
            <a:ext cx="21030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61" name="Google Shape;961;g3ed88e6a675_2_2213"/>
          <p:cNvSpPr/>
          <p:nvPr>
            <p:ph idx="9" type="dgm"/>
          </p:nvPr>
        </p:nvSpPr>
        <p:spPr>
          <a:xfrm>
            <a:off x="7009698" y="5664653"/>
            <a:ext cx="21030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62" name="Google Shape;962;g3ed88e6a675_2_2213"/>
          <p:cNvSpPr/>
          <p:nvPr>
            <p:ph idx="13" type="dgm"/>
          </p:nvPr>
        </p:nvSpPr>
        <p:spPr>
          <a:xfrm>
            <a:off x="9250680" y="5664653"/>
            <a:ext cx="21030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63" name="Google Shape;963;g3ed88e6a675_2_2213"/>
          <p:cNvSpPr/>
          <p:nvPr>
            <p:ph idx="14" type="pic"/>
          </p:nvPr>
        </p:nvSpPr>
        <p:spPr>
          <a:xfrm>
            <a:off x="9189245" y="6289673"/>
            <a:ext cx="2883000" cy="431700"/>
          </a:xfrm>
          <a:prstGeom prst="rect">
            <a:avLst/>
          </a:prstGeom>
          <a:noFill/>
          <a:ln>
            <a:noFill/>
          </a:ln>
        </p:spPr>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mages / 4 text">
  <p:cSld name="4 images / 4 text">
    <p:spTree>
      <p:nvGrpSpPr>
        <p:cNvPr id="964" name="Shape 964"/>
        <p:cNvGrpSpPr/>
        <p:nvPr/>
      </p:nvGrpSpPr>
      <p:grpSpPr>
        <a:xfrm>
          <a:off x="0" y="0"/>
          <a:ext cx="0" cy="0"/>
          <a:chOff x="0" y="0"/>
          <a:chExt cx="0" cy="0"/>
        </a:xfrm>
      </p:grpSpPr>
      <p:sp>
        <p:nvSpPr>
          <p:cNvPr id="965" name="Google Shape;965;g3ed88e6a675_2_2227"/>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66" name="Google Shape;966;g3ed88e6a675_2_2227"/>
          <p:cNvSpPr txBox="1"/>
          <p:nvPr>
            <p:ph type="title"/>
          </p:nvPr>
        </p:nvSpPr>
        <p:spPr>
          <a:xfrm>
            <a:off x="1066801" y="647700"/>
            <a:ext cx="10058400" cy="913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7" name="Google Shape;967;g3ed88e6a675_2_2227"/>
          <p:cNvSpPr/>
          <p:nvPr>
            <p:ph idx="2" type="pic"/>
          </p:nvPr>
        </p:nvSpPr>
        <p:spPr>
          <a:xfrm>
            <a:off x="1075299" y="1747945"/>
            <a:ext cx="2260800" cy="2260800"/>
          </a:xfrm>
          <a:prstGeom prst="rect">
            <a:avLst/>
          </a:prstGeom>
          <a:noFill/>
          <a:ln>
            <a:noFill/>
          </a:ln>
        </p:spPr>
      </p:sp>
      <p:sp>
        <p:nvSpPr>
          <p:cNvPr id="968" name="Google Shape;968;g3ed88e6a675_2_2227"/>
          <p:cNvSpPr/>
          <p:nvPr>
            <p:ph idx="3" type="pic"/>
          </p:nvPr>
        </p:nvSpPr>
        <p:spPr>
          <a:xfrm>
            <a:off x="3640505" y="1747945"/>
            <a:ext cx="2260800" cy="2260800"/>
          </a:xfrm>
          <a:prstGeom prst="rect">
            <a:avLst/>
          </a:prstGeom>
          <a:noFill/>
          <a:ln>
            <a:noFill/>
          </a:ln>
        </p:spPr>
      </p:sp>
      <p:sp>
        <p:nvSpPr>
          <p:cNvPr id="969" name="Google Shape;969;g3ed88e6a675_2_2227"/>
          <p:cNvSpPr/>
          <p:nvPr>
            <p:ph idx="4" type="pic"/>
          </p:nvPr>
        </p:nvSpPr>
        <p:spPr>
          <a:xfrm>
            <a:off x="8854900" y="1747945"/>
            <a:ext cx="2260800" cy="2260800"/>
          </a:xfrm>
          <a:prstGeom prst="rect">
            <a:avLst/>
          </a:prstGeom>
          <a:noFill/>
          <a:ln>
            <a:noFill/>
          </a:ln>
        </p:spPr>
      </p:sp>
      <p:sp>
        <p:nvSpPr>
          <p:cNvPr id="970" name="Google Shape;970;g3ed88e6a675_2_2227"/>
          <p:cNvSpPr/>
          <p:nvPr>
            <p:ph idx="5" type="pic"/>
          </p:nvPr>
        </p:nvSpPr>
        <p:spPr>
          <a:xfrm>
            <a:off x="6235970" y="1747945"/>
            <a:ext cx="2260800" cy="2260800"/>
          </a:xfrm>
          <a:prstGeom prst="rect">
            <a:avLst/>
          </a:prstGeom>
          <a:noFill/>
          <a:ln>
            <a:noFill/>
          </a:ln>
        </p:spPr>
      </p:sp>
      <p:sp>
        <p:nvSpPr>
          <p:cNvPr id="971" name="Google Shape;971;g3ed88e6a675_2_2227"/>
          <p:cNvSpPr txBox="1"/>
          <p:nvPr>
            <p:ph idx="1" type="body"/>
          </p:nvPr>
        </p:nvSpPr>
        <p:spPr>
          <a:xfrm>
            <a:off x="1075299" y="4120230"/>
            <a:ext cx="2260500" cy="498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2" name="Google Shape;972;g3ed88e6a675_2_2227"/>
          <p:cNvSpPr txBox="1"/>
          <p:nvPr>
            <p:ph idx="6" type="body"/>
          </p:nvPr>
        </p:nvSpPr>
        <p:spPr>
          <a:xfrm>
            <a:off x="1075299" y="4618284"/>
            <a:ext cx="2262300" cy="1096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g3ed88e6a675_2_2227"/>
          <p:cNvSpPr txBox="1"/>
          <p:nvPr>
            <p:ph idx="7" type="body"/>
          </p:nvPr>
        </p:nvSpPr>
        <p:spPr>
          <a:xfrm>
            <a:off x="3640505" y="4126017"/>
            <a:ext cx="2260500" cy="498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g3ed88e6a675_2_2227"/>
          <p:cNvSpPr txBox="1"/>
          <p:nvPr>
            <p:ph idx="8" type="body"/>
          </p:nvPr>
        </p:nvSpPr>
        <p:spPr>
          <a:xfrm>
            <a:off x="3640505" y="4618284"/>
            <a:ext cx="2262300" cy="1096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5" name="Google Shape;975;g3ed88e6a675_2_2227"/>
          <p:cNvSpPr txBox="1"/>
          <p:nvPr>
            <p:ph idx="9" type="body"/>
          </p:nvPr>
        </p:nvSpPr>
        <p:spPr>
          <a:xfrm>
            <a:off x="6235970" y="4126017"/>
            <a:ext cx="2260500" cy="498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6" name="Google Shape;976;g3ed88e6a675_2_2227"/>
          <p:cNvSpPr txBox="1"/>
          <p:nvPr>
            <p:ph idx="13" type="body"/>
          </p:nvPr>
        </p:nvSpPr>
        <p:spPr>
          <a:xfrm>
            <a:off x="6235970" y="4618284"/>
            <a:ext cx="2262300" cy="1096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7" name="Google Shape;977;g3ed88e6a675_2_2227"/>
          <p:cNvSpPr txBox="1"/>
          <p:nvPr>
            <p:ph idx="14" type="body"/>
          </p:nvPr>
        </p:nvSpPr>
        <p:spPr>
          <a:xfrm>
            <a:off x="8854900" y="4126017"/>
            <a:ext cx="2260500" cy="498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600"/>
              <a:buNone/>
              <a:defRPr b="1" sz="1600">
                <a:solidFill>
                  <a:srgbClr val="CC9900"/>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8" name="Google Shape;978;g3ed88e6a675_2_2227"/>
          <p:cNvSpPr txBox="1"/>
          <p:nvPr>
            <p:ph idx="15" type="body"/>
          </p:nvPr>
        </p:nvSpPr>
        <p:spPr>
          <a:xfrm>
            <a:off x="8854900" y="4618284"/>
            <a:ext cx="2262300" cy="1096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9" name="Google Shape;979;g3ed88e6a675_2_2227"/>
          <p:cNvSpPr txBox="1"/>
          <p:nvPr>
            <p:ph idx="16"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0" name="Google Shape;980;g3ed88e6a675_2_2227"/>
          <p:cNvSpPr/>
          <p:nvPr>
            <p:ph idx="17" type="dgm"/>
          </p:nvPr>
        </p:nvSpPr>
        <p:spPr>
          <a:xfrm>
            <a:off x="1075299" y="1710173"/>
            <a:ext cx="22587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81" name="Google Shape;981;g3ed88e6a675_2_2227"/>
          <p:cNvSpPr/>
          <p:nvPr>
            <p:ph idx="18" type="dgm"/>
          </p:nvPr>
        </p:nvSpPr>
        <p:spPr>
          <a:xfrm>
            <a:off x="3640505" y="1705159"/>
            <a:ext cx="22587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82" name="Google Shape;982;g3ed88e6a675_2_2227"/>
          <p:cNvSpPr/>
          <p:nvPr>
            <p:ph idx="19" type="dgm"/>
          </p:nvPr>
        </p:nvSpPr>
        <p:spPr>
          <a:xfrm>
            <a:off x="6235970" y="1704962"/>
            <a:ext cx="22587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83" name="Google Shape;983;g3ed88e6a675_2_2227"/>
          <p:cNvSpPr/>
          <p:nvPr>
            <p:ph idx="20" type="dgm"/>
          </p:nvPr>
        </p:nvSpPr>
        <p:spPr>
          <a:xfrm>
            <a:off x="8854900" y="1708575"/>
            <a:ext cx="2258700" cy="45600"/>
          </a:xfrm>
          <a:prstGeom prst="rect">
            <a:avLst/>
          </a:prstGeom>
          <a:solidFill>
            <a:srgbClr val="FFBB00"/>
          </a:solidFill>
          <a:ln>
            <a:noFill/>
          </a:ln>
        </p:spPr>
        <p:txBody>
          <a:bodyPr anchorCtr="0" anchor="t" bIns="45700" lIns="91425" spcFirstLastPara="1" rIns="91425" wrap="square" tIns="45700">
            <a:spAutoFit/>
          </a:bodyPr>
          <a:lstStyle>
            <a:lvl1pPr lvl="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lvl="1"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lvl="2"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lvl="3"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lvl="4"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84" name="Google Shape;984;g3ed88e6a675_2_2227"/>
          <p:cNvSpPr/>
          <p:nvPr>
            <p:ph idx="21" type="pic"/>
          </p:nvPr>
        </p:nvSpPr>
        <p:spPr>
          <a:xfrm>
            <a:off x="9189245" y="6289673"/>
            <a:ext cx="2883000" cy="431700"/>
          </a:xfrm>
          <a:prstGeom prst="rect">
            <a:avLst/>
          </a:prstGeom>
          <a:noFill/>
          <a:ln>
            <a:noFill/>
          </a:ln>
        </p:spPr>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Multiple Images">
  <p:cSld name="Text / Multiple Images">
    <p:spTree>
      <p:nvGrpSpPr>
        <p:cNvPr id="985" name="Shape 985"/>
        <p:cNvGrpSpPr/>
        <p:nvPr/>
      </p:nvGrpSpPr>
      <p:grpSpPr>
        <a:xfrm>
          <a:off x="0" y="0"/>
          <a:ext cx="0" cy="0"/>
          <a:chOff x="0" y="0"/>
          <a:chExt cx="0" cy="0"/>
        </a:xfrm>
      </p:grpSpPr>
      <p:sp>
        <p:nvSpPr>
          <p:cNvPr id="986" name="Google Shape;986;g3ed88e6a675_2_2248"/>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987" name="Google Shape;987;g3ed88e6a675_2_2248"/>
          <p:cNvSpPr/>
          <p:nvPr>
            <p:ph idx="2" type="pic"/>
          </p:nvPr>
        </p:nvSpPr>
        <p:spPr>
          <a:xfrm>
            <a:off x="793230" y="467818"/>
            <a:ext cx="3701100" cy="3532500"/>
          </a:xfrm>
          <a:prstGeom prst="rect">
            <a:avLst/>
          </a:prstGeom>
          <a:noFill/>
          <a:ln>
            <a:noFill/>
          </a:ln>
        </p:spPr>
      </p:sp>
      <p:sp>
        <p:nvSpPr>
          <p:cNvPr id="988" name="Google Shape;988;g3ed88e6a675_2_2248"/>
          <p:cNvSpPr/>
          <p:nvPr>
            <p:ph idx="3" type="pic"/>
          </p:nvPr>
        </p:nvSpPr>
        <p:spPr>
          <a:xfrm>
            <a:off x="7515429" y="2923953"/>
            <a:ext cx="3804900" cy="3068400"/>
          </a:xfrm>
          <a:prstGeom prst="rect">
            <a:avLst/>
          </a:prstGeom>
          <a:noFill/>
          <a:ln>
            <a:noFill/>
          </a:ln>
        </p:spPr>
      </p:sp>
      <p:sp>
        <p:nvSpPr>
          <p:cNvPr id="989" name="Google Shape;989;g3ed88e6a675_2_2248"/>
          <p:cNvSpPr/>
          <p:nvPr>
            <p:ph idx="4" type="pic"/>
          </p:nvPr>
        </p:nvSpPr>
        <p:spPr>
          <a:xfrm>
            <a:off x="9473438" y="467818"/>
            <a:ext cx="1828800" cy="2353800"/>
          </a:xfrm>
          <a:prstGeom prst="rect">
            <a:avLst/>
          </a:prstGeom>
          <a:noFill/>
          <a:ln>
            <a:noFill/>
          </a:ln>
        </p:spPr>
      </p:sp>
      <p:sp>
        <p:nvSpPr>
          <p:cNvPr id="990" name="Google Shape;990;g3ed88e6a675_2_2248"/>
          <p:cNvSpPr/>
          <p:nvPr>
            <p:ph idx="5" type="pic"/>
          </p:nvPr>
        </p:nvSpPr>
        <p:spPr>
          <a:xfrm>
            <a:off x="7515429" y="467818"/>
            <a:ext cx="1828800" cy="2353800"/>
          </a:xfrm>
          <a:prstGeom prst="rect">
            <a:avLst/>
          </a:prstGeom>
          <a:noFill/>
          <a:ln>
            <a:noFill/>
          </a:ln>
        </p:spPr>
      </p:sp>
      <p:sp>
        <p:nvSpPr>
          <p:cNvPr id="991" name="Google Shape;991;g3ed88e6a675_2_2248"/>
          <p:cNvSpPr txBox="1"/>
          <p:nvPr>
            <p:ph idx="1" type="body"/>
          </p:nvPr>
        </p:nvSpPr>
        <p:spPr>
          <a:xfrm>
            <a:off x="793230" y="4125433"/>
            <a:ext cx="3679200" cy="6645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rgbClr val="CC9900"/>
              </a:buClr>
              <a:buSzPts val="1800"/>
              <a:buNone/>
              <a:defRPr b="1">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2" name="Google Shape;992;g3ed88e6a675_2_2248"/>
          <p:cNvSpPr txBox="1"/>
          <p:nvPr>
            <p:ph idx="6" type="body"/>
          </p:nvPr>
        </p:nvSpPr>
        <p:spPr>
          <a:xfrm>
            <a:off x="793230" y="4808295"/>
            <a:ext cx="3679200" cy="1171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3" name="Google Shape;993;g3ed88e6a675_2_2248"/>
          <p:cNvSpPr/>
          <p:nvPr>
            <p:ph idx="7" type="pic"/>
          </p:nvPr>
        </p:nvSpPr>
        <p:spPr>
          <a:xfrm>
            <a:off x="4607295" y="467818"/>
            <a:ext cx="2783700" cy="5514900"/>
          </a:xfrm>
          <a:prstGeom prst="rect">
            <a:avLst/>
          </a:prstGeom>
          <a:noFill/>
          <a:ln>
            <a:noFill/>
          </a:ln>
        </p:spPr>
      </p:sp>
      <p:sp>
        <p:nvSpPr>
          <p:cNvPr id="994" name="Google Shape;994;g3ed88e6a675_2_2248"/>
          <p:cNvSpPr txBox="1"/>
          <p:nvPr>
            <p:ph idx="8" type="body"/>
          </p:nvPr>
        </p:nvSpPr>
        <p:spPr>
          <a:xfrm>
            <a:off x="4253893" y="3787496"/>
            <a:ext cx="241200" cy="212700"/>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5" name="Google Shape;995;g3ed88e6a675_2_2248"/>
          <p:cNvSpPr txBox="1"/>
          <p:nvPr>
            <p:ph idx="9" type="body"/>
          </p:nvPr>
        </p:nvSpPr>
        <p:spPr>
          <a:xfrm>
            <a:off x="7149835" y="5768003"/>
            <a:ext cx="241200" cy="211500"/>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6" name="Google Shape;996;g3ed88e6a675_2_2248"/>
          <p:cNvSpPr txBox="1"/>
          <p:nvPr>
            <p:ph idx="13" type="body"/>
          </p:nvPr>
        </p:nvSpPr>
        <p:spPr>
          <a:xfrm>
            <a:off x="9109229" y="2613414"/>
            <a:ext cx="241200" cy="212700"/>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7" name="Google Shape;997;g3ed88e6a675_2_2248"/>
          <p:cNvSpPr txBox="1"/>
          <p:nvPr>
            <p:ph idx="14" type="body"/>
          </p:nvPr>
        </p:nvSpPr>
        <p:spPr>
          <a:xfrm>
            <a:off x="11067238" y="2613414"/>
            <a:ext cx="241200" cy="212700"/>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8" name="Google Shape;998;g3ed88e6a675_2_2248"/>
          <p:cNvSpPr txBox="1"/>
          <p:nvPr>
            <p:ph idx="15" type="body"/>
          </p:nvPr>
        </p:nvSpPr>
        <p:spPr>
          <a:xfrm>
            <a:off x="11085240" y="5781896"/>
            <a:ext cx="241200" cy="212700"/>
          </a:xfrm>
          <a:prstGeom prst="rect">
            <a:avLst/>
          </a:prstGeom>
          <a:solidFill>
            <a:srgbClr val="FFBB00"/>
          </a:solid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900"/>
              <a:buNone/>
              <a:defRPr b="1" sz="900"/>
            </a:lvl1pPr>
            <a:lvl2pPr indent="-285750" lvl="1" marL="914400" algn="l">
              <a:lnSpc>
                <a:spcPct val="90000"/>
              </a:lnSpc>
              <a:spcBef>
                <a:spcPts val="500"/>
              </a:spcBef>
              <a:spcAft>
                <a:spcPts val="0"/>
              </a:spcAft>
              <a:buSzPts val="900"/>
              <a:buChar char="▪"/>
              <a:defRPr sz="900"/>
            </a:lvl2pPr>
            <a:lvl3pPr indent="-257175" lvl="2" marL="1371600" algn="l">
              <a:lnSpc>
                <a:spcPct val="90000"/>
              </a:lnSpc>
              <a:spcBef>
                <a:spcPts val="500"/>
              </a:spcBef>
              <a:spcAft>
                <a:spcPts val="0"/>
              </a:spcAft>
              <a:buSzPts val="450"/>
              <a:buChar char="◆"/>
              <a:defRPr sz="900"/>
            </a:lvl3pPr>
            <a:lvl4pPr indent="-285750" lvl="3" marL="1828800" algn="l">
              <a:lnSpc>
                <a:spcPct val="90000"/>
              </a:lnSpc>
              <a:spcBef>
                <a:spcPts val="500"/>
              </a:spcBef>
              <a:spcAft>
                <a:spcPts val="0"/>
              </a:spcAft>
              <a:buSzPts val="900"/>
              <a:buChar char="•"/>
              <a:defRPr sz="900"/>
            </a:lvl4pPr>
            <a:lvl5pPr indent="-257175" lvl="4" marL="2286000" algn="l">
              <a:lnSpc>
                <a:spcPct val="90000"/>
              </a:lnSpc>
              <a:spcBef>
                <a:spcPts val="500"/>
              </a:spcBef>
              <a:spcAft>
                <a:spcPts val="0"/>
              </a:spcAft>
              <a:buSzPts val="450"/>
              <a:buChar char="⊲"/>
              <a:defRPr sz="9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9" name="Google Shape;999;g3ed88e6a675_2_2248"/>
          <p:cNvSpPr txBox="1"/>
          <p:nvPr>
            <p:ph idx="16"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0" name="Google Shape;1000;g3ed88e6a675_2_2248"/>
          <p:cNvSpPr/>
          <p:nvPr>
            <p:ph idx="17" type="pic"/>
          </p:nvPr>
        </p:nvSpPr>
        <p:spPr>
          <a:xfrm>
            <a:off x="9189245" y="6289673"/>
            <a:ext cx="2883000" cy="431700"/>
          </a:xfrm>
          <a:prstGeom prst="rect">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2 Text">
  <p:cSld name="Big Image / 2 Text">
    <p:spTree>
      <p:nvGrpSpPr>
        <p:cNvPr id="1001" name="Shape 1001"/>
        <p:cNvGrpSpPr/>
        <p:nvPr/>
      </p:nvGrpSpPr>
      <p:grpSpPr>
        <a:xfrm>
          <a:off x="0" y="0"/>
          <a:ext cx="0" cy="0"/>
          <a:chOff x="0" y="0"/>
          <a:chExt cx="0" cy="0"/>
        </a:xfrm>
      </p:grpSpPr>
      <p:sp>
        <p:nvSpPr>
          <p:cNvPr id="1002" name="Google Shape;1002;g3ed88e6a675_2_2264"/>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03" name="Google Shape;1003;g3ed88e6a675_2_2264"/>
          <p:cNvSpPr txBox="1"/>
          <p:nvPr>
            <p:ph idx="1" type="body"/>
          </p:nvPr>
        </p:nvSpPr>
        <p:spPr>
          <a:xfrm>
            <a:off x="1066800" y="5166008"/>
            <a:ext cx="4800600" cy="9810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4" name="Google Shape;1004;g3ed88e6a675_2_2264"/>
          <p:cNvSpPr txBox="1"/>
          <p:nvPr>
            <p:ph idx="2" type="body"/>
          </p:nvPr>
        </p:nvSpPr>
        <p:spPr>
          <a:xfrm>
            <a:off x="6324600" y="5166008"/>
            <a:ext cx="4800600" cy="9810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5" name="Google Shape;1005;g3ed88e6a675_2_2264"/>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6" name="Google Shape;1006;g3ed88e6a675_2_2264"/>
          <p:cNvSpPr/>
          <p:nvPr>
            <p:ph idx="4" type="pic"/>
          </p:nvPr>
        </p:nvSpPr>
        <p:spPr>
          <a:xfrm>
            <a:off x="609600" y="0"/>
            <a:ext cx="10972800" cy="5010300"/>
          </a:xfrm>
          <a:prstGeom prst="rect">
            <a:avLst/>
          </a:prstGeom>
          <a:noFill/>
          <a:ln>
            <a:noFill/>
          </a:ln>
        </p:spPr>
      </p:sp>
      <p:sp>
        <p:nvSpPr>
          <p:cNvPr id="1007" name="Google Shape;1007;g3ed88e6a675_2_2264"/>
          <p:cNvSpPr/>
          <p:nvPr>
            <p:ph idx="5" type="pic"/>
          </p:nvPr>
        </p:nvSpPr>
        <p:spPr>
          <a:xfrm>
            <a:off x="9189245" y="6289673"/>
            <a:ext cx="2883000" cy="431700"/>
          </a:xfrm>
          <a:prstGeom prst="rect">
            <a:avLst/>
          </a:prstGeom>
          <a:no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Left Callout">
  <p:cSld name="Big Image Left Callout">
    <p:spTree>
      <p:nvGrpSpPr>
        <p:cNvPr id="1008" name="Shape 1008"/>
        <p:cNvGrpSpPr/>
        <p:nvPr/>
      </p:nvGrpSpPr>
      <p:grpSpPr>
        <a:xfrm>
          <a:off x="0" y="0"/>
          <a:ext cx="0" cy="0"/>
          <a:chOff x="0" y="0"/>
          <a:chExt cx="0" cy="0"/>
        </a:xfrm>
      </p:grpSpPr>
      <p:sp>
        <p:nvSpPr>
          <p:cNvPr id="1009" name="Google Shape;1009;g3ed88e6a675_2_2271"/>
          <p:cNvSpPr/>
          <p:nvPr>
            <p:ph idx="2" type="pic"/>
          </p:nvPr>
        </p:nvSpPr>
        <p:spPr>
          <a:xfrm>
            <a:off x="1066800" y="647700"/>
            <a:ext cx="10058400" cy="5067300"/>
          </a:xfrm>
          <a:prstGeom prst="rect">
            <a:avLst/>
          </a:prstGeom>
          <a:noFill/>
          <a:ln>
            <a:noFill/>
          </a:ln>
        </p:spPr>
      </p:sp>
      <p:sp>
        <p:nvSpPr>
          <p:cNvPr id="1010" name="Google Shape;1010;g3ed88e6a675_2_2271"/>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11" name="Google Shape;1011;g3ed88e6a675_2_2271"/>
          <p:cNvSpPr txBox="1"/>
          <p:nvPr>
            <p:ph idx="1" type="body"/>
          </p:nvPr>
        </p:nvSpPr>
        <p:spPr>
          <a:xfrm>
            <a:off x="7727950" y="2362200"/>
            <a:ext cx="3854400" cy="2552700"/>
          </a:xfrm>
          <a:prstGeom prst="rect">
            <a:avLst/>
          </a:prstGeom>
          <a:solidFill>
            <a:srgbClr val="FFBB00"/>
          </a:solidFill>
          <a:ln>
            <a:noFill/>
          </a:ln>
          <a:effectLst>
            <a:outerShdw blurRad="165100" sx="101000" rotWithShape="0" algn="tr" dir="7800000" dist="63500" sy="101000">
              <a:srgbClr val="000000">
                <a:alpha val="34117"/>
              </a:srgbClr>
            </a:outerShdw>
          </a:effectLst>
        </p:spPr>
        <p:txBody>
          <a:bodyPr anchorCtr="0" anchor="ctr" bIns="228600" lIns="228600" spcFirstLastPara="1" rIns="228600" wrap="square" tIns="2286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2" name="Google Shape;1012;g3ed88e6a675_2_2271"/>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3" name="Google Shape;1013;g3ed88e6a675_2_2271"/>
          <p:cNvSpPr/>
          <p:nvPr>
            <p:ph idx="4" type="pic"/>
          </p:nvPr>
        </p:nvSpPr>
        <p:spPr>
          <a:xfrm>
            <a:off x="9189245" y="6289673"/>
            <a:ext cx="2883000" cy="431700"/>
          </a:xfrm>
          <a:prstGeom prst="rect">
            <a:avLst/>
          </a:prstGeom>
          <a:noFill/>
          <a:ln>
            <a:noFill/>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Bottom Callout">
  <p:cSld name="Big Image / Bottom Callout">
    <p:spTree>
      <p:nvGrpSpPr>
        <p:cNvPr id="1014" name="Shape 1014"/>
        <p:cNvGrpSpPr/>
        <p:nvPr/>
      </p:nvGrpSpPr>
      <p:grpSpPr>
        <a:xfrm>
          <a:off x="0" y="0"/>
          <a:ext cx="0" cy="0"/>
          <a:chOff x="0" y="0"/>
          <a:chExt cx="0" cy="0"/>
        </a:xfrm>
      </p:grpSpPr>
      <p:sp>
        <p:nvSpPr>
          <p:cNvPr id="1015" name="Google Shape;1015;g3ed88e6a675_2_2277"/>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16" name="Google Shape;1016;g3ed88e6a675_2_2277"/>
          <p:cNvSpPr/>
          <p:nvPr>
            <p:ph idx="2" type="pic"/>
          </p:nvPr>
        </p:nvSpPr>
        <p:spPr>
          <a:xfrm>
            <a:off x="1066797" y="367260"/>
            <a:ext cx="10058400" cy="5238900"/>
          </a:xfrm>
          <a:prstGeom prst="rect">
            <a:avLst/>
          </a:prstGeom>
          <a:noFill/>
          <a:ln>
            <a:noFill/>
          </a:ln>
        </p:spPr>
      </p:sp>
      <p:sp>
        <p:nvSpPr>
          <p:cNvPr id="1017" name="Google Shape;1017;g3ed88e6a675_2_2277"/>
          <p:cNvSpPr txBox="1"/>
          <p:nvPr>
            <p:ph idx="1" type="body"/>
          </p:nvPr>
        </p:nvSpPr>
        <p:spPr>
          <a:xfrm>
            <a:off x="2335744" y="4492152"/>
            <a:ext cx="7520400" cy="1493100"/>
          </a:xfrm>
          <a:prstGeom prst="rect">
            <a:avLst/>
          </a:prstGeom>
          <a:solidFill>
            <a:srgbClr val="FFBB00"/>
          </a:solidFill>
          <a:ln>
            <a:noFill/>
          </a:ln>
          <a:effectLst>
            <a:outerShdw blurRad="139700" sx="101000" rotWithShape="0" algn="br" dir="19860000" dist="38100" sy="101000">
              <a:srgbClr val="000000">
                <a:alpha val="34117"/>
              </a:srgbClr>
            </a:outerShdw>
          </a:effectLst>
        </p:spPr>
        <p:txBody>
          <a:bodyPr anchorCtr="0" anchor="t" bIns="274300" lIns="274300" spcFirstLastPara="1" rIns="274300" wrap="square" tIns="27430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8" name="Google Shape;1018;g3ed88e6a675_2_2277"/>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9" name="Google Shape;1019;g3ed88e6a675_2_2277"/>
          <p:cNvSpPr/>
          <p:nvPr>
            <p:ph idx="4" type="pic"/>
          </p:nvPr>
        </p:nvSpPr>
        <p:spPr>
          <a:xfrm>
            <a:off x="9189245" y="6289673"/>
            <a:ext cx="2883000" cy="431700"/>
          </a:xfrm>
          <a:prstGeom prst="rect">
            <a:avLst/>
          </a:prstGeom>
          <a:noFill/>
          <a:ln>
            <a:noFill/>
          </a:ln>
        </p:spPr>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 Left Callout">
  <p:cSld name="Big Image / Left Callout">
    <p:spTree>
      <p:nvGrpSpPr>
        <p:cNvPr id="1020" name="Shape 1020"/>
        <p:cNvGrpSpPr/>
        <p:nvPr/>
      </p:nvGrpSpPr>
      <p:grpSpPr>
        <a:xfrm>
          <a:off x="0" y="0"/>
          <a:ext cx="0" cy="0"/>
          <a:chOff x="0" y="0"/>
          <a:chExt cx="0" cy="0"/>
        </a:xfrm>
      </p:grpSpPr>
      <p:sp>
        <p:nvSpPr>
          <p:cNvPr id="1021" name="Google Shape;1021;g3ed88e6a675_2_2283"/>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22" name="Google Shape;1022;g3ed88e6a675_2_2283"/>
          <p:cNvSpPr/>
          <p:nvPr>
            <p:ph idx="2" type="pic"/>
          </p:nvPr>
        </p:nvSpPr>
        <p:spPr>
          <a:xfrm>
            <a:off x="1317381" y="766884"/>
            <a:ext cx="9740400" cy="5140800"/>
          </a:xfrm>
          <a:prstGeom prst="rect">
            <a:avLst/>
          </a:prstGeom>
          <a:noFill/>
          <a:ln>
            <a:noFill/>
          </a:ln>
        </p:spPr>
      </p:sp>
      <p:sp>
        <p:nvSpPr>
          <p:cNvPr id="1023" name="Google Shape;1023;g3ed88e6a675_2_2283"/>
          <p:cNvSpPr txBox="1"/>
          <p:nvPr>
            <p:ph idx="1" type="body"/>
          </p:nvPr>
        </p:nvSpPr>
        <p:spPr>
          <a:xfrm>
            <a:off x="609600" y="539750"/>
            <a:ext cx="3225900" cy="2387700"/>
          </a:xfrm>
          <a:prstGeom prst="rect">
            <a:avLst/>
          </a:prstGeom>
          <a:solidFill>
            <a:srgbClr val="FFBB00"/>
          </a:solidFill>
          <a:ln>
            <a:noFill/>
          </a:ln>
          <a:effectLst>
            <a:outerShdw blurRad="139700" sx="101000" rotWithShape="0" algn="tl" dir="2700000" dist="63500" sy="101000">
              <a:srgbClr val="000000">
                <a:alpha val="34117"/>
              </a:srgbClr>
            </a:outerShdw>
          </a:effectLst>
        </p:spPr>
        <p:txBody>
          <a:bodyPr anchorCtr="0" anchor="ctr" bIns="274300" lIns="274300" spcFirstLastPara="1" rIns="274300" wrap="square" tIns="274300">
            <a:normAutofit/>
          </a:bodyPr>
          <a:lstStyle>
            <a:lvl1pPr indent="-228600" lvl="0" marL="457200" algn="l">
              <a:lnSpc>
                <a:spcPct val="10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4" name="Google Shape;1024;g3ed88e6a675_2_2283"/>
          <p:cNvSpPr txBox="1"/>
          <p:nvPr>
            <p:ph idx="3"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5" name="Google Shape;1025;g3ed88e6a675_2_2283"/>
          <p:cNvSpPr/>
          <p:nvPr>
            <p:ph idx="4" type="pic"/>
          </p:nvPr>
        </p:nvSpPr>
        <p:spPr>
          <a:xfrm>
            <a:off x="9189245" y="6289673"/>
            <a:ext cx="2883000" cy="431700"/>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ntent Cols">
  <p:cSld name="Title / 2 Content Cols">
    <p:spTree>
      <p:nvGrpSpPr>
        <p:cNvPr id="1026" name="Shape 1026"/>
        <p:cNvGrpSpPr/>
        <p:nvPr/>
      </p:nvGrpSpPr>
      <p:grpSpPr>
        <a:xfrm>
          <a:off x="0" y="0"/>
          <a:ext cx="0" cy="0"/>
          <a:chOff x="0" y="0"/>
          <a:chExt cx="0" cy="0"/>
        </a:xfrm>
      </p:grpSpPr>
      <p:sp>
        <p:nvSpPr>
          <p:cNvPr id="1027" name="Google Shape;1027;g3ed88e6a675_2_2289"/>
          <p:cNvSpPr txBox="1"/>
          <p:nvPr>
            <p:ph type="title"/>
          </p:nvPr>
        </p:nvSpPr>
        <p:spPr>
          <a:xfrm>
            <a:off x="1066800" y="647699"/>
            <a:ext cx="10058400" cy="596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8" name="Google Shape;1028;g3ed88e6a675_2_2289"/>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29" name="Google Shape;1029;g3ed88e6a675_2_2289"/>
          <p:cNvSpPr txBox="1"/>
          <p:nvPr>
            <p:ph idx="1"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0" name="Google Shape;1030;g3ed88e6a675_2_2289"/>
          <p:cNvSpPr/>
          <p:nvPr>
            <p:ph idx="2" type="pic"/>
          </p:nvPr>
        </p:nvSpPr>
        <p:spPr>
          <a:xfrm>
            <a:off x="9189245" y="6289673"/>
            <a:ext cx="2883000" cy="431700"/>
          </a:xfrm>
          <a:prstGeom prst="rect">
            <a:avLst/>
          </a:prstGeom>
          <a:noFill/>
          <a:ln>
            <a:noFill/>
          </a:ln>
        </p:spPr>
      </p:sp>
      <p:sp>
        <p:nvSpPr>
          <p:cNvPr id="1031" name="Google Shape;1031;g3ed88e6a675_2_2289"/>
          <p:cNvSpPr txBox="1"/>
          <p:nvPr>
            <p:ph idx="3" type="body"/>
          </p:nvPr>
        </p:nvSpPr>
        <p:spPr>
          <a:xfrm>
            <a:off x="1066800" y="1517650"/>
            <a:ext cx="4827600" cy="419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2" name="Google Shape;1032;g3ed88e6a675_2_2289"/>
          <p:cNvSpPr txBox="1"/>
          <p:nvPr>
            <p:ph idx="4" type="body"/>
          </p:nvPr>
        </p:nvSpPr>
        <p:spPr>
          <a:xfrm>
            <a:off x="6296702" y="1517650"/>
            <a:ext cx="4827600" cy="4197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ext">
  <p:cSld name="Quote / Text">
    <p:spTree>
      <p:nvGrpSpPr>
        <p:cNvPr id="1033" name="Shape 1033"/>
        <p:cNvGrpSpPr/>
        <p:nvPr/>
      </p:nvGrpSpPr>
      <p:grpSpPr>
        <a:xfrm>
          <a:off x="0" y="0"/>
          <a:ext cx="0" cy="0"/>
          <a:chOff x="0" y="0"/>
          <a:chExt cx="0" cy="0"/>
        </a:xfrm>
      </p:grpSpPr>
      <p:sp>
        <p:nvSpPr>
          <p:cNvPr id="1034" name="Google Shape;1034;g3ed88e6a675_2_2296"/>
          <p:cNvSpPr/>
          <p:nvPr/>
        </p:nvSpPr>
        <p:spPr>
          <a:xfrm>
            <a:off x="609601" y="0"/>
            <a:ext cx="5486400" cy="6858000"/>
          </a:xfrm>
          <a:prstGeom prst="rect">
            <a:avLst/>
          </a:prstGeom>
          <a:gradFill>
            <a:gsLst>
              <a:gs pos="0">
                <a:srgbClr val="262626"/>
              </a:gs>
              <a:gs pos="44000">
                <a:srgbClr val="3F3F3F"/>
              </a:gs>
              <a:gs pos="100000">
                <a:srgbClr val="7F7F7F"/>
              </a:gs>
            </a:gsLst>
            <a:path path="circle">
              <a:fillToRect b="0%" l="100%" r="0%" t="100%"/>
            </a:path>
            <a:tileRect b="-100%" l="0%" r="-100%" t="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35" name="Google Shape;1035;g3ed88e6a675_2_2296"/>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36" name="Google Shape;1036;g3ed88e6a675_2_2296"/>
          <p:cNvSpPr txBox="1"/>
          <p:nvPr>
            <p:ph type="title"/>
          </p:nvPr>
        </p:nvSpPr>
        <p:spPr>
          <a:xfrm>
            <a:off x="1066801" y="1349625"/>
            <a:ext cx="4578300" cy="3182400"/>
          </a:xfrm>
          <a:prstGeom prst="rect">
            <a:avLst/>
          </a:prstGeom>
          <a:noFill/>
          <a:ln>
            <a:noFill/>
          </a:ln>
        </p:spPr>
        <p:txBody>
          <a:bodyPr anchorCtr="0" anchor="t" bIns="45700" lIns="91425" spcFirstLastPara="1" rIns="91425" wrap="square" tIns="45700">
            <a:normAutofit/>
          </a:bodyPr>
          <a:lstStyle>
            <a:lvl1pPr lvl="0" algn="l">
              <a:lnSpc>
                <a:spcPct val="125000"/>
              </a:lnSpc>
              <a:spcBef>
                <a:spcPts val="0"/>
              </a:spcBef>
              <a:spcAft>
                <a:spcPts val="0"/>
              </a:spcAft>
              <a:buClr>
                <a:srgbClr val="FFBB00"/>
              </a:buClr>
              <a:buSzPts val="2400"/>
              <a:buFont typeface="Proxima Nova"/>
              <a:buNone/>
              <a:defRPr sz="2400">
                <a:solidFill>
                  <a:srgbClr val="FFBB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7" name="Google Shape;1037;g3ed88e6a675_2_2296"/>
          <p:cNvSpPr txBox="1"/>
          <p:nvPr>
            <p:ph idx="1" type="body"/>
          </p:nvPr>
        </p:nvSpPr>
        <p:spPr>
          <a:xfrm>
            <a:off x="6788150" y="1547499"/>
            <a:ext cx="4337100" cy="15123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38" name="Google Shape;1038;g3ed88e6a675_2_2296"/>
          <p:cNvCxnSpPr/>
          <p:nvPr/>
        </p:nvCxnSpPr>
        <p:spPr>
          <a:xfrm>
            <a:off x="1066800" y="894326"/>
            <a:ext cx="798900" cy="0"/>
          </a:xfrm>
          <a:prstGeom prst="straightConnector1">
            <a:avLst/>
          </a:prstGeom>
          <a:noFill/>
          <a:ln cap="flat" cmpd="sng" w="38100">
            <a:solidFill>
              <a:srgbClr val="F2F2F2"/>
            </a:solidFill>
            <a:prstDash val="solid"/>
            <a:miter lim="8000"/>
            <a:headEnd len="sm" w="sm" type="none"/>
            <a:tailEnd len="sm" w="sm" type="none"/>
          </a:ln>
        </p:spPr>
      </p:cxnSp>
      <p:sp>
        <p:nvSpPr>
          <p:cNvPr id="1039" name="Google Shape;1039;g3ed88e6a675_2_2296"/>
          <p:cNvSpPr txBox="1"/>
          <p:nvPr>
            <p:ph idx="2" type="body"/>
          </p:nvPr>
        </p:nvSpPr>
        <p:spPr>
          <a:xfrm>
            <a:off x="1066800" y="4617014"/>
            <a:ext cx="4578300" cy="738300"/>
          </a:xfrm>
          <a:prstGeom prst="rect">
            <a:avLst/>
          </a:prstGeom>
          <a:noFill/>
          <a:ln>
            <a:noFill/>
          </a:ln>
        </p:spPr>
        <p:txBody>
          <a:bodyPr anchorCtr="0" anchor="t" bIns="45700" lIns="91425" spcFirstLastPara="1" rIns="91425" wrap="square" tIns="45700">
            <a:spAutoFit/>
          </a:bodyPr>
          <a:lstStyle>
            <a:lvl1pPr indent="-228600" lvl="0" marL="457200" algn="r">
              <a:lnSpc>
                <a:spcPct val="100000"/>
              </a:lnSpc>
              <a:spcBef>
                <a:spcPts val="0"/>
              </a:spcBef>
              <a:spcAft>
                <a:spcPts val="0"/>
              </a:spcAft>
              <a:buClr>
                <a:schemeClr val="lt1"/>
              </a:buClr>
              <a:buSzPts val="1400"/>
              <a:buNone/>
              <a:defRPr sz="1400">
                <a:solidFill>
                  <a:schemeClr val="lt1"/>
                </a:solidFill>
              </a:defRPr>
            </a:lvl1pPr>
            <a:lvl2pPr indent="-330200" lvl="1" marL="914400" algn="r">
              <a:lnSpc>
                <a:spcPct val="90000"/>
              </a:lnSpc>
              <a:spcBef>
                <a:spcPts val="500"/>
              </a:spcBef>
              <a:spcAft>
                <a:spcPts val="0"/>
              </a:spcAft>
              <a:buSzPts val="1600"/>
              <a:buChar char="▪"/>
              <a:defRPr/>
            </a:lvl2pPr>
            <a:lvl3pPr indent="-279400" lvl="2" marL="1371600" algn="r">
              <a:lnSpc>
                <a:spcPct val="90000"/>
              </a:lnSpc>
              <a:spcBef>
                <a:spcPts val="500"/>
              </a:spcBef>
              <a:spcAft>
                <a:spcPts val="0"/>
              </a:spcAft>
              <a:buSzPts val="800"/>
              <a:buChar char="◆"/>
              <a:defRPr/>
            </a:lvl3pPr>
            <a:lvl4pPr indent="-330200" lvl="3" marL="1828800" algn="r">
              <a:lnSpc>
                <a:spcPct val="90000"/>
              </a:lnSpc>
              <a:spcBef>
                <a:spcPts val="500"/>
              </a:spcBef>
              <a:spcAft>
                <a:spcPts val="0"/>
              </a:spcAft>
              <a:buSzPts val="1600"/>
              <a:buChar char="•"/>
              <a:defRPr/>
            </a:lvl4pPr>
            <a:lvl5pPr indent="-279400" lvl="4" marL="2286000" algn="r">
              <a:lnSpc>
                <a:spcPct val="90000"/>
              </a:lnSpc>
              <a:spcBef>
                <a:spcPts val="500"/>
              </a:spcBef>
              <a:spcAft>
                <a:spcPts val="0"/>
              </a:spcAft>
              <a:buSzPts val="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40" name="Google Shape;1040;g3ed88e6a675_2_2296"/>
          <p:cNvGrpSpPr/>
          <p:nvPr/>
        </p:nvGrpSpPr>
        <p:grpSpPr>
          <a:xfrm>
            <a:off x="609545" y="5508377"/>
            <a:ext cx="1504088" cy="2230135"/>
            <a:chOff x="6213475" y="-204788"/>
            <a:chExt cx="3857625" cy="5719762"/>
          </a:xfrm>
        </p:grpSpPr>
        <p:sp>
          <p:nvSpPr>
            <p:cNvPr id="1041" name="Google Shape;1041;g3ed88e6a675_2_2296"/>
            <p:cNvSpPr/>
            <p:nvPr/>
          </p:nvSpPr>
          <p:spPr>
            <a:xfrm>
              <a:off x="7927975" y="936625"/>
              <a:ext cx="428625" cy="2003425"/>
            </a:xfrm>
            <a:custGeom>
              <a:rect b="b" l="l" r="r" t="t"/>
              <a:pathLst>
                <a:path extrusionOk="0" h="1262" w="270">
                  <a:moveTo>
                    <a:pt x="0" y="0"/>
                  </a:moveTo>
                  <a:lnTo>
                    <a:pt x="0" y="1082"/>
                  </a:lnTo>
                  <a:lnTo>
                    <a:pt x="270" y="1262"/>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2" name="Google Shape;1042;g3ed88e6a675_2_2296"/>
            <p:cNvSpPr/>
            <p:nvPr/>
          </p:nvSpPr>
          <p:spPr>
            <a:xfrm>
              <a:off x="7497763" y="2366962"/>
              <a:ext cx="430213" cy="3148012"/>
            </a:xfrm>
            <a:custGeom>
              <a:rect b="b" l="l" r="r" t="t"/>
              <a:pathLst>
                <a:path extrusionOk="0" h="1983" w="271">
                  <a:moveTo>
                    <a:pt x="0" y="0"/>
                  </a:moveTo>
                  <a:lnTo>
                    <a:pt x="2" y="1801"/>
                  </a:lnTo>
                  <a:lnTo>
                    <a:pt x="271" y="1983"/>
                  </a:lnTo>
                  <a:lnTo>
                    <a:pt x="271" y="181"/>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3" name="Google Shape;1043;g3ed88e6a675_2_2296"/>
            <p:cNvSpPr/>
            <p:nvPr/>
          </p:nvSpPr>
          <p:spPr>
            <a:xfrm>
              <a:off x="6642100" y="1795462"/>
              <a:ext cx="430213" cy="3144837"/>
            </a:xfrm>
            <a:custGeom>
              <a:rect b="b" l="l" r="r" t="t"/>
              <a:pathLst>
                <a:path extrusionOk="0" h="1981" w="271">
                  <a:moveTo>
                    <a:pt x="0" y="0"/>
                  </a:moveTo>
                  <a:lnTo>
                    <a:pt x="0" y="1802"/>
                  </a:lnTo>
                  <a:lnTo>
                    <a:pt x="271" y="1981"/>
                  </a:lnTo>
                  <a:lnTo>
                    <a:pt x="271"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4" name="Google Shape;1044;g3ed88e6a675_2_2296"/>
            <p:cNvSpPr/>
            <p:nvPr/>
          </p:nvSpPr>
          <p:spPr>
            <a:xfrm>
              <a:off x="7072313" y="-204788"/>
              <a:ext cx="425450" cy="2571750"/>
            </a:xfrm>
            <a:custGeom>
              <a:rect b="b" l="l" r="r" t="t"/>
              <a:pathLst>
                <a:path extrusionOk="0" h="1620" w="268">
                  <a:moveTo>
                    <a:pt x="0" y="0"/>
                  </a:moveTo>
                  <a:lnTo>
                    <a:pt x="0" y="0"/>
                  </a:lnTo>
                  <a:lnTo>
                    <a:pt x="0" y="1440"/>
                  </a:lnTo>
                  <a:lnTo>
                    <a:pt x="268" y="1620"/>
                  </a:lnTo>
                  <a:lnTo>
                    <a:pt x="268"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5" name="Google Shape;1045;g3ed88e6a675_2_2296"/>
            <p:cNvSpPr/>
            <p:nvPr/>
          </p:nvSpPr>
          <p:spPr>
            <a:xfrm>
              <a:off x="9642475" y="1509712"/>
              <a:ext cx="428625" cy="2005013"/>
            </a:xfrm>
            <a:custGeom>
              <a:rect b="b" l="l" r="r" t="t"/>
              <a:pathLst>
                <a:path extrusionOk="0" h="1263" w="270">
                  <a:moveTo>
                    <a:pt x="0" y="0"/>
                  </a:moveTo>
                  <a:lnTo>
                    <a:pt x="2" y="1083"/>
                  </a:lnTo>
                  <a:lnTo>
                    <a:pt x="270" y="1263"/>
                  </a:lnTo>
                  <a:lnTo>
                    <a:pt x="270" y="1263"/>
                  </a:lnTo>
                  <a:lnTo>
                    <a:pt x="270" y="1261"/>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6" name="Google Shape;1046;g3ed88e6a675_2_2296"/>
            <p:cNvSpPr/>
            <p:nvPr/>
          </p:nvSpPr>
          <p:spPr>
            <a:xfrm>
              <a:off x="6213475" y="365125"/>
              <a:ext cx="428625" cy="1430338"/>
            </a:xfrm>
            <a:custGeom>
              <a:rect b="b" l="l" r="r" t="t"/>
              <a:pathLst>
                <a:path extrusionOk="0" h="901" w="270">
                  <a:moveTo>
                    <a:pt x="0" y="0"/>
                  </a:moveTo>
                  <a:lnTo>
                    <a:pt x="0" y="721"/>
                  </a:lnTo>
                  <a:lnTo>
                    <a:pt x="270" y="901"/>
                  </a:lnTo>
                  <a:lnTo>
                    <a:pt x="270"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7" name="Google Shape;1047;g3ed88e6a675_2_2296"/>
            <p:cNvSpPr/>
            <p:nvPr/>
          </p:nvSpPr>
          <p:spPr>
            <a:xfrm>
              <a:off x="8786813" y="2654300"/>
              <a:ext cx="425450" cy="857250"/>
            </a:xfrm>
            <a:custGeom>
              <a:rect b="b" l="l" r="r" t="t"/>
              <a:pathLst>
                <a:path extrusionOk="0" h="540" w="268">
                  <a:moveTo>
                    <a:pt x="0" y="0"/>
                  </a:moveTo>
                  <a:lnTo>
                    <a:pt x="0" y="360"/>
                  </a:lnTo>
                  <a:lnTo>
                    <a:pt x="268" y="540"/>
                  </a:lnTo>
                  <a:lnTo>
                    <a:pt x="268" y="540"/>
                  </a:lnTo>
                  <a:lnTo>
                    <a:pt x="268" y="180"/>
                  </a:lnTo>
                  <a:lnTo>
                    <a:pt x="0" y="0"/>
                  </a:lnTo>
                  <a:close/>
                </a:path>
              </a:pathLst>
            </a:custGeom>
            <a:solidFill>
              <a:srgbClr val="FFFFFF">
                <a:alpha val="1176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048" name="Google Shape;1048;g3ed88e6a675_2_2296"/>
          <p:cNvSpPr/>
          <p:nvPr>
            <p:ph idx="3" type="pic"/>
          </p:nvPr>
        </p:nvSpPr>
        <p:spPr>
          <a:xfrm>
            <a:off x="9189245" y="6289673"/>
            <a:ext cx="2883000" cy="431700"/>
          </a:xfrm>
          <a:prstGeom prst="rect">
            <a:avLst/>
          </a:prstGeom>
          <a:noFill/>
          <a:ln>
            <a:noFill/>
          </a:ln>
        </p:spPr>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graphic 4-up">
  <p:cSld name="infographic 4-up">
    <p:spTree>
      <p:nvGrpSpPr>
        <p:cNvPr id="1049" name="Shape 1049"/>
        <p:cNvGrpSpPr/>
        <p:nvPr/>
      </p:nvGrpSpPr>
      <p:grpSpPr>
        <a:xfrm>
          <a:off x="0" y="0"/>
          <a:ext cx="0" cy="0"/>
          <a:chOff x="0" y="0"/>
          <a:chExt cx="0" cy="0"/>
        </a:xfrm>
      </p:grpSpPr>
      <p:sp>
        <p:nvSpPr>
          <p:cNvPr id="1050" name="Google Shape;1050;g3ed88e6a675_2_2312"/>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51" name="Google Shape;1051;g3ed88e6a675_2_2312"/>
          <p:cNvSpPr txBox="1"/>
          <p:nvPr>
            <p:ph idx="1" type="body"/>
          </p:nvPr>
        </p:nvSpPr>
        <p:spPr>
          <a:xfrm>
            <a:off x="1068498" y="1863545"/>
            <a:ext cx="2220600" cy="1371600"/>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2" name="Google Shape;1052;g3ed88e6a675_2_2312"/>
          <p:cNvSpPr txBox="1"/>
          <p:nvPr>
            <p:ph idx="2" type="body"/>
          </p:nvPr>
        </p:nvSpPr>
        <p:spPr>
          <a:xfrm>
            <a:off x="3633863" y="1873978"/>
            <a:ext cx="2203200" cy="1361100"/>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3" name="Google Shape;1053;g3ed88e6a675_2_2312"/>
          <p:cNvSpPr txBox="1"/>
          <p:nvPr>
            <p:ph idx="3" type="body"/>
          </p:nvPr>
        </p:nvSpPr>
        <p:spPr>
          <a:xfrm>
            <a:off x="6222383" y="1867882"/>
            <a:ext cx="2218200" cy="1371600"/>
          </a:xfrm>
          <a:prstGeom prst="rect">
            <a:avLst/>
          </a:prstGeom>
          <a:noFill/>
          <a:ln>
            <a:noFill/>
          </a:ln>
        </p:spPr>
        <p:txBody>
          <a:bodyPr anchorCtr="0" anchor="b" bIns="0" lIns="91425" spcFirstLastPara="1" rIns="91425" wrap="square" tIns="0">
            <a:norm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4" name="Google Shape;1054;g3ed88e6a675_2_2312"/>
          <p:cNvSpPr txBox="1"/>
          <p:nvPr>
            <p:ph idx="4" type="body"/>
          </p:nvPr>
        </p:nvSpPr>
        <p:spPr>
          <a:xfrm>
            <a:off x="8907143" y="1869641"/>
            <a:ext cx="2218200" cy="1371600"/>
          </a:xfrm>
          <a:prstGeom prst="rect">
            <a:avLst/>
          </a:prstGeom>
          <a:noFill/>
          <a:ln>
            <a:noFill/>
          </a:ln>
        </p:spPr>
        <p:txBody>
          <a:bodyPr anchorCtr="0" anchor="b" bIns="0" lIns="91425" spcFirstLastPara="1" rIns="91425" wrap="square" tIns="0">
            <a:noAutofit/>
          </a:bodyPr>
          <a:lstStyle>
            <a:lvl1pPr indent="-228600" lvl="0" marL="457200" algn="l">
              <a:lnSpc>
                <a:spcPct val="100000"/>
              </a:lnSpc>
              <a:spcBef>
                <a:spcPts val="0"/>
              </a:spcBef>
              <a:spcAft>
                <a:spcPts val="0"/>
              </a:spcAft>
              <a:buClr>
                <a:srgbClr val="FFBB00"/>
              </a:buClr>
              <a:buSzPts val="7200"/>
              <a:buNone/>
              <a:defRPr sz="7200">
                <a:solidFill>
                  <a:srgbClr val="FFBB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5" name="Google Shape;1055;g3ed88e6a675_2_2312"/>
          <p:cNvSpPr txBox="1"/>
          <p:nvPr>
            <p:ph idx="5" type="body"/>
          </p:nvPr>
        </p:nvSpPr>
        <p:spPr>
          <a:xfrm>
            <a:off x="1069397" y="3235145"/>
            <a:ext cx="2219700" cy="427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6" name="Google Shape;1056;g3ed88e6a675_2_2312"/>
          <p:cNvSpPr txBox="1"/>
          <p:nvPr>
            <p:ph idx="6" type="body"/>
          </p:nvPr>
        </p:nvSpPr>
        <p:spPr>
          <a:xfrm>
            <a:off x="1066801" y="3684097"/>
            <a:ext cx="2218200" cy="2769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7" name="Google Shape;1057;g3ed88e6a675_2_2312"/>
          <p:cNvSpPr txBox="1"/>
          <p:nvPr>
            <p:ph idx="7" type="body"/>
          </p:nvPr>
        </p:nvSpPr>
        <p:spPr>
          <a:xfrm>
            <a:off x="3621614" y="3235145"/>
            <a:ext cx="2219700" cy="427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8" name="Google Shape;1058;g3ed88e6a675_2_2312"/>
          <p:cNvSpPr txBox="1"/>
          <p:nvPr>
            <p:ph idx="8" type="body"/>
          </p:nvPr>
        </p:nvSpPr>
        <p:spPr>
          <a:xfrm>
            <a:off x="3619018" y="3684097"/>
            <a:ext cx="2218200" cy="2769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9" name="Google Shape;1059;g3ed88e6a675_2_2312"/>
          <p:cNvSpPr txBox="1"/>
          <p:nvPr>
            <p:ph idx="9" type="body"/>
          </p:nvPr>
        </p:nvSpPr>
        <p:spPr>
          <a:xfrm>
            <a:off x="6225918" y="3235145"/>
            <a:ext cx="2219700" cy="427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0" name="Google Shape;1060;g3ed88e6a675_2_2312"/>
          <p:cNvSpPr txBox="1"/>
          <p:nvPr>
            <p:ph idx="13" type="body"/>
          </p:nvPr>
        </p:nvSpPr>
        <p:spPr>
          <a:xfrm>
            <a:off x="6223322" y="3684097"/>
            <a:ext cx="2218200" cy="2769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1" name="Google Shape;1061;g3ed88e6a675_2_2312"/>
          <p:cNvSpPr txBox="1"/>
          <p:nvPr>
            <p:ph idx="14" type="body"/>
          </p:nvPr>
        </p:nvSpPr>
        <p:spPr>
          <a:xfrm>
            <a:off x="8896018" y="3235145"/>
            <a:ext cx="2219700" cy="427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2" name="Google Shape;1062;g3ed88e6a675_2_2312"/>
          <p:cNvSpPr txBox="1"/>
          <p:nvPr>
            <p:ph idx="15" type="body"/>
          </p:nvPr>
        </p:nvSpPr>
        <p:spPr>
          <a:xfrm>
            <a:off x="8893422" y="3684097"/>
            <a:ext cx="2218200" cy="2769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3" name="Google Shape;1063;g3ed88e6a675_2_2312"/>
          <p:cNvSpPr txBox="1"/>
          <p:nvPr>
            <p:ph idx="16"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4" name="Google Shape;1064;g3ed88e6a675_2_2312"/>
          <p:cNvSpPr txBox="1"/>
          <p:nvPr>
            <p:ph type="title"/>
          </p:nvPr>
        </p:nvSpPr>
        <p:spPr>
          <a:xfrm>
            <a:off x="1066800" y="647700"/>
            <a:ext cx="10058400" cy="585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5" name="Google Shape;1065;g3ed88e6a675_2_2312"/>
          <p:cNvSpPr/>
          <p:nvPr>
            <p:ph idx="17" type="pic"/>
          </p:nvPr>
        </p:nvSpPr>
        <p:spPr>
          <a:xfrm>
            <a:off x="9189245" y="6289673"/>
            <a:ext cx="2883000" cy="431700"/>
          </a:xfrm>
          <a:prstGeom prst="rect">
            <a:avLst/>
          </a:prstGeom>
          <a:noFill/>
          <a:ln>
            <a:noFill/>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up">
  <p:cSld name="Team 4-up">
    <p:spTree>
      <p:nvGrpSpPr>
        <p:cNvPr id="1066" name="Shape 1066"/>
        <p:cNvGrpSpPr/>
        <p:nvPr/>
      </p:nvGrpSpPr>
      <p:grpSpPr>
        <a:xfrm>
          <a:off x="0" y="0"/>
          <a:ext cx="0" cy="0"/>
          <a:chOff x="0" y="0"/>
          <a:chExt cx="0" cy="0"/>
        </a:xfrm>
      </p:grpSpPr>
      <p:sp>
        <p:nvSpPr>
          <p:cNvPr id="1067" name="Google Shape;1067;g3ed88e6a675_2_2329"/>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68" name="Google Shape;1068;g3ed88e6a675_2_2329"/>
          <p:cNvSpPr txBox="1"/>
          <p:nvPr>
            <p:ph idx="1" type="body"/>
          </p:nvPr>
        </p:nvSpPr>
        <p:spPr>
          <a:xfrm>
            <a:off x="1076822" y="3577256"/>
            <a:ext cx="2219700" cy="2769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9" name="Google Shape;1069;g3ed88e6a675_2_2329"/>
          <p:cNvSpPr txBox="1"/>
          <p:nvPr>
            <p:ph idx="2" type="body"/>
          </p:nvPr>
        </p:nvSpPr>
        <p:spPr>
          <a:xfrm>
            <a:off x="1077599" y="4418281"/>
            <a:ext cx="2218200" cy="27690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0" name="Google Shape;1070;g3ed88e6a675_2_2329"/>
          <p:cNvSpPr/>
          <p:nvPr>
            <p:ph idx="3" type="pic"/>
          </p:nvPr>
        </p:nvSpPr>
        <p:spPr>
          <a:xfrm>
            <a:off x="1386527" y="1828799"/>
            <a:ext cx="1600200" cy="1600200"/>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1071" name="Google Shape;1071;g3ed88e6a675_2_2329"/>
          <p:cNvSpPr txBox="1"/>
          <p:nvPr>
            <p:ph idx="4" type="body"/>
          </p:nvPr>
        </p:nvSpPr>
        <p:spPr>
          <a:xfrm>
            <a:off x="1078552" y="3853481"/>
            <a:ext cx="2216100" cy="2682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2" name="Google Shape;1072;g3ed88e6a675_2_2329"/>
          <p:cNvSpPr txBox="1"/>
          <p:nvPr>
            <p:ph idx="5" type="body"/>
          </p:nvPr>
        </p:nvSpPr>
        <p:spPr>
          <a:xfrm>
            <a:off x="3684060" y="3577256"/>
            <a:ext cx="2219700" cy="2769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3" name="Google Shape;1073;g3ed88e6a675_2_2329"/>
          <p:cNvSpPr txBox="1"/>
          <p:nvPr>
            <p:ph idx="6" type="body"/>
          </p:nvPr>
        </p:nvSpPr>
        <p:spPr>
          <a:xfrm>
            <a:off x="3684837" y="4418281"/>
            <a:ext cx="2218200" cy="27690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4" name="Google Shape;1074;g3ed88e6a675_2_2329"/>
          <p:cNvSpPr txBox="1"/>
          <p:nvPr>
            <p:ph idx="7" type="body"/>
          </p:nvPr>
        </p:nvSpPr>
        <p:spPr>
          <a:xfrm>
            <a:off x="3685790" y="3853481"/>
            <a:ext cx="2216100" cy="2682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5" name="Google Shape;1075;g3ed88e6a675_2_2329"/>
          <p:cNvSpPr txBox="1"/>
          <p:nvPr>
            <p:ph idx="8" type="body"/>
          </p:nvPr>
        </p:nvSpPr>
        <p:spPr>
          <a:xfrm>
            <a:off x="6325228" y="3577256"/>
            <a:ext cx="2219700" cy="2769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6" name="Google Shape;1076;g3ed88e6a675_2_2329"/>
          <p:cNvSpPr txBox="1"/>
          <p:nvPr>
            <p:ph idx="9" type="body"/>
          </p:nvPr>
        </p:nvSpPr>
        <p:spPr>
          <a:xfrm>
            <a:off x="6326005" y="4418281"/>
            <a:ext cx="2218200" cy="27690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7" name="Google Shape;1077;g3ed88e6a675_2_2329"/>
          <p:cNvSpPr txBox="1"/>
          <p:nvPr>
            <p:ph idx="13" type="body"/>
          </p:nvPr>
        </p:nvSpPr>
        <p:spPr>
          <a:xfrm>
            <a:off x="6326958" y="3853481"/>
            <a:ext cx="2216100" cy="2682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8" name="Google Shape;1078;g3ed88e6a675_2_2329"/>
          <p:cNvSpPr txBox="1"/>
          <p:nvPr>
            <p:ph idx="14" type="body"/>
          </p:nvPr>
        </p:nvSpPr>
        <p:spPr>
          <a:xfrm>
            <a:off x="8905589" y="3577256"/>
            <a:ext cx="2219700" cy="2769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Clr>
                <a:schemeClr val="dk1"/>
              </a:buClr>
              <a:buSzPts val="1400"/>
              <a:buNone/>
              <a:defRPr b="1" sz="1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9" name="Google Shape;1079;g3ed88e6a675_2_2329"/>
          <p:cNvSpPr txBox="1"/>
          <p:nvPr>
            <p:ph idx="15" type="body"/>
          </p:nvPr>
        </p:nvSpPr>
        <p:spPr>
          <a:xfrm>
            <a:off x="8906366" y="4418281"/>
            <a:ext cx="2218200" cy="276900"/>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0" name="Google Shape;1080;g3ed88e6a675_2_2329"/>
          <p:cNvSpPr txBox="1"/>
          <p:nvPr>
            <p:ph idx="16" type="body"/>
          </p:nvPr>
        </p:nvSpPr>
        <p:spPr>
          <a:xfrm>
            <a:off x="8907319" y="3853481"/>
            <a:ext cx="2216100" cy="2682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rgbClr val="CC9900"/>
              </a:buClr>
              <a:buSzPts val="1000"/>
              <a:buNone/>
              <a:defRPr b="1" sz="10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1" name="Google Shape;1081;g3ed88e6a675_2_2329"/>
          <p:cNvSpPr txBox="1"/>
          <p:nvPr>
            <p:ph idx="17"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2" name="Google Shape;1082;g3ed88e6a675_2_2329"/>
          <p:cNvSpPr txBox="1"/>
          <p:nvPr>
            <p:ph type="title"/>
          </p:nvPr>
        </p:nvSpPr>
        <p:spPr>
          <a:xfrm>
            <a:off x="1066800" y="647700"/>
            <a:ext cx="10058400" cy="585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Proxima Nova"/>
              <a:buNone/>
              <a:defRPr b="1" sz="3600">
                <a:solidFill>
                  <a:schemeClr val="dk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3" name="Google Shape;1083;g3ed88e6a675_2_2329"/>
          <p:cNvSpPr/>
          <p:nvPr>
            <p:ph idx="18" type="pic"/>
          </p:nvPr>
        </p:nvSpPr>
        <p:spPr>
          <a:xfrm>
            <a:off x="9189245" y="6289673"/>
            <a:ext cx="2883000" cy="431700"/>
          </a:xfrm>
          <a:prstGeom prst="rect">
            <a:avLst/>
          </a:prstGeom>
          <a:noFill/>
          <a:ln>
            <a:noFill/>
          </a:ln>
        </p:spPr>
      </p:sp>
      <p:sp>
        <p:nvSpPr>
          <p:cNvPr id="1084" name="Google Shape;1084;g3ed88e6a675_2_2329"/>
          <p:cNvSpPr/>
          <p:nvPr>
            <p:ph idx="19" type="pic"/>
          </p:nvPr>
        </p:nvSpPr>
        <p:spPr>
          <a:xfrm>
            <a:off x="3957341" y="1828799"/>
            <a:ext cx="1600200" cy="1600200"/>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1085" name="Google Shape;1085;g3ed88e6a675_2_2329"/>
          <p:cNvSpPr/>
          <p:nvPr>
            <p:ph idx="20" type="pic"/>
          </p:nvPr>
        </p:nvSpPr>
        <p:spPr>
          <a:xfrm>
            <a:off x="6618095" y="1828799"/>
            <a:ext cx="1600200" cy="1600200"/>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1086" name="Google Shape;1086;g3ed88e6a675_2_2329"/>
          <p:cNvSpPr/>
          <p:nvPr>
            <p:ph idx="21" type="pic"/>
          </p:nvPr>
        </p:nvSpPr>
        <p:spPr>
          <a:xfrm>
            <a:off x="9173918" y="1828799"/>
            <a:ext cx="1600200" cy="1600200"/>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file / Contact">
  <p:cSld name="Profile / Contact">
    <p:spTree>
      <p:nvGrpSpPr>
        <p:cNvPr id="1087" name="Shape 1087"/>
        <p:cNvGrpSpPr/>
        <p:nvPr/>
      </p:nvGrpSpPr>
      <p:grpSpPr>
        <a:xfrm>
          <a:off x="0" y="0"/>
          <a:ext cx="0" cy="0"/>
          <a:chOff x="0" y="0"/>
          <a:chExt cx="0" cy="0"/>
        </a:xfrm>
      </p:grpSpPr>
      <p:sp>
        <p:nvSpPr>
          <p:cNvPr id="1088" name="Google Shape;1088;g3ed88e6a675_2_2350"/>
          <p:cNvSpPr/>
          <p:nvPr>
            <p:ph idx="2" type="pic"/>
          </p:nvPr>
        </p:nvSpPr>
        <p:spPr>
          <a:xfrm>
            <a:off x="1022905" y="1216667"/>
            <a:ext cx="3375900" cy="4232400"/>
          </a:xfrm>
          <a:prstGeom prst="snip2DiagRect">
            <a:avLst>
              <a:gd fmla="val 0" name="adj1"/>
              <a:gd fmla="val 16667" name="adj2"/>
            </a:avLst>
          </a:prstGeom>
          <a:noFill/>
          <a:ln cap="flat" cmpd="sng" w="38100">
            <a:solidFill>
              <a:srgbClr val="FFBB00"/>
            </a:solidFill>
            <a:prstDash val="solid"/>
            <a:round/>
            <a:headEnd len="sm" w="sm" type="none"/>
            <a:tailEnd len="sm" w="sm" type="none"/>
          </a:ln>
        </p:spPr>
      </p:sp>
      <p:sp>
        <p:nvSpPr>
          <p:cNvPr id="1089" name="Google Shape;1089;g3ed88e6a675_2_2350"/>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1090" name="Google Shape;1090;g3ed88e6a675_2_2350"/>
          <p:cNvSpPr txBox="1"/>
          <p:nvPr>
            <p:ph idx="1" type="body"/>
          </p:nvPr>
        </p:nvSpPr>
        <p:spPr>
          <a:xfrm>
            <a:off x="4936012" y="2045380"/>
            <a:ext cx="6501600" cy="44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1" sz="24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1" name="Google Shape;1091;g3ed88e6a675_2_2350"/>
          <p:cNvSpPr txBox="1"/>
          <p:nvPr>
            <p:ph idx="3" type="body"/>
          </p:nvPr>
        </p:nvSpPr>
        <p:spPr>
          <a:xfrm>
            <a:off x="4927480" y="2878858"/>
            <a:ext cx="3047400" cy="2570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2" name="Google Shape;1092;g3ed88e6a675_2_2350"/>
          <p:cNvSpPr txBox="1"/>
          <p:nvPr>
            <p:ph idx="4" type="body"/>
          </p:nvPr>
        </p:nvSpPr>
        <p:spPr>
          <a:xfrm>
            <a:off x="4936012" y="2522347"/>
            <a:ext cx="6489000" cy="2769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rgbClr val="CC9900"/>
              </a:buClr>
              <a:buSzPts val="1200"/>
              <a:buNone/>
              <a:defRPr b="0" sz="1200">
                <a:solidFill>
                  <a:srgbClr val="CC9900"/>
                </a:solidFill>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3" name="Google Shape;1093;g3ed88e6a675_2_2350"/>
          <p:cNvSpPr txBox="1"/>
          <p:nvPr/>
        </p:nvSpPr>
        <p:spPr>
          <a:xfrm>
            <a:off x="4948538" y="1544223"/>
            <a:ext cx="2567100" cy="523200"/>
          </a:xfrm>
          <a:prstGeom prst="rect">
            <a:avLst/>
          </a:prstGeom>
          <a:noFill/>
          <a:ln>
            <a:noFill/>
          </a:ln>
        </p:spPr>
        <p:txBody>
          <a:bodyPr anchorCtr="0" anchor="b"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9900"/>
                </a:solidFill>
                <a:latin typeface="Proxima Nova"/>
                <a:ea typeface="Proxima Nova"/>
                <a:cs typeface="Proxima Nova"/>
                <a:sym typeface="Proxima Nova"/>
              </a:rPr>
              <a:t>Meet</a:t>
            </a:r>
            <a:endParaRPr b="0" i="0" sz="1400" u="none" cap="none" strike="noStrike">
              <a:solidFill>
                <a:srgbClr val="000000"/>
              </a:solidFill>
              <a:latin typeface="Arial"/>
              <a:ea typeface="Arial"/>
              <a:cs typeface="Arial"/>
              <a:sym typeface="Arial"/>
            </a:endParaRPr>
          </a:p>
        </p:txBody>
      </p:sp>
      <p:sp>
        <p:nvSpPr>
          <p:cNvPr id="1094" name="Google Shape;1094;g3ed88e6a675_2_2350"/>
          <p:cNvSpPr txBox="1"/>
          <p:nvPr>
            <p:ph idx="5" type="body"/>
          </p:nvPr>
        </p:nvSpPr>
        <p:spPr>
          <a:xfrm>
            <a:off x="8722964" y="3585734"/>
            <a:ext cx="2689500" cy="589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200"/>
              <a:buNone/>
              <a:defRPr sz="12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5" name="Google Shape;1095;g3ed88e6a675_2_2350"/>
          <p:cNvSpPr txBox="1"/>
          <p:nvPr>
            <p:ph idx="6" type="body"/>
          </p:nvPr>
        </p:nvSpPr>
        <p:spPr>
          <a:xfrm>
            <a:off x="8950242" y="4330031"/>
            <a:ext cx="2474700" cy="2463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6" name="Google Shape;1096;g3ed88e6a675_2_2350"/>
          <p:cNvSpPr txBox="1"/>
          <p:nvPr>
            <p:ph idx="7" type="body"/>
          </p:nvPr>
        </p:nvSpPr>
        <p:spPr>
          <a:xfrm>
            <a:off x="8950242" y="4630656"/>
            <a:ext cx="2474700" cy="2463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7" name="Google Shape;1097;g3ed88e6a675_2_2350"/>
          <p:cNvSpPr txBox="1"/>
          <p:nvPr>
            <p:ph idx="8" type="body"/>
          </p:nvPr>
        </p:nvSpPr>
        <p:spPr>
          <a:xfrm>
            <a:off x="8950242" y="4950070"/>
            <a:ext cx="2474700" cy="2463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1000"/>
              </a:spcBef>
              <a:spcAft>
                <a:spcPts val="0"/>
              </a:spcAft>
              <a:buClr>
                <a:schemeClr val="dk1"/>
              </a:buClr>
              <a:buSzPts val="1000"/>
              <a:buNone/>
              <a:defRPr sz="1000">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98" name="Google Shape;1098;g3ed88e6a675_2_2350"/>
          <p:cNvPicPr preferRelativeResize="0"/>
          <p:nvPr/>
        </p:nvPicPr>
        <p:blipFill rotWithShape="1">
          <a:blip r:embed="rId2">
            <a:alphaModFix/>
          </a:blip>
          <a:srcRect b="0" l="0" r="0" t="0"/>
          <a:stretch/>
        </p:blipFill>
        <p:spPr>
          <a:xfrm>
            <a:off x="8722964" y="4366441"/>
            <a:ext cx="182880" cy="182880"/>
          </a:xfrm>
          <a:prstGeom prst="rect">
            <a:avLst/>
          </a:prstGeom>
          <a:noFill/>
          <a:ln>
            <a:noFill/>
          </a:ln>
        </p:spPr>
      </p:pic>
      <p:pic>
        <p:nvPicPr>
          <p:cNvPr id="1099" name="Google Shape;1099;g3ed88e6a675_2_2350"/>
          <p:cNvPicPr preferRelativeResize="0"/>
          <p:nvPr/>
        </p:nvPicPr>
        <p:blipFill rotWithShape="1">
          <a:blip r:embed="rId3">
            <a:alphaModFix/>
          </a:blip>
          <a:srcRect b="0" l="0" r="0" t="0"/>
          <a:stretch/>
        </p:blipFill>
        <p:spPr>
          <a:xfrm>
            <a:off x="8722964" y="4685855"/>
            <a:ext cx="182880" cy="182880"/>
          </a:xfrm>
          <a:prstGeom prst="rect">
            <a:avLst/>
          </a:prstGeom>
          <a:noFill/>
          <a:ln>
            <a:noFill/>
          </a:ln>
        </p:spPr>
      </p:pic>
      <p:pic>
        <p:nvPicPr>
          <p:cNvPr id="1100" name="Google Shape;1100;g3ed88e6a675_2_2350"/>
          <p:cNvPicPr preferRelativeResize="0"/>
          <p:nvPr/>
        </p:nvPicPr>
        <p:blipFill rotWithShape="1">
          <a:blip r:embed="rId4">
            <a:alphaModFix/>
          </a:blip>
          <a:srcRect b="0" l="0" r="0" t="0"/>
          <a:stretch/>
        </p:blipFill>
        <p:spPr>
          <a:xfrm>
            <a:off x="8722964" y="4986479"/>
            <a:ext cx="182880" cy="182880"/>
          </a:xfrm>
          <a:prstGeom prst="rect">
            <a:avLst/>
          </a:prstGeom>
          <a:noFill/>
          <a:ln>
            <a:noFill/>
          </a:ln>
        </p:spPr>
      </p:pic>
      <p:sp>
        <p:nvSpPr>
          <p:cNvPr id="1101" name="Google Shape;1101;g3ed88e6a675_2_2350"/>
          <p:cNvSpPr txBox="1"/>
          <p:nvPr>
            <p:ph idx="9" type="body"/>
          </p:nvPr>
        </p:nvSpPr>
        <p:spPr>
          <a:xfrm>
            <a:off x="494354" y="6356349"/>
            <a:ext cx="4433100" cy="3651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Clr>
                <a:srgbClr val="7F7F7F"/>
              </a:buClr>
              <a:buSzPts val="1000"/>
              <a:buNone/>
              <a:defRPr sz="1000">
                <a:solidFill>
                  <a:srgbClr val="7F7F7F"/>
                </a:solidFill>
                <a:latin typeface="Proxima Nova"/>
                <a:ea typeface="Proxima Nova"/>
                <a:cs typeface="Proxima Nova"/>
                <a:sym typeface="Proxima Nova"/>
              </a:defRPr>
            </a:lvl1pPr>
            <a:lvl2pPr indent="-342900" lvl="1" marL="914400" algn="l">
              <a:lnSpc>
                <a:spcPct val="90000"/>
              </a:lnSpc>
              <a:spcBef>
                <a:spcPts val="500"/>
              </a:spcBef>
              <a:spcAft>
                <a:spcPts val="0"/>
              </a:spcAft>
              <a:buSzPts val="1800"/>
              <a:buChar char="▪"/>
              <a:defRPr/>
            </a:lvl2pPr>
            <a:lvl3pPr indent="-285750" lvl="2" marL="1371600" algn="l">
              <a:lnSpc>
                <a:spcPct val="90000"/>
              </a:lnSpc>
              <a:spcBef>
                <a:spcPts val="500"/>
              </a:spcBef>
              <a:spcAft>
                <a:spcPts val="0"/>
              </a:spcAft>
              <a:buSzPts val="900"/>
              <a:buChar char="◆"/>
              <a:defRPr/>
            </a:lvl3pPr>
            <a:lvl4pPr indent="-342900" lvl="3" marL="1828800" algn="l">
              <a:lnSpc>
                <a:spcPct val="90000"/>
              </a:lnSpc>
              <a:spcBef>
                <a:spcPts val="500"/>
              </a:spcBef>
              <a:spcAft>
                <a:spcPts val="0"/>
              </a:spcAft>
              <a:buSzPts val="1800"/>
              <a:buChar char="•"/>
              <a:defRPr/>
            </a:lvl4pPr>
            <a:lvl5pPr indent="-285750" lvl="4" marL="2286000" algn="l">
              <a:lnSpc>
                <a:spcPct val="90000"/>
              </a:lnSpc>
              <a:spcBef>
                <a:spcPts val="500"/>
              </a:spcBef>
              <a:spcAft>
                <a:spcPts val="0"/>
              </a:spcAft>
              <a:buSzPts val="9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2" name="Google Shape;1102;g3ed88e6a675_2_2350"/>
          <p:cNvSpPr/>
          <p:nvPr>
            <p:ph idx="13" type="pic"/>
          </p:nvPr>
        </p:nvSpPr>
        <p:spPr>
          <a:xfrm>
            <a:off x="9189245" y="6289673"/>
            <a:ext cx="2883000" cy="4317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2.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4" Type="http://schemas.openxmlformats.org/officeDocument/2006/relationships/slideLayout" Target="../slideLayouts/slideLayout26.xml"/><Relationship Id="rId23" Type="http://schemas.openxmlformats.org/officeDocument/2006/relationships/slideLayout" Target="../slideLayouts/slideLayout25.xml"/><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25" Type="http://schemas.openxmlformats.org/officeDocument/2006/relationships/theme" Target="../theme/theme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9" Type="http://schemas.openxmlformats.org/officeDocument/2006/relationships/slideLayout" Target="../slideLayouts/slideLayout21.xml"/><Relationship Id="rId1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66.xml"/><Relationship Id="rId20" Type="http://schemas.openxmlformats.org/officeDocument/2006/relationships/slideLayout" Target="../slideLayouts/slideLayout46.xml"/><Relationship Id="rId42" Type="http://schemas.openxmlformats.org/officeDocument/2006/relationships/slideLayout" Target="../slideLayouts/slideLayout68.xml"/><Relationship Id="rId41" Type="http://schemas.openxmlformats.org/officeDocument/2006/relationships/slideLayout" Target="../slideLayouts/slideLayout67.xml"/><Relationship Id="rId22" Type="http://schemas.openxmlformats.org/officeDocument/2006/relationships/slideLayout" Target="../slideLayouts/slideLayout48.xml"/><Relationship Id="rId44" Type="http://schemas.openxmlformats.org/officeDocument/2006/relationships/slideLayout" Target="../slideLayouts/slideLayout70.xml"/><Relationship Id="rId21" Type="http://schemas.openxmlformats.org/officeDocument/2006/relationships/slideLayout" Target="../slideLayouts/slideLayout47.xml"/><Relationship Id="rId43" Type="http://schemas.openxmlformats.org/officeDocument/2006/relationships/slideLayout" Target="../slideLayouts/slideLayout69.xml"/><Relationship Id="rId24" Type="http://schemas.openxmlformats.org/officeDocument/2006/relationships/slideLayout" Target="../slideLayouts/slideLayout50.xml"/><Relationship Id="rId46" Type="http://schemas.openxmlformats.org/officeDocument/2006/relationships/slideLayout" Target="../slideLayouts/slideLayout72.xml"/><Relationship Id="rId23" Type="http://schemas.openxmlformats.org/officeDocument/2006/relationships/slideLayout" Target="../slideLayouts/slideLayout49.xml"/><Relationship Id="rId45" Type="http://schemas.openxmlformats.org/officeDocument/2006/relationships/slideLayout" Target="../slideLayouts/slideLayout71.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26" Type="http://schemas.openxmlformats.org/officeDocument/2006/relationships/slideLayout" Target="../slideLayouts/slideLayout52.xml"/><Relationship Id="rId25" Type="http://schemas.openxmlformats.org/officeDocument/2006/relationships/slideLayout" Target="../slideLayouts/slideLayout51.xml"/><Relationship Id="rId47" Type="http://schemas.openxmlformats.org/officeDocument/2006/relationships/theme" Target="../theme/theme5.xml"/><Relationship Id="rId28" Type="http://schemas.openxmlformats.org/officeDocument/2006/relationships/slideLayout" Target="../slideLayouts/slideLayout54.xml"/><Relationship Id="rId27" Type="http://schemas.openxmlformats.org/officeDocument/2006/relationships/slideLayout" Target="../slideLayouts/slideLayout53.xml"/><Relationship Id="rId5" Type="http://schemas.openxmlformats.org/officeDocument/2006/relationships/slideLayout" Target="../slideLayouts/slideLayout31.xml"/><Relationship Id="rId6" Type="http://schemas.openxmlformats.org/officeDocument/2006/relationships/slideLayout" Target="../slideLayouts/slideLayout32.xml"/><Relationship Id="rId29" Type="http://schemas.openxmlformats.org/officeDocument/2006/relationships/slideLayout" Target="../slideLayouts/slideLayout55.xml"/><Relationship Id="rId7" Type="http://schemas.openxmlformats.org/officeDocument/2006/relationships/slideLayout" Target="../slideLayouts/slideLayout33.xml"/><Relationship Id="rId8" Type="http://schemas.openxmlformats.org/officeDocument/2006/relationships/slideLayout" Target="../slideLayouts/slideLayout34.xml"/><Relationship Id="rId31" Type="http://schemas.openxmlformats.org/officeDocument/2006/relationships/slideLayout" Target="../slideLayouts/slideLayout57.xml"/><Relationship Id="rId30" Type="http://schemas.openxmlformats.org/officeDocument/2006/relationships/slideLayout" Target="../slideLayouts/slideLayout56.xml"/><Relationship Id="rId11" Type="http://schemas.openxmlformats.org/officeDocument/2006/relationships/slideLayout" Target="../slideLayouts/slideLayout37.xml"/><Relationship Id="rId33" Type="http://schemas.openxmlformats.org/officeDocument/2006/relationships/slideLayout" Target="../slideLayouts/slideLayout59.xml"/><Relationship Id="rId10" Type="http://schemas.openxmlformats.org/officeDocument/2006/relationships/slideLayout" Target="../slideLayouts/slideLayout36.xml"/><Relationship Id="rId32" Type="http://schemas.openxmlformats.org/officeDocument/2006/relationships/slideLayout" Target="../slideLayouts/slideLayout58.xml"/><Relationship Id="rId13" Type="http://schemas.openxmlformats.org/officeDocument/2006/relationships/slideLayout" Target="../slideLayouts/slideLayout39.xml"/><Relationship Id="rId35" Type="http://schemas.openxmlformats.org/officeDocument/2006/relationships/slideLayout" Target="../slideLayouts/slideLayout61.xml"/><Relationship Id="rId12" Type="http://schemas.openxmlformats.org/officeDocument/2006/relationships/slideLayout" Target="../slideLayouts/slideLayout38.xml"/><Relationship Id="rId34" Type="http://schemas.openxmlformats.org/officeDocument/2006/relationships/slideLayout" Target="../slideLayouts/slideLayout60.xml"/><Relationship Id="rId15" Type="http://schemas.openxmlformats.org/officeDocument/2006/relationships/slideLayout" Target="../slideLayouts/slideLayout41.xml"/><Relationship Id="rId37" Type="http://schemas.openxmlformats.org/officeDocument/2006/relationships/slideLayout" Target="../slideLayouts/slideLayout63.xml"/><Relationship Id="rId14" Type="http://schemas.openxmlformats.org/officeDocument/2006/relationships/slideLayout" Target="../slideLayouts/slideLayout40.xml"/><Relationship Id="rId36" Type="http://schemas.openxmlformats.org/officeDocument/2006/relationships/slideLayout" Target="../slideLayouts/slideLayout62.xml"/><Relationship Id="rId17" Type="http://schemas.openxmlformats.org/officeDocument/2006/relationships/slideLayout" Target="../slideLayouts/slideLayout43.xml"/><Relationship Id="rId39" Type="http://schemas.openxmlformats.org/officeDocument/2006/relationships/slideLayout" Target="../slideLayouts/slideLayout65.xml"/><Relationship Id="rId16" Type="http://schemas.openxmlformats.org/officeDocument/2006/relationships/slideLayout" Target="../slideLayouts/slideLayout42.xml"/><Relationship Id="rId38" Type="http://schemas.openxmlformats.org/officeDocument/2006/relationships/slideLayout" Target="../slideLayouts/slideLayout64.xml"/><Relationship Id="rId19" Type="http://schemas.openxmlformats.org/officeDocument/2006/relationships/slideLayout" Target="../slideLayouts/slideLayout45.xml"/><Relationship Id="rId18"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slideLayout" Target="../slideLayouts/slideLayout85.xml"/><Relationship Id="rId12" Type="http://schemas.openxmlformats.org/officeDocument/2006/relationships/slideLayout" Target="../slideLayouts/slideLayout84.xml"/><Relationship Id="rId15" Type="http://schemas.openxmlformats.org/officeDocument/2006/relationships/slideLayout" Target="../slideLayouts/slideLayout87.xml"/><Relationship Id="rId14" Type="http://schemas.openxmlformats.org/officeDocument/2006/relationships/slideLayout" Target="../slideLayouts/slideLayout86.xml"/><Relationship Id="rId17" Type="http://schemas.openxmlformats.org/officeDocument/2006/relationships/theme" Target="../theme/theme4.xml"/><Relationship Id="rId16" Type="http://schemas.openxmlformats.org/officeDocument/2006/relationships/slideLayout" Target="../slideLayouts/slideLayout88.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7.xml"/><Relationship Id="rId22" Type="http://schemas.openxmlformats.org/officeDocument/2006/relationships/slideLayout" Target="../slideLayouts/slideLayout109.xml"/><Relationship Id="rId21" Type="http://schemas.openxmlformats.org/officeDocument/2006/relationships/slideLayout" Target="../slideLayouts/slideLayout108.xml"/><Relationship Id="rId24" Type="http://schemas.openxmlformats.org/officeDocument/2006/relationships/slideLayout" Target="../slideLayouts/slideLayout111.xml"/><Relationship Id="rId23" Type="http://schemas.openxmlformats.org/officeDocument/2006/relationships/slideLayout" Target="../slideLayouts/slideLayout110.xml"/><Relationship Id="rId1" Type="http://schemas.openxmlformats.org/officeDocument/2006/relationships/image" Target="../media/image2.png"/><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9" Type="http://schemas.openxmlformats.org/officeDocument/2006/relationships/slideLayout" Target="../slideLayouts/slideLayout96.xml"/><Relationship Id="rId25" Type="http://schemas.openxmlformats.org/officeDocument/2006/relationships/theme" Target="../theme/theme2.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11" Type="http://schemas.openxmlformats.org/officeDocument/2006/relationships/slideLayout" Target="../slideLayouts/slideLayout98.xml"/><Relationship Id="rId10" Type="http://schemas.openxmlformats.org/officeDocument/2006/relationships/slideLayout" Target="../slideLayouts/slideLayout97.xml"/><Relationship Id="rId13" Type="http://schemas.openxmlformats.org/officeDocument/2006/relationships/slideLayout" Target="../slideLayouts/slideLayout100.xml"/><Relationship Id="rId12" Type="http://schemas.openxmlformats.org/officeDocument/2006/relationships/slideLayout" Target="../slideLayouts/slideLayout99.xml"/><Relationship Id="rId15" Type="http://schemas.openxmlformats.org/officeDocument/2006/relationships/slideLayout" Target="../slideLayouts/slideLayout102.xml"/><Relationship Id="rId14" Type="http://schemas.openxmlformats.org/officeDocument/2006/relationships/slideLayout" Target="../slideLayouts/slideLayout101.xml"/><Relationship Id="rId17" Type="http://schemas.openxmlformats.org/officeDocument/2006/relationships/slideLayout" Target="../slideLayouts/slideLayout104.xml"/><Relationship Id="rId16" Type="http://schemas.openxmlformats.org/officeDocument/2006/relationships/slideLayout" Target="../slideLayouts/slideLayout103.xml"/><Relationship Id="rId19" Type="http://schemas.openxmlformats.org/officeDocument/2006/relationships/slideLayout" Target="../slideLayouts/slideLayout106.xml"/><Relationship Id="rId18"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8D8D8"/>
            </a:gs>
            <a:gs pos="50000">
              <a:schemeClr val="lt1"/>
            </a:gs>
            <a:gs pos="100000">
              <a:srgbClr val="D8D8D8"/>
            </a:gs>
          </a:gsLst>
          <a:lin ang="13500000" scaled="0"/>
        </a:gradFill>
      </p:bgPr>
    </p:bg>
    <p:spTree>
      <p:nvGrpSpPr>
        <p:cNvPr id="9" name="Shape 9"/>
        <p:cNvGrpSpPr/>
        <p:nvPr/>
      </p:nvGrpSpPr>
      <p:grpSpPr>
        <a:xfrm>
          <a:off x="0" y="0"/>
          <a:ext cx="0" cy="0"/>
          <a:chOff x="0" y="0"/>
          <a:chExt cx="0" cy="0"/>
        </a:xfrm>
      </p:grpSpPr>
      <p:pic>
        <p:nvPicPr>
          <p:cNvPr id="10" name="Google Shape;10;p20"/>
          <p:cNvPicPr preferRelativeResize="0"/>
          <p:nvPr/>
        </p:nvPicPr>
        <p:blipFill rotWithShape="1">
          <a:blip r:embed="rId1">
            <a:alphaModFix/>
          </a:blip>
          <a:srcRect b="0" l="30127" r="0" t="24444"/>
          <a:stretch/>
        </p:blipFill>
        <p:spPr>
          <a:xfrm>
            <a:off x="-36786" y="0"/>
            <a:ext cx="1944962" cy="1880711"/>
          </a:xfrm>
          <a:prstGeom prst="rect">
            <a:avLst/>
          </a:prstGeom>
          <a:noFill/>
          <a:ln>
            <a:noFill/>
          </a:ln>
        </p:spPr>
      </p:pic>
      <p:sp>
        <p:nvSpPr>
          <p:cNvPr id="11" name="Google Shape;11;p20"/>
          <p:cNvSpPr txBox="1"/>
          <p:nvPr>
            <p:ph type="title"/>
          </p:nvPr>
        </p:nvSpPr>
        <p:spPr>
          <a:xfrm>
            <a:off x="1365558" y="365125"/>
            <a:ext cx="9988242"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Proxima Nova"/>
              <a:buNone/>
              <a:defRPr b="1" i="0" sz="32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0"/>
          <p:cNvSpPr txBox="1"/>
          <p:nvPr>
            <p:ph idx="1" type="body"/>
          </p:nvPr>
        </p:nvSpPr>
        <p:spPr>
          <a:xfrm>
            <a:off x="1365558" y="1825625"/>
            <a:ext cx="9988241"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500"/>
              </a:spcBef>
              <a:spcAft>
                <a:spcPts val="0"/>
              </a:spcAft>
              <a:buClr>
                <a:srgbClr val="FFBB00"/>
              </a:buClr>
              <a:buSzPts val="1800"/>
              <a:buFont typeface="Noto Sans Symbols"/>
              <a:buChar char="▪"/>
              <a:defRPr b="0" i="0" sz="1800" u="none" cap="none" strike="noStrike">
                <a:solidFill>
                  <a:schemeClr val="dk1"/>
                </a:solidFill>
                <a:latin typeface="Proxima Nova"/>
                <a:ea typeface="Proxima Nova"/>
                <a:cs typeface="Proxima Nova"/>
                <a:sym typeface="Proxima Nova"/>
              </a:defRPr>
            </a:lvl2pPr>
            <a:lvl3pPr indent="-285750" lvl="2" marL="1371600" marR="0" rtl="0" algn="l">
              <a:lnSpc>
                <a:spcPct val="90000"/>
              </a:lnSpc>
              <a:spcBef>
                <a:spcPts val="500"/>
              </a:spcBef>
              <a:spcAft>
                <a:spcPts val="0"/>
              </a:spcAft>
              <a:buClr>
                <a:srgbClr val="FFBB00"/>
              </a:buClr>
              <a:buSzPts val="900"/>
              <a:buFont typeface="NTR"/>
              <a:buChar char="◆"/>
              <a:defRPr b="0" i="0" sz="1800" u="none" cap="none" strike="noStrike">
                <a:solidFill>
                  <a:schemeClr val="dk1"/>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rgbClr val="FFBB00"/>
              </a:buClr>
              <a:buSzPts val="1800"/>
              <a:buFont typeface="Arial"/>
              <a:buChar char="•"/>
              <a:defRPr b="0" i="0" sz="1800" u="none" cap="none" strike="noStrike">
                <a:solidFill>
                  <a:schemeClr val="dk1"/>
                </a:solidFill>
                <a:latin typeface="Proxima Nova"/>
                <a:ea typeface="Proxima Nova"/>
                <a:cs typeface="Proxima Nova"/>
                <a:sym typeface="Proxima Nova"/>
              </a:defRPr>
            </a:lvl4pPr>
            <a:lvl5pPr indent="-285750" lvl="4" marL="2286000" marR="0" rtl="0" algn="l">
              <a:lnSpc>
                <a:spcPct val="90000"/>
              </a:lnSpc>
              <a:spcBef>
                <a:spcPts val="500"/>
              </a:spcBef>
              <a:spcAft>
                <a:spcPts val="0"/>
              </a:spcAft>
              <a:buClr>
                <a:srgbClr val="FFBB00"/>
              </a:buClr>
              <a:buSzPts val="900"/>
              <a:buFont typeface="Proxima Nova"/>
              <a:buChar char="⊲"/>
              <a:defRPr b="0" i="0" sz="18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20"/>
          <p:cNvSpPr/>
          <p:nvPr/>
        </p:nvSpPr>
        <p:spPr>
          <a:xfrm>
            <a:off x="7927975" y="936625"/>
            <a:ext cx="428625" cy="2003425"/>
          </a:xfrm>
          <a:custGeom>
            <a:rect b="b" l="l" r="r" t="t"/>
            <a:pathLst>
              <a:path extrusionOk="0" h="1262" w="270">
                <a:moveTo>
                  <a:pt x="0" y="0"/>
                </a:moveTo>
                <a:lnTo>
                  <a:pt x="0" y="1082"/>
                </a:lnTo>
                <a:lnTo>
                  <a:pt x="270" y="1262"/>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20"/>
          <p:cNvSpPr/>
          <p:nvPr/>
        </p:nvSpPr>
        <p:spPr>
          <a:xfrm>
            <a:off x="10071100" y="3511550"/>
            <a:ext cx="430213" cy="2003425"/>
          </a:xfrm>
          <a:custGeom>
            <a:rect b="b" l="l" r="r" t="t"/>
            <a:pathLst>
              <a:path extrusionOk="0" h="1262" w="271">
                <a:moveTo>
                  <a:pt x="0" y="0"/>
                </a:moveTo>
                <a:lnTo>
                  <a:pt x="0" y="2"/>
                </a:lnTo>
                <a:lnTo>
                  <a:pt x="0" y="2"/>
                </a:lnTo>
                <a:lnTo>
                  <a:pt x="0" y="1080"/>
                </a:lnTo>
                <a:lnTo>
                  <a:pt x="271" y="1262"/>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0"/>
          <p:cNvSpPr/>
          <p:nvPr/>
        </p:nvSpPr>
        <p:spPr>
          <a:xfrm>
            <a:off x="7497763" y="2366962"/>
            <a:ext cx="430213" cy="3148013"/>
          </a:xfrm>
          <a:custGeom>
            <a:rect b="b" l="l" r="r" t="t"/>
            <a:pathLst>
              <a:path extrusionOk="0" h="1983" w="271">
                <a:moveTo>
                  <a:pt x="0" y="0"/>
                </a:moveTo>
                <a:lnTo>
                  <a:pt x="2" y="1801"/>
                </a:lnTo>
                <a:lnTo>
                  <a:pt x="271" y="1983"/>
                </a:lnTo>
                <a:lnTo>
                  <a:pt x="271" y="181"/>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20"/>
          <p:cNvSpPr/>
          <p:nvPr/>
        </p:nvSpPr>
        <p:spPr>
          <a:xfrm>
            <a:off x="8356600" y="3511550"/>
            <a:ext cx="430213" cy="3148013"/>
          </a:xfrm>
          <a:custGeom>
            <a:rect b="b" l="l" r="r" t="t"/>
            <a:pathLst>
              <a:path extrusionOk="0" h="1983" w="271">
                <a:moveTo>
                  <a:pt x="0" y="0"/>
                </a:moveTo>
                <a:lnTo>
                  <a:pt x="0" y="1801"/>
                </a:lnTo>
                <a:lnTo>
                  <a:pt x="271" y="1983"/>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20"/>
          <p:cNvSpPr/>
          <p:nvPr/>
        </p:nvSpPr>
        <p:spPr>
          <a:xfrm>
            <a:off x="6642100" y="1795462"/>
            <a:ext cx="430213" cy="3144838"/>
          </a:xfrm>
          <a:custGeom>
            <a:rect b="b" l="l" r="r" t="t"/>
            <a:pathLst>
              <a:path extrusionOk="0" h="1981" w="271">
                <a:moveTo>
                  <a:pt x="0" y="0"/>
                </a:moveTo>
                <a:lnTo>
                  <a:pt x="0" y="1802"/>
                </a:lnTo>
                <a:lnTo>
                  <a:pt x="271" y="1981"/>
                </a:lnTo>
                <a:lnTo>
                  <a:pt x="271"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20"/>
          <p:cNvSpPr/>
          <p:nvPr/>
        </p:nvSpPr>
        <p:spPr>
          <a:xfrm>
            <a:off x="7072313" y="-204788"/>
            <a:ext cx="425450" cy="2571750"/>
          </a:xfrm>
          <a:custGeom>
            <a:rect b="b" l="l" r="r" t="t"/>
            <a:pathLst>
              <a:path extrusionOk="0" h="1620" w="268">
                <a:moveTo>
                  <a:pt x="0" y="0"/>
                </a:moveTo>
                <a:lnTo>
                  <a:pt x="0" y="0"/>
                </a:lnTo>
                <a:lnTo>
                  <a:pt x="0" y="1440"/>
                </a:lnTo>
                <a:lnTo>
                  <a:pt x="268" y="162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20"/>
          <p:cNvSpPr/>
          <p:nvPr/>
        </p:nvSpPr>
        <p:spPr>
          <a:xfrm>
            <a:off x="9212263" y="3511550"/>
            <a:ext cx="430213" cy="1428750"/>
          </a:xfrm>
          <a:custGeom>
            <a:rect b="b" l="l" r="r" t="t"/>
            <a:pathLst>
              <a:path extrusionOk="0" h="900" w="271">
                <a:moveTo>
                  <a:pt x="0" y="0"/>
                </a:moveTo>
                <a:lnTo>
                  <a:pt x="0" y="0"/>
                </a:lnTo>
                <a:lnTo>
                  <a:pt x="0" y="721"/>
                </a:lnTo>
                <a:lnTo>
                  <a:pt x="271" y="900"/>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20"/>
          <p:cNvSpPr/>
          <p:nvPr/>
        </p:nvSpPr>
        <p:spPr>
          <a:xfrm>
            <a:off x="9642475" y="1509712"/>
            <a:ext cx="428625" cy="2005013"/>
          </a:xfrm>
          <a:custGeom>
            <a:rect b="b" l="l" r="r" t="t"/>
            <a:pathLst>
              <a:path extrusionOk="0" h="1263" w="270">
                <a:moveTo>
                  <a:pt x="0" y="0"/>
                </a:moveTo>
                <a:lnTo>
                  <a:pt x="2" y="1083"/>
                </a:lnTo>
                <a:lnTo>
                  <a:pt x="270" y="1263"/>
                </a:lnTo>
                <a:lnTo>
                  <a:pt x="270" y="1263"/>
                </a:lnTo>
                <a:lnTo>
                  <a:pt x="270" y="1261"/>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20"/>
          <p:cNvSpPr/>
          <p:nvPr/>
        </p:nvSpPr>
        <p:spPr>
          <a:xfrm>
            <a:off x="6213475" y="365125"/>
            <a:ext cx="428625" cy="1430338"/>
          </a:xfrm>
          <a:custGeom>
            <a:rect b="b" l="l" r="r" t="t"/>
            <a:pathLst>
              <a:path extrusionOk="0" h="901" w="270">
                <a:moveTo>
                  <a:pt x="0" y="0"/>
                </a:moveTo>
                <a:lnTo>
                  <a:pt x="0" y="721"/>
                </a:lnTo>
                <a:lnTo>
                  <a:pt x="270" y="901"/>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20"/>
          <p:cNvSpPr/>
          <p:nvPr/>
        </p:nvSpPr>
        <p:spPr>
          <a:xfrm>
            <a:off x="8786813" y="2654300"/>
            <a:ext cx="425450" cy="857250"/>
          </a:xfrm>
          <a:custGeom>
            <a:rect b="b" l="l" r="r" t="t"/>
            <a:pathLst>
              <a:path extrusionOk="0" h="540" w="268">
                <a:moveTo>
                  <a:pt x="0" y="0"/>
                </a:moveTo>
                <a:lnTo>
                  <a:pt x="0" y="360"/>
                </a:lnTo>
                <a:lnTo>
                  <a:pt x="268" y="540"/>
                </a:lnTo>
                <a:lnTo>
                  <a:pt x="268" y="54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2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guide id="3" pos="384">
          <p15:clr>
            <a:srgbClr val="F26B43"/>
          </p15:clr>
        </p15:guide>
        <p15:guide id="4" pos="72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8D8D8"/>
            </a:gs>
            <a:gs pos="50000">
              <a:schemeClr val="lt1"/>
            </a:gs>
            <a:gs pos="100000">
              <a:srgbClr val="D8D8D8"/>
            </a:gs>
          </a:gsLst>
          <a:lin ang="13500000" scaled="0"/>
        </a:gradFill>
      </p:bgPr>
    </p:bg>
    <p:spTree>
      <p:nvGrpSpPr>
        <p:cNvPr id="42" name="Shape 42"/>
        <p:cNvGrpSpPr/>
        <p:nvPr/>
      </p:nvGrpSpPr>
      <p:grpSpPr>
        <a:xfrm>
          <a:off x="0" y="0"/>
          <a:ext cx="0" cy="0"/>
          <a:chOff x="0" y="0"/>
          <a:chExt cx="0" cy="0"/>
        </a:xfrm>
      </p:grpSpPr>
      <p:pic>
        <p:nvPicPr>
          <p:cNvPr id="43" name="Google Shape;43;p23"/>
          <p:cNvPicPr preferRelativeResize="0"/>
          <p:nvPr/>
        </p:nvPicPr>
        <p:blipFill rotWithShape="1">
          <a:blip r:embed="rId1">
            <a:alphaModFix/>
          </a:blip>
          <a:srcRect b="0" l="30127" r="0" t="24444"/>
          <a:stretch/>
        </p:blipFill>
        <p:spPr>
          <a:xfrm>
            <a:off x="-31530" y="0"/>
            <a:ext cx="1944962" cy="1880711"/>
          </a:xfrm>
          <a:prstGeom prst="rect">
            <a:avLst/>
          </a:prstGeom>
          <a:noFill/>
          <a:ln>
            <a:noFill/>
          </a:ln>
        </p:spPr>
      </p:pic>
      <p:sp>
        <p:nvSpPr>
          <p:cNvPr id="44" name="Google Shape;44;p23"/>
          <p:cNvSpPr txBox="1"/>
          <p:nvPr>
            <p:ph type="title"/>
          </p:nvPr>
        </p:nvSpPr>
        <p:spPr>
          <a:xfrm>
            <a:off x="1066799" y="647700"/>
            <a:ext cx="10058401" cy="104298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Proxima Nova"/>
              <a:buNone/>
              <a:defRPr b="1" i="0" sz="32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23"/>
          <p:cNvSpPr txBox="1"/>
          <p:nvPr>
            <p:ph idx="1" type="body"/>
          </p:nvPr>
        </p:nvSpPr>
        <p:spPr>
          <a:xfrm>
            <a:off x="1066800" y="1825625"/>
            <a:ext cx="10058400" cy="1512209"/>
          </a:xfrm>
          <a:prstGeom prst="rect">
            <a:avLst/>
          </a:prstGeom>
          <a:noFill/>
          <a:ln>
            <a:noFill/>
          </a:ln>
        </p:spPr>
        <p:txBody>
          <a:bodyPr anchorCtr="0" anchor="t" bIns="45700" lIns="91425" spcFirstLastPara="1" rIns="91425" wrap="square" tIns="45700">
            <a:spAutoFit/>
          </a:bodyPr>
          <a:lstStyle>
            <a:lvl1pPr indent="-228600" lvl="0" marL="45720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30200" lvl="1" marL="914400"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indent="-279400" lvl="2" marL="1371600"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indent="-279400" lvl="4" marL="2286000"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6" name="Google Shape;46;p23"/>
          <p:cNvSpPr txBox="1"/>
          <p:nvPr>
            <p:ph idx="12" type="sldNum"/>
          </p:nvPr>
        </p:nvSpPr>
        <p:spPr>
          <a:xfrm>
            <a:off x="101269" y="6356349"/>
            <a:ext cx="39308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3"/>
          <p:cNvSpPr/>
          <p:nvPr/>
        </p:nvSpPr>
        <p:spPr>
          <a:xfrm>
            <a:off x="7927975" y="936625"/>
            <a:ext cx="428625" cy="2003425"/>
          </a:xfrm>
          <a:custGeom>
            <a:rect b="b" l="l" r="r" t="t"/>
            <a:pathLst>
              <a:path extrusionOk="0" h="1262" w="270">
                <a:moveTo>
                  <a:pt x="0" y="0"/>
                </a:moveTo>
                <a:lnTo>
                  <a:pt x="0" y="1082"/>
                </a:lnTo>
                <a:lnTo>
                  <a:pt x="270" y="1262"/>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23"/>
          <p:cNvSpPr/>
          <p:nvPr/>
        </p:nvSpPr>
        <p:spPr>
          <a:xfrm>
            <a:off x="10071100" y="3511550"/>
            <a:ext cx="430213" cy="2003425"/>
          </a:xfrm>
          <a:custGeom>
            <a:rect b="b" l="l" r="r" t="t"/>
            <a:pathLst>
              <a:path extrusionOk="0" h="1262" w="271">
                <a:moveTo>
                  <a:pt x="0" y="0"/>
                </a:moveTo>
                <a:lnTo>
                  <a:pt x="0" y="2"/>
                </a:lnTo>
                <a:lnTo>
                  <a:pt x="0" y="2"/>
                </a:lnTo>
                <a:lnTo>
                  <a:pt x="0" y="1080"/>
                </a:lnTo>
                <a:lnTo>
                  <a:pt x="271" y="1262"/>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23"/>
          <p:cNvSpPr/>
          <p:nvPr/>
        </p:nvSpPr>
        <p:spPr>
          <a:xfrm>
            <a:off x="7497763" y="2366962"/>
            <a:ext cx="430213" cy="3148013"/>
          </a:xfrm>
          <a:custGeom>
            <a:rect b="b" l="l" r="r" t="t"/>
            <a:pathLst>
              <a:path extrusionOk="0" h="1983" w="271">
                <a:moveTo>
                  <a:pt x="0" y="0"/>
                </a:moveTo>
                <a:lnTo>
                  <a:pt x="2" y="1801"/>
                </a:lnTo>
                <a:lnTo>
                  <a:pt x="271" y="1983"/>
                </a:lnTo>
                <a:lnTo>
                  <a:pt x="271" y="181"/>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 name="Google Shape;50;p23"/>
          <p:cNvSpPr/>
          <p:nvPr/>
        </p:nvSpPr>
        <p:spPr>
          <a:xfrm>
            <a:off x="8356600" y="3511550"/>
            <a:ext cx="430213" cy="3148013"/>
          </a:xfrm>
          <a:custGeom>
            <a:rect b="b" l="l" r="r" t="t"/>
            <a:pathLst>
              <a:path extrusionOk="0" h="1983" w="271">
                <a:moveTo>
                  <a:pt x="0" y="0"/>
                </a:moveTo>
                <a:lnTo>
                  <a:pt x="0" y="1801"/>
                </a:lnTo>
                <a:lnTo>
                  <a:pt x="271" y="1983"/>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 name="Google Shape;51;p23"/>
          <p:cNvSpPr/>
          <p:nvPr/>
        </p:nvSpPr>
        <p:spPr>
          <a:xfrm>
            <a:off x="6642100" y="1795462"/>
            <a:ext cx="430213" cy="3144838"/>
          </a:xfrm>
          <a:custGeom>
            <a:rect b="b" l="l" r="r" t="t"/>
            <a:pathLst>
              <a:path extrusionOk="0" h="1981" w="271">
                <a:moveTo>
                  <a:pt x="0" y="0"/>
                </a:moveTo>
                <a:lnTo>
                  <a:pt x="0" y="1802"/>
                </a:lnTo>
                <a:lnTo>
                  <a:pt x="271" y="1981"/>
                </a:lnTo>
                <a:lnTo>
                  <a:pt x="271"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 name="Google Shape;52;p23"/>
          <p:cNvSpPr/>
          <p:nvPr/>
        </p:nvSpPr>
        <p:spPr>
          <a:xfrm>
            <a:off x="7072313" y="-204788"/>
            <a:ext cx="425450" cy="2571750"/>
          </a:xfrm>
          <a:custGeom>
            <a:rect b="b" l="l" r="r" t="t"/>
            <a:pathLst>
              <a:path extrusionOk="0" h="1620" w="268">
                <a:moveTo>
                  <a:pt x="0" y="0"/>
                </a:moveTo>
                <a:lnTo>
                  <a:pt x="0" y="0"/>
                </a:lnTo>
                <a:lnTo>
                  <a:pt x="0" y="1440"/>
                </a:lnTo>
                <a:lnTo>
                  <a:pt x="268" y="162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 name="Google Shape;53;p23"/>
          <p:cNvSpPr/>
          <p:nvPr/>
        </p:nvSpPr>
        <p:spPr>
          <a:xfrm>
            <a:off x="9212263" y="3511550"/>
            <a:ext cx="430213" cy="1428750"/>
          </a:xfrm>
          <a:custGeom>
            <a:rect b="b" l="l" r="r" t="t"/>
            <a:pathLst>
              <a:path extrusionOk="0" h="900" w="271">
                <a:moveTo>
                  <a:pt x="0" y="0"/>
                </a:moveTo>
                <a:lnTo>
                  <a:pt x="0" y="0"/>
                </a:lnTo>
                <a:lnTo>
                  <a:pt x="0" y="721"/>
                </a:lnTo>
                <a:lnTo>
                  <a:pt x="271" y="900"/>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 name="Google Shape;54;p23"/>
          <p:cNvSpPr/>
          <p:nvPr/>
        </p:nvSpPr>
        <p:spPr>
          <a:xfrm>
            <a:off x="9642475" y="1509712"/>
            <a:ext cx="428625" cy="2005013"/>
          </a:xfrm>
          <a:custGeom>
            <a:rect b="b" l="l" r="r" t="t"/>
            <a:pathLst>
              <a:path extrusionOk="0" h="1263" w="270">
                <a:moveTo>
                  <a:pt x="0" y="0"/>
                </a:moveTo>
                <a:lnTo>
                  <a:pt x="2" y="1083"/>
                </a:lnTo>
                <a:lnTo>
                  <a:pt x="270" y="1263"/>
                </a:lnTo>
                <a:lnTo>
                  <a:pt x="270" y="1263"/>
                </a:lnTo>
                <a:lnTo>
                  <a:pt x="270" y="1261"/>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 name="Google Shape;55;p23"/>
          <p:cNvSpPr/>
          <p:nvPr/>
        </p:nvSpPr>
        <p:spPr>
          <a:xfrm>
            <a:off x="8786813" y="2654300"/>
            <a:ext cx="425450" cy="857250"/>
          </a:xfrm>
          <a:custGeom>
            <a:rect b="b" l="l" r="r" t="t"/>
            <a:pathLst>
              <a:path extrusionOk="0" h="540" w="268">
                <a:moveTo>
                  <a:pt x="0" y="0"/>
                </a:moveTo>
                <a:lnTo>
                  <a:pt x="0" y="360"/>
                </a:lnTo>
                <a:lnTo>
                  <a:pt x="268" y="540"/>
                </a:lnTo>
                <a:lnTo>
                  <a:pt x="268" y="54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 name="Google Shape;56;p23"/>
          <p:cNvSpPr/>
          <p:nvPr/>
        </p:nvSpPr>
        <p:spPr>
          <a:xfrm>
            <a:off x="8563395" y="6184416"/>
            <a:ext cx="3698455" cy="755296"/>
          </a:xfrm>
          <a:custGeom>
            <a:rect b="b" l="l" r="r" t="t"/>
            <a:pathLst>
              <a:path extrusionOk="0" h="755296" w="3698455">
                <a:moveTo>
                  <a:pt x="2504278" y="0"/>
                </a:moveTo>
                <a:lnTo>
                  <a:pt x="2501066" y="4813"/>
                </a:lnTo>
                <a:lnTo>
                  <a:pt x="3698455" y="4813"/>
                </a:lnTo>
                <a:lnTo>
                  <a:pt x="3698455" y="738333"/>
                </a:lnTo>
                <a:lnTo>
                  <a:pt x="2011616" y="738333"/>
                </a:lnTo>
                <a:lnTo>
                  <a:pt x="2003089" y="751112"/>
                </a:lnTo>
                <a:lnTo>
                  <a:pt x="0" y="755296"/>
                </a:lnTo>
                <a:lnTo>
                  <a:pt x="500998" y="4184"/>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57" name="Google Shape;57;p23"/>
          <p:cNvCxnSpPr/>
          <p:nvPr/>
        </p:nvCxnSpPr>
        <p:spPr>
          <a:xfrm rot="10800000">
            <a:off x="697486" y="6189230"/>
            <a:ext cx="11564365" cy="0"/>
          </a:xfrm>
          <a:prstGeom prst="straightConnector1">
            <a:avLst/>
          </a:prstGeom>
          <a:noFill/>
          <a:ln cap="flat" cmpd="sng" w="12700">
            <a:solidFill>
              <a:srgbClr val="FFBB00"/>
            </a:solidFill>
            <a:prstDash val="solid"/>
            <a:miter lim="8000"/>
            <a:headEnd len="sm" w="sm" type="none"/>
            <a:tailEnd len="sm" w="sm" type="none"/>
          </a:ln>
        </p:spPr>
      </p:cxnSp>
      <p:sp>
        <p:nvSpPr>
          <p:cNvPr id="58" name="Google Shape;58;p23"/>
          <p:cNvSpPr/>
          <p:nvPr/>
        </p:nvSpPr>
        <p:spPr>
          <a:xfrm>
            <a:off x="594083" y="6161984"/>
            <a:ext cx="1077320" cy="54491"/>
          </a:xfrm>
          <a:custGeom>
            <a:rect b="b" l="l" r="r" t="t"/>
            <a:pathLst>
              <a:path extrusionOk="0" h="128905" w="2548524">
                <a:moveTo>
                  <a:pt x="2458563" y="128905"/>
                </a:moveTo>
                <a:lnTo>
                  <a:pt x="2548525" y="0"/>
                </a:lnTo>
                <a:lnTo>
                  <a:pt x="89961" y="0"/>
                </a:lnTo>
                <a:lnTo>
                  <a:pt x="0" y="128905"/>
                </a:lnTo>
                <a:lnTo>
                  <a:pt x="2458563" y="128905"/>
                </a:lnTo>
                <a:close/>
              </a:path>
            </a:pathLst>
          </a:custGeom>
          <a:solidFill>
            <a:srgbClr val="FFBB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96">
          <p15:clr>
            <a:srgbClr val="F26B43"/>
          </p15:clr>
        </p15:guide>
        <p15:guide id="2" pos="384">
          <p15:clr>
            <a:srgbClr val="F26B43"/>
          </p15:clr>
        </p15:guide>
        <p15:guide id="3" pos="7008">
          <p15:clr>
            <a:srgbClr val="F26B43"/>
          </p15:clr>
        </p15:guide>
        <p15:guide id="4" orient="horz" pos="2260">
          <p15:clr>
            <a:srgbClr val="F26B43"/>
          </p15:clr>
        </p15:guide>
        <p15:guide id="5" orient="horz" pos="3600">
          <p15:clr>
            <a:srgbClr val="F26B43"/>
          </p15:clr>
        </p15:guide>
        <p15:guide id="6" orient="horz" pos="3888">
          <p15:clr>
            <a:srgbClr val="F26B43"/>
          </p15:clr>
        </p15:guide>
        <p15:guide id="7" orient="horz" pos="408">
          <p15:clr>
            <a:srgbClr val="F26B43"/>
          </p15:clr>
        </p15:guide>
        <p15:guide id="8" pos="7296">
          <p15:clr>
            <a:srgbClr val="F26B43"/>
          </p15:clr>
        </p15:guide>
        <p15:guide id="9" pos="672">
          <p15:clr>
            <a:srgbClr val="F26B43"/>
          </p15:clr>
        </p15:guide>
        <p15:guide id="10"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00" name="Shape 300"/>
        <p:cNvGrpSpPr/>
        <p:nvPr/>
      </p:nvGrpSpPr>
      <p:grpSpPr>
        <a:xfrm>
          <a:off x="0" y="0"/>
          <a:ext cx="0" cy="0"/>
          <a:chOff x="0" y="0"/>
          <a:chExt cx="0" cy="0"/>
        </a:xfrm>
      </p:grpSpPr>
      <p:sp>
        <p:nvSpPr>
          <p:cNvPr id="301" name="Google Shape;301;g3a0a694c39d_1_1783"/>
          <p:cNvSpPr txBox="1"/>
          <p:nvPr>
            <p:ph type="title"/>
          </p:nvPr>
        </p:nvSpPr>
        <p:spPr>
          <a:xfrm>
            <a:off x="306767" y="78167"/>
            <a:ext cx="3333900" cy="2295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900"/>
              <a:buFont typeface="Arial"/>
              <a:buNone/>
              <a:defRPr b="0" i="0" sz="900" u="none" cap="none" strike="noStrike">
                <a:solidFill>
                  <a:schemeClr val="dk1"/>
                </a:solidFill>
                <a:latin typeface="Figtree"/>
                <a:ea typeface="Figtree"/>
                <a:cs typeface="Figtree"/>
                <a:sym typeface="Figtree"/>
              </a:defRPr>
            </a:lvl1pPr>
            <a:lvl2pPr lvl="1"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2pPr>
            <a:lvl3pPr lvl="2"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3pPr>
            <a:lvl4pPr lvl="3"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4pPr>
            <a:lvl5pPr lvl="4"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5pPr>
            <a:lvl6pPr lvl="5"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6pPr>
            <a:lvl7pPr lvl="6"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7pPr>
            <a:lvl8pPr lvl="7"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8pPr>
            <a:lvl9pPr lvl="8" marR="0" rtl="0" algn="l">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9pPr>
          </a:lstStyle>
          <a:p/>
        </p:txBody>
      </p:sp>
      <p:sp>
        <p:nvSpPr>
          <p:cNvPr id="302" name="Google Shape;302;g3a0a694c39d_1_1783"/>
          <p:cNvSpPr txBox="1"/>
          <p:nvPr>
            <p:ph idx="2" type="title"/>
          </p:nvPr>
        </p:nvSpPr>
        <p:spPr>
          <a:xfrm>
            <a:off x="8553167" y="78167"/>
            <a:ext cx="3333900" cy="229500"/>
          </a:xfrm>
          <a:prstGeom prst="rect">
            <a:avLst/>
          </a:prstGeom>
          <a:noFill/>
          <a:ln>
            <a:noFill/>
          </a:ln>
        </p:spPr>
        <p:txBody>
          <a:bodyPr anchorCtr="0" anchor="ctr" bIns="0" lIns="0" spcFirstLastPara="1" rIns="0" wrap="square" tIns="0">
            <a:noAutofit/>
          </a:bodyPr>
          <a:lstStyle>
            <a:lvl1pPr lv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Figtree"/>
                <a:ea typeface="Figtree"/>
                <a:cs typeface="Figtree"/>
                <a:sym typeface="Figtree"/>
              </a:defRPr>
            </a:lvl1pPr>
            <a:lvl2pPr lvl="1"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2pPr>
            <a:lvl3pPr lvl="2"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3pPr>
            <a:lvl4pPr lvl="3"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4pPr>
            <a:lvl5pPr lvl="4"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5pPr>
            <a:lvl6pPr lvl="5"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6pPr>
            <a:lvl7pPr lvl="6"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7pPr>
            <a:lvl8pPr lvl="7"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8pPr>
            <a:lvl9pPr lvl="8" marR="0" rtl="0" algn="r">
              <a:lnSpc>
                <a:spcPct val="100000"/>
              </a:lnSpc>
              <a:spcBef>
                <a:spcPts val="0"/>
              </a:spcBef>
              <a:spcAft>
                <a:spcPts val="0"/>
              </a:spcAft>
              <a:buClr>
                <a:schemeClr val="dk1"/>
              </a:buClr>
              <a:buSzPts val="1600"/>
              <a:buFont typeface="Figtree"/>
              <a:buNone/>
              <a:defRPr b="0" i="0" sz="1600" u="none" cap="none" strike="noStrike">
                <a:solidFill>
                  <a:schemeClr val="dk1"/>
                </a:solidFill>
                <a:latin typeface="Figtree"/>
                <a:ea typeface="Figtree"/>
                <a:cs typeface="Figtree"/>
                <a:sym typeface="Figtree"/>
              </a:defRPr>
            </a:lvl9pPr>
          </a:lstStyle>
          <a:p/>
        </p:txBody>
      </p:sp>
      <p:sp>
        <p:nvSpPr>
          <p:cNvPr id="303" name="Google Shape;303;g3a0a694c39d_1_1783"/>
          <p:cNvSpPr txBox="1"/>
          <p:nvPr>
            <p:ph idx="1" type="body"/>
          </p:nvPr>
        </p:nvSpPr>
        <p:spPr>
          <a:xfrm>
            <a:off x="304800" y="3841400"/>
            <a:ext cx="5728800" cy="25821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1pPr>
            <a:lvl2pPr indent="-330200" lvl="1" marL="9144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2pPr>
            <a:lvl3pPr indent="-330200" lvl="2" marL="13716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3pPr>
            <a:lvl4pPr indent="-330200" lvl="3" marL="18288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4pPr>
            <a:lvl5pPr indent="-330200" lvl="4" marL="22860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5pPr>
            <a:lvl6pPr indent="-330200" lvl="5" marL="27432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6pPr>
            <a:lvl7pPr indent="-330200" lvl="6" marL="32004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7pPr>
            <a:lvl8pPr indent="-330200" lvl="7" marL="36576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8pPr>
            <a:lvl9pPr indent="-330200" lvl="8" marL="4114800" marR="0" rtl="0" algn="l">
              <a:lnSpc>
                <a:spcPct val="100000"/>
              </a:lnSpc>
              <a:spcBef>
                <a:spcPts val="0"/>
              </a:spcBef>
              <a:spcAft>
                <a:spcPts val="0"/>
              </a:spcAft>
              <a:buClr>
                <a:schemeClr val="dk1"/>
              </a:buClr>
              <a:buSzPts val="1600"/>
              <a:buFont typeface="Jost"/>
              <a:buChar char="■"/>
              <a:defRPr b="0" i="0" sz="1600" u="none" cap="none" strike="noStrike">
                <a:solidFill>
                  <a:schemeClr val="dk1"/>
                </a:solidFill>
                <a:latin typeface="Jost"/>
                <a:ea typeface="Jost"/>
                <a:cs typeface="Jost"/>
                <a:sym typeface="Jost"/>
              </a:defRPr>
            </a:lvl9pPr>
          </a:lstStyle>
          <a:p/>
        </p:txBody>
      </p:sp>
      <p:sp>
        <p:nvSpPr>
          <p:cNvPr id="304" name="Google Shape;304;g3a0a694c39d_1_1783"/>
          <p:cNvSpPr txBox="1"/>
          <p:nvPr>
            <p:ph idx="3" type="title"/>
          </p:nvPr>
        </p:nvSpPr>
        <p:spPr>
          <a:xfrm>
            <a:off x="495767" y="199767"/>
            <a:ext cx="8283300" cy="31707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7500"/>
              <a:buFont typeface="Figtree"/>
              <a:buNone/>
              <a:defRPr b="0" i="0" sz="7500" u="none" cap="none" strike="noStrike">
                <a:solidFill>
                  <a:schemeClr val="dk1"/>
                </a:solidFill>
                <a:latin typeface="Figtree"/>
                <a:ea typeface="Figtree"/>
                <a:cs typeface="Figtree"/>
                <a:sym typeface="Figtree"/>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5" r:id="rId39"/>
    <p:sldLayoutId id="2147483716" r:id="rId40"/>
    <p:sldLayoutId id="2147483717" r:id="rId41"/>
    <p:sldLayoutId id="2147483718" r:id="rId42"/>
    <p:sldLayoutId id="2147483719" r:id="rId43"/>
    <p:sldLayoutId id="2147483720" r:id="rId44"/>
    <p:sldLayoutId id="2147483721" r:id="rId45"/>
    <p:sldLayoutId id="2147483722" r:id="rId4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488">
          <p15:clr>
            <a:srgbClr val="E46962"/>
          </p15:clr>
        </p15:guide>
        <p15:guide id="2" pos="192">
          <p15:clr>
            <a:srgbClr val="E46962"/>
          </p15:clr>
        </p15:guide>
        <p15:guide id="3" orient="horz" pos="192">
          <p15:clr>
            <a:srgbClr val="E46962"/>
          </p15:clr>
        </p15:guide>
        <p15:guide id="4" orient="horz" pos="4126">
          <p15:clr>
            <a:srgbClr val="E46962"/>
          </p15:clr>
        </p15:guide>
        <p15:guide id="5" pos="3801">
          <p15:clr>
            <a:srgbClr val="E46962"/>
          </p15:clr>
        </p15:guide>
        <p15:guide id="6" pos="3879">
          <p15:clr>
            <a:srgbClr val="E46962"/>
          </p15:clr>
        </p15:guide>
        <p15:guide id="7" pos="1420">
          <p15:clr>
            <a:srgbClr val="E46962"/>
          </p15:clr>
        </p15:guide>
        <p15:guide id="8" pos="1347">
          <p15:clr>
            <a:srgbClr val="E46962"/>
          </p15:clr>
        </p15:guide>
        <p15:guide id="9" pos="6260">
          <p15:clr>
            <a:srgbClr val="E46962"/>
          </p15:clr>
        </p15:guide>
        <p15:guide id="10" pos="6333">
          <p15:clr>
            <a:srgbClr val="E46962"/>
          </p15:clr>
        </p15:guide>
        <p15:guide id="11" pos="5032">
          <p15:clr>
            <a:srgbClr val="E46962"/>
          </p15:clr>
        </p15:guide>
        <p15:guide id="12" pos="5105">
          <p15:clr>
            <a:srgbClr val="E46962"/>
          </p15:clr>
        </p15:guide>
        <p15:guide id="13" pos="2573">
          <p15:clr>
            <a:srgbClr val="E46962"/>
          </p15:clr>
        </p15:guide>
        <p15:guide id="14" pos="2650">
          <p15:clr>
            <a:srgbClr val="E46962"/>
          </p15:clr>
        </p15:guide>
        <p15:guide id="15" orient="horz" pos="384">
          <p15:clr>
            <a:srgbClr val="E46962"/>
          </p15:clr>
        </p15:guide>
        <p15:guide id="16" orient="horz" pos="3934">
          <p15:clr>
            <a:srgbClr val="E46962"/>
          </p15:clr>
        </p15:guide>
        <p15:guide id="17" orient="horz" pos="1513">
          <p15:clr>
            <a:srgbClr val="E46962"/>
          </p15:clr>
        </p15:guide>
        <p15:guide id="18" orient="horz" pos="1592">
          <p15:clr>
            <a:srgbClr val="E46962"/>
          </p15:clr>
        </p15:guide>
        <p15:guide id="19" orient="horz" pos="2725">
          <p15:clr>
            <a:srgbClr val="E46962"/>
          </p15:clr>
        </p15:guide>
        <p15:guide id="20" orient="horz" pos="2803">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9" name="Shape 729"/>
        <p:cNvGrpSpPr/>
        <p:nvPr/>
      </p:nvGrpSpPr>
      <p:grpSpPr>
        <a:xfrm>
          <a:off x="0" y="0"/>
          <a:ext cx="0" cy="0"/>
          <a:chOff x="0" y="0"/>
          <a:chExt cx="0" cy="0"/>
        </a:xfrm>
      </p:grpSpPr>
      <p:sp>
        <p:nvSpPr>
          <p:cNvPr id="730" name="Google Shape;730;g3ed88e6a675_3_1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1" name="Google Shape;731;g3ed88e6a675_3_14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32" name="Google Shape;732;g3ed88e6a675_3_14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3" name="Google Shape;733;g3ed88e6a675_3_14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4" name="Google Shape;734;g3ed88e6a675_3_14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757575"/>
                </a:solidFill>
                <a:latin typeface="Arial"/>
                <a:ea typeface="Arial"/>
                <a:cs typeface="Arial"/>
                <a:sym typeface="Arial"/>
              </a:defRPr>
            </a:lvl1pPr>
            <a:lvl2pPr indent="0" lvl="1" marL="0" marR="0" algn="r">
              <a:spcBef>
                <a:spcPts val="0"/>
              </a:spcBef>
              <a:buNone/>
              <a:defRPr b="0" i="0" sz="1200" u="none" cap="none" strike="noStrike">
                <a:solidFill>
                  <a:srgbClr val="757575"/>
                </a:solidFill>
                <a:latin typeface="Arial"/>
                <a:ea typeface="Arial"/>
                <a:cs typeface="Arial"/>
                <a:sym typeface="Arial"/>
              </a:defRPr>
            </a:lvl2pPr>
            <a:lvl3pPr indent="0" lvl="2" marL="0" marR="0" algn="r">
              <a:spcBef>
                <a:spcPts val="0"/>
              </a:spcBef>
              <a:buNone/>
              <a:defRPr b="0" i="0" sz="1200" u="none" cap="none" strike="noStrike">
                <a:solidFill>
                  <a:srgbClr val="757575"/>
                </a:solidFill>
                <a:latin typeface="Arial"/>
                <a:ea typeface="Arial"/>
                <a:cs typeface="Arial"/>
                <a:sym typeface="Arial"/>
              </a:defRPr>
            </a:lvl3pPr>
            <a:lvl4pPr indent="0" lvl="3" marL="0" marR="0" algn="r">
              <a:spcBef>
                <a:spcPts val="0"/>
              </a:spcBef>
              <a:buNone/>
              <a:defRPr b="0" i="0" sz="1200" u="none" cap="none" strike="noStrike">
                <a:solidFill>
                  <a:srgbClr val="757575"/>
                </a:solidFill>
                <a:latin typeface="Arial"/>
                <a:ea typeface="Arial"/>
                <a:cs typeface="Arial"/>
                <a:sym typeface="Arial"/>
              </a:defRPr>
            </a:lvl4pPr>
            <a:lvl5pPr indent="0" lvl="4" marL="0" marR="0" algn="r">
              <a:spcBef>
                <a:spcPts val="0"/>
              </a:spcBef>
              <a:buNone/>
              <a:defRPr b="0" i="0" sz="1200" u="none" cap="none" strike="noStrike">
                <a:solidFill>
                  <a:srgbClr val="757575"/>
                </a:solidFill>
                <a:latin typeface="Arial"/>
                <a:ea typeface="Arial"/>
                <a:cs typeface="Arial"/>
                <a:sym typeface="Arial"/>
              </a:defRPr>
            </a:lvl5pPr>
            <a:lvl6pPr indent="0" lvl="5" marL="0" marR="0" algn="r">
              <a:spcBef>
                <a:spcPts val="0"/>
              </a:spcBef>
              <a:buNone/>
              <a:defRPr b="0" i="0" sz="1200" u="none" cap="none" strike="noStrike">
                <a:solidFill>
                  <a:srgbClr val="757575"/>
                </a:solidFill>
                <a:latin typeface="Arial"/>
                <a:ea typeface="Arial"/>
                <a:cs typeface="Arial"/>
                <a:sym typeface="Arial"/>
              </a:defRPr>
            </a:lvl6pPr>
            <a:lvl7pPr indent="0" lvl="6" marL="0" marR="0" algn="r">
              <a:spcBef>
                <a:spcPts val="0"/>
              </a:spcBef>
              <a:buNone/>
              <a:defRPr b="0" i="0" sz="1200" u="none" cap="none" strike="noStrike">
                <a:solidFill>
                  <a:srgbClr val="757575"/>
                </a:solidFill>
                <a:latin typeface="Arial"/>
                <a:ea typeface="Arial"/>
                <a:cs typeface="Arial"/>
                <a:sym typeface="Arial"/>
              </a:defRPr>
            </a:lvl7pPr>
            <a:lvl8pPr indent="0" lvl="7" marL="0" marR="0" algn="r">
              <a:spcBef>
                <a:spcPts val="0"/>
              </a:spcBef>
              <a:buNone/>
              <a:defRPr b="0" i="0" sz="1200" u="none" cap="none" strike="noStrike">
                <a:solidFill>
                  <a:srgbClr val="757575"/>
                </a:solidFill>
                <a:latin typeface="Arial"/>
                <a:ea typeface="Arial"/>
                <a:cs typeface="Arial"/>
                <a:sym typeface="Arial"/>
              </a:defRPr>
            </a:lvl8pPr>
            <a:lvl9pPr indent="0" lvl="8" marL="0" marR="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8D8D8"/>
            </a:gs>
            <a:gs pos="50000">
              <a:schemeClr val="lt1"/>
            </a:gs>
            <a:gs pos="100000">
              <a:srgbClr val="D8D8D8"/>
            </a:gs>
          </a:gsLst>
          <a:lin ang="13500000" scaled="0"/>
        </a:gradFill>
      </p:bgPr>
    </p:bg>
    <p:spTree>
      <p:nvGrpSpPr>
        <p:cNvPr id="845" name="Shape 845"/>
        <p:cNvGrpSpPr/>
        <p:nvPr/>
      </p:nvGrpSpPr>
      <p:grpSpPr>
        <a:xfrm>
          <a:off x="0" y="0"/>
          <a:ext cx="0" cy="0"/>
          <a:chOff x="0" y="0"/>
          <a:chExt cx="0" cy="0"/>
        </a:xfrm>
      </p:grpSpPr>
      <p:pic>
        <p:nvPicPr>
          <p:cNvPr id="846" name="Google Shape;846;g3ed88e6a675_2_2108"/>
          <p:cNvPicPr preferRelativeResize="0"/>
          <p:nvPr/>
        </p:nvPicPr>
        <p:blipFill rotWithShape="1">
          <a:blip r:embed="rId1">
            <a:alphaModFix/>
          </a:blip>
          <a:srcRect b="0" l="30127" r="0" t="24444"/>
          <a:stretch/>
        </p:blipFill>
        <p:spPr>
          <a:xfrm>
            <a:off x="-31530" y="0"/>
            <a:ext cx="1944963" cy="1880711"/>
          </a:xfrm>
          <a:prstGeom prst="rect">
            <a:avLst/>
          </a:prstGeom>
          <a:noFill/>
          <a:ln>
            <a:noFill/>
          </a:ln>
        </p:spPr>
      </p:pic>
      <p:sp>
        <p:nvSpPr>
          <p:cNvPr id="847" name="Google Shape;847;g3ed88e6a675_2_2108"/>
          <p:cNvSpPr txBox="1"/>
          <p:nvPr>
            <p:ph type="title"/>
          </p:nvPr>
        </p:nvSpPr>
        <p:spPr>
          <a:xfrm>
            <a:off x="1066799" y="647700"/>
            <a:ext cx="10058400" cy="10431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Proxima Nova"/>
              <a:buNone/>
              <a:defRPr b="1" i="0" sz="32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48" name="Google Shape;848;g3ed88e6a675_2_2108"/>
          <p:cNvSpPr txBox="1"/>
          <p:nvPr>
            <p:ph idx="1" type="body"/>
          </p:nvPr>
        </p:nvSpPr>
        <p:spPr>
          <a:xfrm>
            <a:off x="1066800" y="1825625"/>
            <a:ext cx="10058400" cy="1512300"/>
          </a:xfrm>
          <a:prstGeom prst="rect">
            <a:avLst/>
          </a:prstGeom>
          <a:noFill/>
          <a:ln>
            <a:noFill/>
          </a:ln>
        </p:spPr>
        <p:txBody>
          <a:bodyPr anchorCtr="0" anchor="t" bIns="45700" lIns="91425" spcFirstLastPara="1" rIns="91425" wrap="square" tIns="45700">
            <a:spAutoFit/>
          </a:bodyPr>
          <a:lstStyle>
            <a:lvl1pPr indent="-228600" lvl="0" marL="457200" marR="0" rtl="0" algn="l">
              <a:lnSpc>
                <a:spcPct val="100000"/>
              </a:lnSpc>
              <a:spcBef>
                <a:spcPts val="10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30200" lvl="1" marL="914400" marR="0" rtl="0" algn="l">
              <a:lnSpc>
                <a:spcPct val="90000"/>
              </a:lnSpc>
              <a:spcBef>
                <a:spcPts val="500"/>
              </a:spcBef>
              <a:spcAft>
                <a:spcPts val="0"/>
              </a:spcAft>
              <a:buClr>
                <a:srgbClr val="FFBB00"/>
              </a:buClr>
              <a:buSzPts val="1600"/>
              <a:buFont typeface="Noto Sans Symbols"/>
              <a:buChar char="▪"/>
              <a:defRPr b="0" i="0" sz="1600" u="none" cap="none" strike="noStrike">
                <a:solidFill>
                  <a:schemeClr val="dk1"/>
                </a:solidFill>
                <a:latin typeface="Proxima Nova"/>
                <a:ea typeface="Proxima Nova"/>
                <a:cs typeface="Proxima Nova"/>
                <a:sym typeface="Proxima Nova"/>
              </a:defRPr>
            </a:lvl2pPr>
            <a:lvl3pPr indent="-279400" lvl="2" marL="1371600" marR="0" rtl="0" algn="l">
              <a:lnSpc>
                <a:spcPct val="90000"/>
              </a:lnSpc>
              <a:spcBef>
                <a:spcPts val="500"/>
              </a:spcBef>
              <a:spcAft>
                <a:spcPts val="0"/>
              </a:spcAft>
              <a:buClr>
                <a:srgbClr val="FFBB00"/>
              </a:buClr>
              <a:buSzPts val="800"/>
              <a:buFont typeface="NTR"/>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90000"/>
              </a:lnSpc>
              <a:spcBef>
                <a:spcPts val="500"/>
              </a:spcBef>
              <a:spcAft>
                <a:spcPts val="0"/>
              </a:spcAft>
              <a:buClr>
                <a:srgbClr val="FFBB00"/>
              </a:buClr>
              <a:buSzPts val="1600"/>
              <a:buFont typeface="Arial"/>
              <a:buChar char="•"/>
              <a:defRPr b="0" i="0" sz="1600" u="none" cap="none" strike="noStrike">
                <a:solidFill>
                  <a:schemeClr val="dk1"/>
                </a:solidFill>
                <a:latin typeface="Proxima Nova"/>
                <a:ea typeface="Proxima Nova"/>
                <a:cs typeface="Proxima Nova"/>
                <a:sym typeface="Proxima Nova"/>
              </a:defRPr>
            </a:lvl4pPr>
            <a:lvl5pPr indent="-279400" lvl="4" marL="2286000" marR="0" rtl="0" algn="l">
              <a:lnSpc>
                <a:spcPct val="90000"/>
              </a:lnSpc>
              <a:spcBef>
                <a:spcPts val="500"/>
              </a:spcBef>
              <a:spcAft>
                <a:spcPts val="0"/>
              </a:spcAft>
              <a:buClr>
                <a:srgbClr val="FFBB00"/>
              </a:buClr>
              <a:buSzPts val="800"/>
              <a:buFont typeface="Proxima Nova"/>
              <a:buChar char="⊲"/>
              <a:defRPr b="0" i="0" sz="16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49" name="Google Shape;849;g3ed88e6a675_2_2108"/>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CC9900"/>
                </a:solidFill>
                <a:latin typeface="Proxima Nova Extrabold"/>
                <a:ea typeface="Proxima Nova Extrabold"/>
                <a:cs typeface="Proxima Nova Extrabold"/>
                <a:sym typeface="Proxima Nova Extrabold"/>
              </a:defRPr>
            </a:lvl9pPr>
          </a:lstStyle>
          <a:p>
            <a:pPr indent="0" lvl="0" marL="0" rtl="0" algn="r">
              <a:spcBef>
                <a:spcPts val="0"/>
              </a:spcBef>
              <a:spcAft>
                <a:spcPts val="0"/>
              </a:spcAft>
              <a:buNone/>
            </a:pPr>
            <a:fld id="{00000000-1234-1234-1234-123412341234}" type="slidenum">
              <a:rPr lang="en-US"/>
              <a:t>‹#›</a:t>
            </a:fld>
            <a:endParaRPr/>
          </a:p>
        </p:txBody>
      </p:sp>
      <p:sp>
        <p:nvSpPr>
          <p:cNvPr id="850" name="Google Shape;850;g3ed88e6a675_2_2108"/>
          <p:cNvSpPr/>
          <p:nvPr/>
        </p:nvSpPr>
        <p:spPr>
          <a:xfrm>
            <a:off x="7927975" y="936625"/>
            <a:ext cx="428625" cy="2003425"/>
          </a:xfrm>
          <a:custGeom>
            <a:rect b="b" l="l" r="r" t="t"/>
            <a:pathLst>
              <a:path extrusionOk="0" h="1262" w="270">
                <a:moveTo>
                  <a:pt x="0" y="0"/>
                </a:moveTo>
                <a:lnTo>
                  <a:pt x="0" y="1082"/>
                </a:lnTo>
                <a:lnTo>
                  <a:pt x="270" y="1262"/>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1" name="Google Shape;851;g3ed88e6a675_2_2108"/>
          <p:cNvSpPr/>
          <p:nvPr/>
        </p:nvSpPr>
        <p:spPr>
          <a:xfrm>
            <a:off x="10071100" y="3511550"/>
            <a:ext cx="430213" cy="2003425"/>
          </a:xfrm>
          <a:custGeom>
            <a:rect b="b" l="l" r="r" t="t"/>
            <a:pathLst>
              <a:path extrusionOk="0" h="1262" w="271">
                <a:moveTo>
                  <a:pt x="0" y="0"/>
                </a:moveTo>
                <a:lnTo>
                  <a:pt x="0" y="2"/>
                </a:lnTo>
                <a:lnTo>
                  <a:pt x="0" y="2"/>
                </a:lnTo>
                <a:lnTo>
                  <a:pt x="0" y="1080"/>
                </a:lnTo>
                <a:lnTo>
                  <a:pt x="271" y="1262"/>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2" name="Google Shape;852;g3ed88e6a675_2_2108"/>
          <p:cNvSpPr/>
          <p:nvPr/>
        </p:nvSpPr>
        <p:spPr>
          <a:xfrm>
            <a:off x="7497763" y="2366962"/>
            <a:ext cx="430213" cy="3148012"/>
          </a:xfrm>
          <a:custGeom>
            <a:rect b="b" l="l" r="r" t="t"/>
            <a:pathLst>
              <a:path extrusionOk="0" h="1983" w="271">
                <a:moveTo>
                  <a:pt x="0" y="0"/>
                </a:moveTo>
                <a:lnTo>
                  <a:pt x="2" y="1801"/>
                </a:lnTo>
                <a:lnTo>
                  <a:pt x="271" y="1983"/>
                </a:lnTo>
                <a:lnTo>
                  <a:pt x="271" y="181"/>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3" name="Google Shape;853;g3ed88e6a675_2_2108"/>
          <p:cNvSpPr/>
          <p:nvPr/>
        </p:nvSpPr>
        <p:spPr>
          <a:xfrm>
            <a:off x="8356600" y="3511550"/>
            <a:ext cx="430213" cy="3148013"/>
          </a:xfrm>
          <a:custGeom>
            <a:rect b="b" l="l" r="r" t="t"/>
            <a:pathLst>
              <a:path extrusionOk="0" h="1983" w="271">
                <a:moveTo>
                  <a:pt x="0" y="0"/>
                </a:moveTo>
                <a:lnTo>
                  <a:pt x="0" y="1801"/>
                </a:lnTo>
                <a:lnTo>
                  <a:pt x="271" y="1983"/>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4" name="Google Shape;854;g3ed88e6a675_2_2108"/>
          <p:cNvSpPr/>
          <p:nvPr/>
        </p:nvSpPr>
        <p:spPr>
          <a:xfrm>
            <a:off x="6642100" y="1795462"/>
            <a:ext cx="430213" cy="3144837"/>
          </a:xfrm>
          <a:custGeom>
            <a:rect b="b" l="l" r="r" t="t"/>
            <a:pathLst>
              <a:path extrusionOk="0" h="1981" w="271">
                <a:moveTo>
                  <a:pt x="0" y="0"/>
                </a:moveTo>
                <a:lnTo>
                  <a:pt x="0" y="1802"/>
                </a:lnTo>
                <a:lnTo>
                  <a:pt x="271" y="1981"/>
                </a:lnTo>
                <a:lnTo>
                  <a:pt x="271"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5" name="Google Shape;855;g3ed88e6a675_2_2108"/>
          <p:cNvSpPr/>
          <p:nvPr/>
        </p:nvSpPr>
        <p:spPr>
          <a:xfrm>
            <a:off x="7072313" y="-204788"/>
            <a:ext cx="425450" cy="2571750"/>
          </a:xfrm>
          <a:custGeom>
            <a:rect b="b" l="l" r="r" t="t"/>
            <a:pathLst>
              <a:path extrusionOk="0" h="1620" w="268">
                <a:moveTo>
                  <a:pt x="0" y="0"/>
                </a:moveTo>
                <a:lnTo>
                  <a:pt x="0" y="0"/>
                </a:lnTo>
                <a:lnTo>
                  <a:pt x="0" y="1440"/>
                </a:lnTo>
                <a:lnTo>
                  <a:pt x="268" y="162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6" name="Google Shape;856;g3ed88e6a675_2_2108"/>
          <p:cNvSpPr/>
          <p:nvPr/>
        </p:nvSpPr>
        <p:spPr>
          <a:xfrm>
            <a:off x="9212263" y="3511550"/>
            <a:ext cx="430213" cy="1428750"/>
          </a:xfrm>
          <a:custGeom>
            <a:rect b="b" l="l" r="r" t="t"/>
            <a:pathLst>
              <a:path extrusionOk="0" h="900" w="271">
                <a:moveTo>
                  <a:pt x="0" y="0"/>
                </a:moveTo>
                <a:lnTo>
                  <a:pt x="0" y="0"/>
                </a:lnTo>
                <a:lnTo>
                  <a:pt x="0" y="721"/>
                </a:lnTo>
                <a:lnTo>
                  <a:pt x="271" y="900"/>
                </a:lnTo>
                <a:lnTo>
                  <a:pt x="271" y="179"/>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7" name="Google Shape;857;g3ed88e6a675_2_2108"/>
          <p:cNvSpPr/>
          <p:nvPr/>
        </p:nvSpPr>
        <p:spPr>
          <a:xfrm>
            <a:off x="9642475" y="1509712"/>
            <a:ext cx="428625" cy="2005013"/>
          </a:xfrm>
          <a:custGeom>
            <a:rect b="b" l="l" r="r" t="t"/>
            <a:pathLst>
              <a:path extrusionOk="0" h="1263" w="270">
                <a:moveTo>
                  <a:pt x="0" y="0"/>
                </a:moveTo>
                <a:lnTo>
                  <a:pt x="2" y="1083"/>
                </a:lnTo>
                <a:lnTo>
                  <a:pt x="270" y="1263"/>
                </a:lnTo>
                <a:lnTo>
                  <a:pt x="270" y="1263"/>
                </a:lnTo>
                <a:lnTo>
                  <a:pt x="270" y="1261"/>
                </a:lnTo>
                <a:lnTo>
                  <a:pt x="270"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8" name="Google Shape;858;g3ed88e6a675_2_2108"/>
          <p:cNvSpPr/>
          <p:nvPr/>
        </p:nvSpPr>
        <p:spPr>
          <a:xfrm>
            <a:off x="8786813" y="2654300"/>
            <a:ext cx="425450" cy="857250"/>
          </a:xfrm>
          <a:custGeom>
            <a:rect b="b" l="l" r="r" t="t"/>
            <a:pathLst>
              <a:path extrusionOk="0" h="540" w="268">
                <a:moveTo>
                  <a:pt x="0" y="0"/>
                </a:moveTo>
                <a:lnTo>
                  <a:pt x="0" y="360"/>
                </a:lnTo>
                <a:lnTo>
                  <a:pt x="268" y="540"/>
                </a:lnTo>
                <a:lnTo>
                  <a:pt x="268" y="540"/>
                </a:lnTo>
                <a:lnTo>
                  <a:pt x="268" y="18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9" name="Google Shape;859;g3ed88e6a675_2_2108"/>
          <p:cNvSpPr/>
          <p:nvPr/>
        </p:nvSpPr>
        <p:spPr>
          <a:xfrm>
            <a:off x="8563395" y="6184416"/>
            <a:ext cx="3698455" cy="755296"/>
          </a:xfrm>
          <a:custGeom>
            <a:rect b="b" l="l" r="r" t="t"/>
            <a:pathLst>
              <a:path extrusionOk="0" h="755296" w="3698455">
                <a:moveTo>
                  <a:pt x="2504278" y="0"/>
                </a:moveTo>
                <a:lnTo>
                  <a:pt x="2501066" y="4813"/>
                </a:lnTo>
                <a:lnTo>
                  <a:pt x="3698455" y="4813"/>
                </a:lnTo>
                <a:lnTo>
                  <a:pt x="3698455" y="738333"/>
                </a:lnTo>
                <a:lnTo>
                  <a:pt x="2011616" y="738333"/>
                </a:lnTo>
                <a:lnTo>
                  <a:pt x="2003089" y="751112"/>
                </a:lnTo>
                <a:lnTo>
                  <a:pt x="0" y="755296"/>
                </a:lnTo>
                <a:lnTo>
                  <a:pt x="500998" y="4184"/>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860" name="Google Shape;860;g3ed88e6a675_2_2108"/>
          <p:cNvCxnSpPr/>
          <p:nvPr/>
        </p:nvCxnSpPr>
        <p:spPr>
          <a:xfrm rot="10800000">
            <a:off x="697451" y="6189230"/>
            <a:ext cx="11564400" cy="0"/>
          </a:xfrm>
          <a:prstGeom prst="straightConnector1">
            <a:avLst/>
          </a:prstGeom>
          <a:noFill/>
          <a:ln cap="flat" cmpd="sng" w="12700">
            <a:solidFill>
              <a:srgbClr val="FFBB00"/>
            </a:solidFill>
            <a:prstDash val="solid"/>
            <a:miter lim="8000"/>
            <a:headEnd len="sm" w="sm" type="none"/>
            <a:tailEnd len="sm" w="sm" type="none"/>
          </a:ln>
        </p:spPr>
      </p:cxnSp>
      <p:sp>
        <p:nvSpPr>
          <p:cNvPr id="861" name="Google Shape;861;g3ed88e6a675_2_2108"/>
          <p:cNvSpPr/>
          <p:nvPr/>
        </p:nvSpPr>
        <p:spPr>
          <a:xfrm>
            <a:off x="594083" y="6161984"/>
            <a:ext cx="1076751" cy="54462"/>
          </a:xfrm>
          <a:custGeom>
            <a:rect b="b" l="l" r="r" t="t"/>
            <a:pathLst>
              <a:path extrusionOk="0" h="128905" w="2548524">
                <a:moveTo>
                  <a:pt x="2458563" y="128905"/>
                </a:moveTo>
                <a:lnTo>
                  <a:pt x="2548525" y="0"/>
                </a:lnTo>
                <a:lnTo>
                  <a:pt x="89961" y="0"/>
                </a:lnTo>
                <a:lnTo>
                  <a:pt x="0" y="128905"/>
                </a:lnTo>
                <a:lnTo>
                  <a:pt x="2458563" y="128905"/>
                </a:lnTo>
                <a:close/>
              </a:path>
            </a:pathLst>
          </a:custGeom>
          <a:solidFill>
            <a:srgbClr val="FFBB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96">
          <p15:clr>
            <a:srgbClr val="F26B43"/>
          </p15:clr>
        </p15:guide>
        <p15:guide id="2" pos="384">
          <p15:clr>
            <a:srgbClr val="F26B43"/>
          </p15:clr>
        </p15:guide>
        <p15:guide id="3" pos="7008">
          <p15:clr>
            <a:srgbClr val="F26B43"/>
          </p15:clr>
        </p15:guide>
        <p15:guide id="4" orient="horz" pos="2260">
          <p15:clr>
            <a:srgbClr val="F26B43"/>
          </p15:clr>
        </p15:guide>
        <p15:guide id="5" orient="horz" pos="3600">
          <p15:clr>
            <a:srgbClr val="F26B43"/>
          </p15:clr>
        </p15:guide>
        <p15:guide id="6" orient="horz" pos="3888">
          <p15:clr>
            <a:srgbClr val="F26B43"/>
          </p15:clr>
        </p15:guide>
        <p15:guide id="7" orient="horz" pos="408">
          <p15:clr>
            <a:srgbClr val="F26B43"/>
          </p15:clr>
        </p15:guide>
        <p15:guide id="8" pos="7296">
          <p15:clr>
            <a:srgbClr val="F26B43"/>
          </p15:clr>
        </p15:guide>
        <p15:guide id="9" pos="672">
          <p15:clr>
            <a:srgbClr val="F26B43"/>
          </p15:clr>
        </p15:guide>
        <p15:guide id="10"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2.jp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0.jp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hyperlink" Target="http://towson.edu/cyber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hyperlink" Target="https://dl.dod.cyber.mil/wp-content/uploads/cae/pdf/unclass-cae_pos-cyberai.pdf" TargetMode="External"/><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hyperlink" Target="https://dl.dod.cyber.mil/wp-content/uploads/cae/pdf/unclass-cae_pos-cyberai.pdf" TargetMode="External"/><Relationship Id="rId8" Type="http://schemas.openxmlformats.org/officeDocument/2006/relationships/hyperlink" Target="https://dl.dod.cyber.mil/wp-content/uploads/cae/pdf/unclass-cyber_ai_kus_stoneman.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11.xml"/><Relationship Id="rId3" Type="http://schemas.openxmlformats.org/officeDocument/2006/relationships/hyperlink" Target="https://dl.dod.cyber.mil/wp-content/uploads/cae/pdf/unclass-cyber_ai_kus_stoneman.pdf#page=1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ec6521b2d6_0_274"/>
          <p:cNvSpPr txBox="1"/>
          <p:nvPr>
            <p:ph type="ctrTitle"/>
          </p:nvPr>
        </p:nvSpPr>
        <p:spPr>
          <a:xfrm>
            <a:off x="6281685" y="2122961"/>
            <a:ext cx="5305500" cy="210300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b" bIns="45700" lIns="228600" spcFirstLastPara="1" rIns="228600" wrap="square" tIns="45700">
            <a:normAutofit/>
          </a:bodyPr>
          <a:lstStyle/>
          <a:p>
            <a:pPr indent="0" lvl="0" marL="0" rtl="0" algn="l">
              <a:spcBef>
                <a:spcPts val="0"/>
              </a:spcBef>
              <a:spcAft>
                <a:spcPts val="0"/>
              </a:spcAft>
              <a:buClr>
                <a:schemeClr val="dk1"/>
              </a:buClr>
              <a:buSzPts val="3000"/>
              <a:buFont typeface="Proxima Nova"/>
              <a:buNone/>
            </a:pPr>
            <a:r>
              <a:rPr lang="en-US" sz="2600">
                <a:solidFill>
                  <a:srgbClr val="212121"/>
                </a:solidFill>
                <a:latin typeface="Arial"/>
                <a:ea typeface="Arial"/>
                <a:cs typeface="Arial"/>
                <a:sym typeface="Arial"/>
              </a:rPr>
              <a:t>NSF/NSA CyberAI as a model for the NAIRR Community</a:t>
            </a:r>
            <a:endParaRPr sz="4500"/>
          </a:p>
        </p:txBody>
      </p:sp>
      <p:sp>
        <p:nvSpPr>
          <p:cNvPr id="1108" name="Google Shape;1108;g3ec6521b2d6_0_274"/>
          <p:cNvSpPr txBox="1"/>
          <p:nvPr>
            <p:ph idx="1" type="subTitle"/>
          </p:nvPr>
        </p:nvSpPr>
        <p:spPr>
          <a:xfrm>
            <a:off x="6281685" y="4619724"/>
            <a:ext cx="5305500" cy="640200"/>
          </a:xfrm>
          <a:prstGeom prst="rect">
            <a:avLst/>
          </a:prstGeom>
          <a:solidFill>
            <a:srgbClr val="FFBB00"/>
          </a:solidFill>
          <a:ln>
            <a:noFill/>
          </a:ln>
          <a:effectLst>
            <a:outerShdw blurRad="50800" rotWithShape="0" algn="tr" dir="8100000" dist="38100">
              <a:srgbClr val="000000">
                <a:alpha val="40000"/>
              </a:srgbClr>
            </a:outerShdw>
          </a:effectLst>
        </p:spPr>
        <p:txBody>
          <a:bodyPr anchorCtr="0" anchor="t" bIns="45700" lIns="228600" spcFirstLastPara="1" rIns="228600" wrap="square" tIns="0">
            <a:noAutofit/>
          </a:bodyPr>
          <a:lstStyle/>
          <a:p>
            <a:pPr indent="0" lvl="0" marL="0" rtl="0" algn="l">
              <a:lnSpc>
                <a:spcPct val="90000"/>
              </a:lnSpc>
              <a:spcBef>
                <a:spcPts val="0"/>
              </a:spcBef>
              <a:spcAft>
                <a:spcPts val="0"/>
              </a:spcAft>
              <a:buClr>
                <a:srgbClr val="000000"/>
              </a:buClr>
              <a:buSzPts val="2000"/>
              <a:buNone/>
            </a:pPr>
            <a:r>
              <a:t/>
            </a:r>
            <a:endParaRPr sz="1700">
              <a:solidFill>
                <a:srgbClr val="212121"/>
              </a:solidFill>
              <a:latin typeface="Arial"/>
              <a:ea typeface="Arial"/>
              <a:cs typeface="Arial"/>
              <a:sym typeface="Arial"/>
            </a:endParaRPr>
          </a:p>
          <a:p>
            <a:pPr indent="0" lvl="0" marL="0" rtl="0" algn="l">
              <a:lnSpc>
                <a:spcPct val="90000"/>
              </a:lnSpc>
              <a:spcBef>
                <a:spcPts val="0"/>
              </a:spcBef>
              <a:spcAft>
                <a:spcPts val="0"/>
              </a:spcAft>
              <a:buClr>
                <a:srgbClr val="000000"/>
              </a:buClr>
              <a:buSzPts val="2000"/>
              <a:buNone/>
            </a:pPr>
            <a:r>
              <a:rPr lang="en-US" sz="1700">
                <a:solidFill>
                  <a:srgbClr val="212121"/>
                </a:solidFill>
                <a:latin typeface="Arial"/>
                <a:ea typeface="Arial"/>
                <a:cs typeface="Arial"/>
                <a:sym typeface="Arial"/>
              </a:rPr>
              <a:t>Sidd Kaza, Blair Taylor  Towson University</a:t>
            </a:r>
            <a:endParaRPr sz="1700">
              <a:solidFill>
                <a:srgbClr val="212121"/>
              </a:solidFill>
              <a:latin typeface="Arial"/>
              <a:ea typeface="Arial"/>
              <a:cs typeface="Arial"/>
              <a:sym typeface="Arial"/>
            </a:endParaRPr>
          </a:p>
        </p:txBody>
      </p:sp>
      <p:sp>
        <p:nvSpPr>
          <p:cNvPr id="1109" name="Google Shape;1109;g3ec6521b2d6_0_274"/>
          <p:cNvSpPr txBox="1"/>
          <p:nvPr/>
        </p:nvSpPr>
        <p:spPr>
          <a:xfrm>
            <a:off x="280555" y="6085617"/>
            <a:ext cx="88224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chemeClr val="dk1"/>
                </a:solidFill>
                <a:latin typeface="Calibri"/>
                <a:ea typeface="Calibri"/>
                <a:cs typeface="Calibri"/>
                <a:sym typeface="Calibri"/>
              </a:rPr>
              <a:t>This project is  partially funded by NSF through the CyberCorps program DGE#1663184 </a:t>
            </a:r>
            <a:r>
              <a:rPr lang="en-US" sz="1200">
                <a:solidFill>
                  <a:schemeClr val="dk1"/>
                </a:solidFill>
                <a:latin typeface="Calibri"/>
                <a:ea typeface="Calibri"/>
                <a:cs typeface="Calibri"/>
                <a:sym typeface="Calibri"/>
              </a:rPr>
              <a:t>and National Centers of Academic Excellence in Cybersecurity grant HQ0034251E002 (CAE Community) at California State San Bernardino under the DoW Cyber Academic Engagement Office</a:t>
            </a:r>
            <a:endParaRPr b="0" i="0" sz="1200" u="none" cap="none" strike="noStrike">
              <a:solidFill>
                <a:schemeClr val="dk1"/>
              </a:solidFill>
              <a:latin typeface="Calibri"/>
              <a:ea typeface="Calibri"/>
              <a:cs typeface="Calibri"/>
              <a:sym typeface="Calibri"/>
            </a:endParaRPr>
          </a:p>
        </p:txBody>
      </p:sp>
      <p:sp>
        <p:nvSpPr>
          <p:cNvPr id="1110" name="Google Shape;1110;g3ec6521b2d6_0_27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pic>
        <p:nvPicPr>
          <p:cNvPr id="1111" name="Google Shape;1111;g3ec6521b2d6_0_274"/>
          <p:cNvPicPr preferRelativeResize="0"/>
          <p:nvPr/>
        </p:nvPicPr>
        <p:blipFill rotWithShape="1">
          <a:blip r:embed="rId3">
            <a:alphaModFix/>
          </a:blip>
          <a:srcRect b="0" l="0" r="0" t="0"/>
          <a:stretch/>
        </p:blipFill>
        <p:spPr>
          <a:xfrm>
            <a:off x="6281664" y="626135"/>
            <a:ext cx="1303119" cy="1278248"/>
          </a:xfrm>
          <a:prstGeom prst="rect">
            <a:avLst/>
          </a:prstGeom>
          <a:noFill/>
          <a:ln>
            <a:noFill/>
          </a:ln>
        </p:spPr>
      </p:pic>
      <p:pic>
        <p:nvPicPr>
          <p:cNvPr id="1112" name="Google Shape;1112;g3ec6521b2d6_0_274"/>
          <p:cNvPicPr preferRelativeResize="0"/>
          <p:nvPr/>
        </p:nvPicPr>
        <p:blipFill rotWithShape="1">
          <a:blip r:embed="rId4">
            <a:alphaModFix/>
          </a:blip>
          <a:srcRect b="0" l="0" r="0" t="0"/>
          <a:stretch/>
        </p:blipFill>
        <p:spPr>
          <a:xfrm>
            <a:off x="7711001" y="687093"/>
            <a:ext cx="1214888" cy="1171755"/>
          </a:xfrm>
          <a:prstGeom prst="rect">
            <a:avLst/>
          </a:prstGeom>
          <a:noFill/>
          <a:ln>
            <a:noFill/>
          </a:ln>
        </p:spPr>
      </p:pic>
      <p:pic>
        <p:nvPicPr>
          <p:cNvPr id="1113" name="Google Shape;1113;g3ec6521b2d6_0_274"/>
          <p:cNvPicPr preferRelativeResize="0"/>
          <p:nvPr/>
        </p:nvPicPr>
        <p:blipFill rotWithShape="1">
          <a:blip r:embed="rId5">
            <a:alphaModFix/>
          </a:blip>
          <a:srcRect b="0" l="0" r="0" t="0"/>
          <a:stretch/>
        </p:blipFill>
        <p:spPr>
          <a:xfrm>
            <a:off x="9067887" y="654302"/>
            <a:ext cx="1279586" cy="1236455"/>
          </a:xfrm>
          <a:prstGeom prst="rect">
            <a:avLst/>
          </a:prstGeom>
          <a:noFill/>
          <a:ln>
            <a:noFill/>
          </a:ln>
        </p:spPr>
      </p:pic>
      <p:pic>
        <p:nvPicPr>
          <p:cNvPr descr="NSF Workshop for NSF Directorate for STEM Education CAREER Applicants –  informalscience.org" id="1114" name="Google Shape;1114;g3ec6521b2d6_0_274"/>
          <p:cNvPicPr preferRelativeResize="0"/>
          <p:nvPr/>
        </p:nvPicPr>
        <p:blipFill rotWithShape="1">
          <a:blip r:embed="rId6">
            <a:alphaModFix/>
          </a:blip>
          <a:srcRect b="25011" l="23755" r="24905" t="22225"/>
          <a:stretch/>
        </p:blipFill>
        <p:spPr>
          <a:xfrm>
            <a:off x="10269033" y="422766"/>
            <a:ext cx="1562195" cy="1559007"/>
          </a:xfrm>
          <a:prstGeom prst="rect">
            <a:avLst/>
          </a:prstGeom>
          <a:noFill/>
          <a:ln>
            <a:noFill/>
          </a:ln>
        </p:spPr>
      </p:pic>
      <p:pic>
        <p:nvPicPr>
          <p:cNvPr id="1115" name="Google Shape;1115;g3ec6521b2d6_0_274"/>
          <p:cNvPicPr preferRelativeResize="0"/>
          <p:nvPr/>
        </p:nvPicPr>
        <p:blipFill>
          <a:blip r:embed="rId7">
            <a:alphaModFix amt="75000"/>
          </a:blip>
          <a:stretch>
            <a:fillRect/>
          </a:stretch>
        </p:blipFill>
        <p:spPr>
          <a:xfrm>
            <a:off x="280550" y="152375"/>
            <a:ext cx="5434450" cy="5434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0" name="Shape 1120"/>
        <p:cNvGrpSpPr/>
        <p:nvPr/>
      </p:nvGrpSpPr>
      <p:grpSpPr>
        <a:xfrm>
          <a:off x="0" y="0"/>
          <a:ext cx="0" cy="0"/>
          <a:chOff x="0" y="0"/>
          <a:chExt cx="0" cy="0"/>
        </a:xfrm>
      </p:grpSpPr>
      <p:sp>
        <p:nvSpPr>
          <p:cNvPr id="1121" name="Google Shape;1121;g3ec5bf9a084_2_0"/>
          <p:cNvSpPr txBox="1"/>
          <p:nvPr>
            <p:ph idx="12" type="sldNum"/>
          </p:nvPr>
        </p:nvSpPr>
        <p:spPr>
          <a:xfrm>
            <a:off x="101269" y="6356349"/>
            <a:ext cx="3930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900"/>
              <a:buFont typeface="Arial"/>
              <a:buNone/>
            </a:pPr>
            <a:fld id="{00000000-1234-1234-1234-123412341234}" type="slidenum">
              <a:rPr lang="en-US"/>
              <a:t>‹#›</a:t>
            </a:fld>
            <a:endParaRPr/>
          </a:p>
        </p:txBody>
      </p:sp>
      <p:sp>
        <p:nvSpPr>
          <p:cNvPr id="1122" name="Google Shape;1122;g3ec5bf9a084_2_0"/>
          <p:cNvSpPr/>
          <p:nvPr/>
        </p:nvSpPr>
        <p:spPr>
          <a:xfrm>
            <a:off x="0" y="0"/>
            <a:ext cx="12192000" cy="142800"/>
          </a:xfrm>
          <a:prstGeom prst="rect">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23" name="Google Shape;1123;g3ec5bf9a084_2_0"/>
          <p:cNvGrpSpPr/>
          <p:nvPr/>
        </p:nvGrpSpPr>
        <p:grpSpPr>
          <a:xfrm>
            <a:off x="571500" y="381000"/>
            <a:ext cx="9525000" cy="762000"/>
            <a:chOff x="571500" y="381000"/>
            <a:chExt cx="9525000" cy="762000"/>
          </a:xfrm>
        </p:grpSpPr>
        <p:sp>
          <p:nvSpPr>
            <p:cNvPr id="1124" name="Google Shape;1124;g3ec5bf9a084_2_0"/>
            <p:cNvSpPr txBox="1"/>
            <p:nvPr/>
          </p:nvSpPr>
          <p:spPr>
            <a:xfrm>
              <a:off x="571500" y="381000"/>
              <a:ext cx="9525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143D59"/>
                  </a:solidFill>
                  <a:latin typeface="Play"/>
                  <a:ea typeface="Play"/>
                  <a:cs typeface="Play"/>
                  <a:sym typeface="Play"/>
                </a:rPr>
                <a:t>Bottom line up front (BLUF)</a:t>
              </a:r>
              <a:endParaRPr b="1" sz="3600">
                <a:solidFill>
                  <a:srgbClr val="143D59"/>
                </a:solidFill>
                <a:latin typeface="Play"/>
                <a:ea typeface="Play"/>
                <a:cs typeface="Play"/>
                <a:sym typeface="Play"/>
              </a:endParaRPr>
            </a:p>
          </p:txBody>
        </p:sp>
        <p:sp>
          <p:nvSpPr>
            <p:cNvPr id="1125" name="Google Shape;1125;g3ec5bf9a084_2_0"/>
            <p:cNvSpPr/>
            <p:nvPr/>
          </p:nvSpPr>
          <p:spPr>
            <a:xfrm>
              <a:off x="571500" y="1095375"/>
              <a:ext cx="762000" cy="38100"/>
            </a:xfrm>
            <a:prstGeom prst="rect">
              <a:avLst/>
            </a:prstGeom>
            <a:solidFill>
              <a:srgbClr val="4C7D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26" name="Google Shape;1126;g3ec5bf9a084_2_0"/>
          <p:cNvGrpSpPr/>
          <p:nvPr/>
        </p:nvGrpSpPr>
        <p:grpSpPr>
          <a:xfrm>
            <a:off x="571500" y="1524000"/>
            <a:ext cx="5381700" cy="2857500"/>
            <a:chOff x="571500" y="1524000"/>
            <a:chExt cx="5381700" cy="2857500"/>
          </a:xfrm>
        </p:grpSpPr>
        <p:sp>
          <p:nvSpPr>
            <p:cNvPr id="1127" name="Google Shape;1127;g3ec5bf9a084_2_0"/>
            <p:cNvSpPr/>
            <p:nvPr/>
          </p:nvSpPr>
          <p:spPr>
            <a:xfrm>
              <a:off x="571500" y="1524000"/>
              <a:ext cx="5381700" cy="2857500"/>
            </a:xfrm>
            <a:prstGeom prst="roundRect">
              <a:avLst>
                <a:gd fmla="val 5000"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8" name="Google Shape;1128;g3ec5bf9a084_2_0"/>
            <p:cNvSpPr txBox="1"/>
            <p:nvPr/>
          </p:nvSpPr>
          <p:spPr>
            <a:xfrm>
              <a:off x="809625" y="1762125"/>
              <a:ext cx="49053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100">
                  <a:solidFill>
                    <a:srgbClr val="143D59"/>
                  </a:solidFill>
                  <a:latin typeface="Arial"/>
                  <a:ea typeface="Arial"/>
                  <a:cs typeface="Arial"/>
                  <a:sym typeface="Arial"/>
                </a:rPr>
                <a:t>National Security Agency Centers of Academic Excellence (NSA CAE)</a:t>
              </a:r>
              <a:endParaRPr b="1" sz="2100">
                <a:solidFill>
                  <a:srgbClr val="143D59"/>
                </a:solidFill>
                <a:latin typeface="Arial"/>
                <a:ea typeface="Arial"/>
                <a:cs typeface="Arial"/>
                <a:sym typeface="Arial"/>
              </a:endParaRPr>
            </a:p>
            <a:p>
              <a:pPr indent="-349250" lvl="0" marL="457200" rtl="0" algn="l">
                <a:spcBef>
                  <a:spcPts val="1125"/>
                </a:spcBef>
                <a:spcAft>
                  <a:spcPts val="0"/>
                </a:spcAft>
                <a:buClr>
                  <a:srgbClr val="143D59"/>
                </a:buClr>
                <a:buSzPts val="1900"/>
                <a:buFont typeface="Arial"/>
                <a:buChar char="●"/>
              </a:pPr>
              <a:r>
                <a:rPr lang="en-US" sz="1900">
                  <a:solidFill>
                    <a:srgbClr val="334155"/>
                  </a:solidFill>
                  <a:latin typeface="Arial"/>
                  <a:ea typeface="Arial"/>
                  <a:cs typeface="Arial"/>
                  <a:sym typeface="Arial"/>
                </a:rPr>
                <a:t>Cyber Defense (CAE-CD)</a:t>
              </a:r>
              <a:endParaRPr sz="1900">
                <a:solidFill>
                  <a:srgbClr val="334155"/>
                </a:solidFill>
                <a:latin typeface="Arial"/>
                <a:ea typeface="Arial"/>
                <a:cs typeface="Arial"/>
                <a:sym typeface="Arial"/>
              </a:endParaRPr>
            </a:p>
            <a:p>
              <a:pPr indent="-349250" lvl="0" marL="457200" rtl="0" algn="l">
                <a:spcBef>
                  <a:spcPts val="750"/>
                </a:spcBef>
                <a:spcAft>
                  <a:spcPts val="0"/>
                </a:spcAft>
                <a:buClr>
                  <a:srgbClr val="143D59"/>
                </a:buClr>
                <a:buSzPts val="1900"/>
                <a:buFont typeface="Arial"/>
                <a:buChar char="●"/>
              </a:pPr>
              <a:r>
                <a:rPr lang="en-US" sz="1900">
                  <a:solidFill>
                    <a:srgbClr val="334155"/>
                  </a:solidFill>
                  <a:latin typeface="Arial"/>
                  <a:ea typeface="Arial"/>
                  <a:cs typeface="Arial"/>
                  <a:sym typeface="Arial"/>
                </a:rPr>
                <a:t>Cyber Operations (CAE-CO)</a:t>
              </a:r>
              <a:endParaRPr sz="1900">
                <a:solidFill>
                  <a:srgbClr val="334155"/>
                </a:solidFill>
                <a:latin typeface="Arial"/>
                <a:ea typeface="Arial"/>
                <a:cs typeface="Arial"/>
                <a:sym typeface="Arial"/>
              </a:endParaRPr>
            </a:p>
            <a:p>
              <a:pPr indent="-349250" lvl="0" marL="457200" rtl="0" algn="l">
                <a:spcBef>
                  <a:spcPts val="750"/>
                </a:spcBef>
                <a:spcAft>
                  <a:spcPts val="0"/>
                </a:spcAft>
                <a:buClr>
                  <a:srgbClr val="143D59"/>
                </a:buClr>
                <a:buSzPts val="1900"/>
                <a:buFont typeface="Arial"/>
                <a:buChar char="●"/>
              </a:pPr>
              <a:r>
                <a:rPr lang="en-US" sz="1900">
                  <a:solidFill>
                    <a:srgbClr val="334155"/>
                  </a:solidFill>
                  <a:latin typeface="Arial"/>
                  <a:ea typeface="Arial"/>
                  <a:cs typeface="Arial"/>
                  <a:sym typeface="Arial"/>
                </a:rPr>
                <a:t>Cyber Research (CAE-R)</a:t>
              </a:r>
              <a:endParaRPr sz="1900">
                <a:solidFill>
                  <a:srgbClr val="334155"/>
                </a:solidFill>
                <a:latin typeface="Arial"/>
                <a:ea typeface="Arial"/>
                <a:cs typeface="Arial"/>
                <a:sym typeface="Arial"/>
              </a:endParaRPr>
            </a:p>
            <a:p>
              <a:pPr indent="-349250" lvl="0" marL="457200" rtl="0" algn="l">
                <a:spcBef>
                  <a:spcPts val="750"/>
                </a:spcBef>
                <a:spcAft>
                  <a:spcPts val="0"/>
                </a:spcAft>
                <a:buClr>
                  <a:srgbClr val="143D59"/>
                </a:buClr>
                <a:buSzPts val="1900"/>
                <a:buFont typeface="Arial"/>
                <a:buChar char="●"/>
              </a:pPr>
              <a:r>
                <a:rPr b="1" lang="en-US" sz="1900">
                  <a:solidFill>
                    <a:srgbClr val="143D59"/>
                  </a:solidFill>
                  <a:latin typeface="Arial"/>
                  <a:ea typeface="Arial"/>
                  <a:cs typeface="Arial"/>
                  <a:sym typeface="Arial"/>
                </a:rPr>
                <a:t>CyberAI (CAE-CAI)</a:t>
              </a:r>
              <a:endParaRPr b="1" sz="1900">
                <a:solidFill>
                  <a:srgbClr val="143D59"/>
                </a:solidFill>
                <a:latin typeface="Arial"/>
                <a:ea typeface="Arial"/>
                <a:cs typeface="Arial"/>
                <a:sym typeface="Arial"/>
              </a:endParaRPr>
            </a:p>
          </p:txBody>
        </p:sp>
      </p:grpSp>
      <p:grpSp>
        <p:nvGrpSpPr>
          <p:cNvPr id="1129" name="Google Shape;1129;g3ec5bf9a084_2_0"/>
          <p:cNvGrpSpPr/>
          <p:nvPr/>
        </p:nvGrpSpPr>
        <p:grpSpPr>
          <a:xfrm>
            <a:off x="6238875" y="1524000"/>
            <a:ext cx="5381700" cy="2857500"/>
            <a:chOff x="6238875" y="1524000"/>
            <a:chExt cx="5381700" cy="2857500"/>
          </a:xfrm>
        </p:grpSpPr>
        <p:sp>
          <p:nvSpPr>
            <p:cNvPr id="1130" name="Google Shape;1130;g3ec5bf9a084_2_0"/>
            <p:cNvSpPr/>
            <p:nvPr/>
          </p:nvSpPr>
          <p:spPr>
            <a:xfrm>
              <a:off x="6238875" y="1524000"/>
              <a:ext cx="5381700" cy="2857500"/>
            </a:xfrm>
            <a:prstGeom prst="roundRect">
              <a:avLst>
                <a:gd fmla="val 5000"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g3ec5bf9a084_2_0"/>
            <p:cNvSpPr txBox="1"/>
            <p:nvPr/>
          </p:nvSpPr>
          <p:spPr>
            <a:xfrm>
              <a:off x="6477000" y="1762125"/>
              <a:ext cx="49053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143D59"/>
                  </a:solidFill>
                  <a:latin typeface="Arial"/>
                  <a:ea typeface="Arial"/>
                  <a:cs typeface="Arial"/>
                  <a:sym typeface="Arial"/>
                </a:rPr>
                <a:t>National Science Foundation (NSF)</a:t>
              </a:r>
              <a:endParaRPr b="1" sz="2200">
                <a:solidFill>
                  <a:srgbClr val="143D59"/>
                </a:solidFill>
                <a:latin typeface="Arial"/>
                <a:ea typeface="Arial"/>
                <a:cs typeface="Arial"/>
                <a:sym typeface="Arial"/>
              </a:endParaRPr>
            </a:p>
            <a:p>
              <a:pPr indent="-355600" lvl="0" marL="457200" rtl="0" algn="l">
                <a:spcBef>
                  <a:spcPts val="1125"/>
                </a:spcBef>
                <a:spcAft>
                  <a:spcPts val="0"/>
                </a:spcAft>
                <a:buClr>
                  <a:srgbClr val="334155"/>
                </a:buClr>
                <a:buSzPts val="2000"/>
                <a:buFont typeface="Arial"/>
                <a:buChar char="●"/>
              </a:pPr>
              <a:r>
                <a:rPr lang="en-US" sz="2000">
                  <a:solidFill>
                    <a:srgbClr val="334155"/>
                  </a:solidFill>
                  <a:latin typeface="Arial"/>
                  <a:ea typeface="Arial"/>
                  <a:cs typeface="Arial"/>
                  <a:sym typeface="Arial"/>
                </a:rPr>
                <a:t>Was: </a:t>
              </a:r>
              <a:r>
                <a:rPr b="1" lang="en-US" sz="2000">
                  <a:solidFill>
                    <a:srgbClr val="334155"/>
                  </a:solidFill>
                  <a:latin typeface="Arial"/>
                  <a:ea typeface="Arial"/>
                  <a:cs typeface="Arial"/>
                  <a:sym typeface="Arial"/>
                </a:rPr>
                <a:t>CyberCorps Scholarship for Service</a:t>
              </a:r>
              <a:endParaRPr sz="2000">
                <a:solidFill>
                  <a:srgbClr val="334155"/>
                </a:solidFill>
                <a:latin typeface="Arial"/>
                <a:ea typeface="Arial"/>
                <a:cs typeface="Arial"/>
                <a:sym typeface="Arial"/>
              </a:endParaRPr>
            </a:p>
            <a:p>
              <a:pPr indent="-355600" lvl="0" marL="457200" rtl="0" algn="l">
                <a:spcBef>
                  <a:spcPts val="1125"/>
                </a:spcBef>
                <a:spcAft>
                  <a:spcPts val="0"/>
                </a:spcAft>
                <a:buClr>
                  <a:srgbClr val="334155"/>
                </a:buClr>
                <a:buSzPts val="2000"/>
                <a:buFont typeface="Arial"/>
                <a:buChar char="●"/>
              </a:pPr>
              <a:r>
                <a:rPr lang="en-US" sz="2000">
                  <a:solidFill>
                    <a:srgbClr val="334155"/>
                  </a:solidFill>
                  <a:latin typeface="Arial"/>
                  <a:ea typeface="Arial"/>
                  <a:cs typeface="Arial"/>
                  <a:sym typeface="Arial"/>
                </a:rPr>
                <a:t>Now: </a:t>
              </a:r>
              <a:r>
                <a:rPr b="1" lang="en-US" sz="2000">
                  <a:solidFill>
                    <a:srgbClr val="143D59"/>
                  </a:solidFill>
                  <a:latin typeface="Arial"/>
                  <a:ea typeface="Arial"/>
                  <a:cs typeface="Arial"/>
                  <a:sym typeface="Arial"/>
                </a:rPr>
                <a:t>Scholarship for Service (CyberAI SFS)</a:t>
              </a:r>
              <a:endParaRPr sz="2000">
                <a:solidFill>
                  <a:srgbClr val="334155"/>
                </a:solidFill>
                <a:latin typeface="Arial"/>
                <a:ea typeface="Arial"/>
                <a:cs typeface="Arial"/>
                <a:sym typeface="Arial"/>
              </a:endParaRPr>
            </a:p>
          </p:txBody>
        </p:sp>
      </p:grpSp>
      <p:grpSp>
        <p:nvGrpSpPr>
          <p:cNvPr id="1132" name="Google Shape;1132;g3ec5bf9a084_2_0"/>
          <p:cNvGrpSpPr/>
          <p:nvPr/>
        </p:nvGrpSpPr>
        <p:grpSpPr>
          <a:xfrm>
            <a:off x="571500" y="4667250"/>
            <a:ext cx="11049000" cy="762000"/>
            <a:chOff x="571500" y="4667250"/>
            <a:chExt cx="11049000" cy="762000"/>
          </a:xfrm>
        </p:grpSpPr>
        <p:sp>
          <p:nvSpPr>
            <p:cNvPr id="1133" name="Google Shape;1133;g3ec5bf9a084_2_0"/>
            <p:cNvSpPr/>
            <p:nvPr/>
          </p:nvSpPr>
          <p:spPr>
            <a:xfrm>
              <a:off x="571500" y="4667250"/>
              <a:ext cx="11049000" cy="762000"/>
            </a:xfrm>
            <a:prstGeom prst="roundRect">
              <a:avLst>
                <a:gd fmla="val 50000" name="adj"/>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g3ec5bf9a084_2_0"/>
            <p:cNvSpPr txBox="1"/>
            <p:nvPr/>
          </p:nvSpPr>
          <p:spPr>
            <a:xfrm>
              <a:off x="952500" y="466725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FFFFFF"/>
                  </a:solidFill>
                  <a:latin typeface="Play"/>
                  <a:ea typeface="Play"/>
                  <a:cs typeface="Play"/>
                  <a:sym typeface="Play"/>
                </a:rPr>
                <a:t>Cyber+AI is a good model for AI+X and X+AI</a:t>
              </a:r>
              <a:endParaRPr b="1" sz="2200">
                <a:solidFill>
                  <a:srgbClr val="FFFFFF"/>
                </a:solidFill>
                <a:latin typeface="Play"/>
                <a:ea typeface="Play"/>
                <a:cs typeface="Play"/>
                <a:sym typeface="Play"/>
              </a:endParaRPr>
            </a:p>
          </p:txBody>
        </p:sp>
      </p:grpSp>
      <p:pic>
        <p:nvPicPr>
          <p:cNvPr id="1135" name="Google Shape;1135;g3ec5bf9a084_2_0"/>
          <p:cNvPicPr preferRelativeResize="0"/>
          <p:nvPr/>
        </p:nvPicPr>
        <p:blipFill rotWithShape="1">
          <a:blip r:embed="rId4">
            <a:alphaModFix/>
          </a:blip>
          <a:srcRect b="1248" l="0" r="0" t="1248"/>
          <a:stretch/>
        </p:blipFill>
        <p:spPr>
          <a:xfrm>
            <a:off x="10477500" y="285750"/>
            <a:ext cx="1143000" cy="1114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0" name="Shape 1140"/>
        <p:cNvGrpSpPr/>
        <p:nvPr/>
      </p:nvGrpSpPr>
      <p:grpSpPr>
        <a:xfrm>
          <a:off x="0" y="0"/>
          <a:ext cx="0" cy="0"/>
          <a:chOff x="0" y="0"/>
          <a:chExt cx="0" cy="0"/>
        </a:xfrm>
      </p:grpSpPr>
      <p:sp>
        <p:nvSpPr>
          <p:cNvPr id="1141" name="Google Shape;1141;p4"/>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142" name="Google Shape;1142;p4"/>
          <p:cNvSpPr/>
          <p:nvPr/>
        </p:nvSpPr>
        <p:spPr>
          <a:xfrm>
            <a:off x="0" y="0"/>
            <a:ext cx="12192000" cy="142800"/>
          </a:xfrm>
          <a:prstGeom prst="rect">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4"/>
          <p:cNvSpPr txBox="1"/>
          <p:nvPr>
            <p:ph type="title"/>
          </p:nvPr>
        </p:nvSpPr>
        <p:spPr>
          <a:xfrm>
            <a:off x="571500" y="381000"/>
            <a:ext cx="11049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3600">
                <a:solidFill>
                  <a:srgbClr val="143D59"/>
                </a:solidFill>
                <a:latin typeface="Play"/>
                <a:ea typeface="Play"/>
                <a:cs typeface="Play"/>
                <a:sym typeface="Play"/>
              </a:rPr>
              <a:t>NSF CyberAICorps Program</a:t>
            </a:r>
            <a:endParaRPr b="1" sz="3600">
              <a:solidFill>
                <a:srgbClr val="143D59"/>
              </a:solidFill>
              <a:latin typeface="Play"/>
              <a:ea typeface="Play"/>
              <a:cs typeface="Play"/>
              <a:sym typeface="Play"/>
            </a:endParaRPr>
          </a:p>
        </p:txBody>
      </p:sp>
      <p:sp>
        <p:nvSpPr>
          <p:cNvPr id="1144" name="Google Shape;1144;p4"/>
          <p:cNvSpPr/>
          <p:nvPr/>
        </p:nvSpPr>
        <p:spPr>
          <a:xfrm>
            <a:off x="571500" y="1095375"/>
            <a:ext cx="762000" cy="38100"/>
          </a:xfrm>
          <a:prstGeom prst="rect">
            <a:avLst/>
          </a:prstGeom>
          <a:solidFill>
            <a:srgbClr val="4C7D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5" name="Google Shape;1145;p4"/>
          <p:cNvGrpSpPr/>
          <p:nvPr/>
        </p:nvGrpSpPr>
        <p:grpSpPr>
          <a:xfrm>
            <a:off x="571500" y="1381125"/>
            <a:ext cx="11049000" cy="952500"/>
            <a:chOff x="571500" y="1381125"/>
            <a:chExt cx="11049000" cy="952500"/>
          </a:xfrm>
        </p:grpSpPr>
        <p:sp>
          <p:nvSpPr>
            <p:cNvPr id="1146" name="Google Shape;1146;p4"/>
            <p:cNvSpPr/>
            <p:nvPr/>
          </p:nvSpPr>
          <p:spPr>
            <a:xfrm>
              <a:off x="571500" y="1381125"/>
              <a:ext cx="11049000" cy="952500"/>
            </a:xfrm>
            <a:prstGeom prst="roundRect">
              <a:avLst>
                <a:gd fmla="val 10000" name="adj"/>
              </a:avLst>
            </a:prstGeom>
            <a:solidFill>
              <a:srgbClr val="E2E8F0">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7" name="Google Shape;1147;p4"/>
            <p:cNvSpPr txBox="1"/>
            <p:nvPr/>
          </p:nvSpPr>
          <p:spPr>
            <a:xfrm>
              <a:off x="857250" y="1381125"/>
              <a:ext cx="10477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1E293B"/>
                  </a:solidFill>
                  <a:latin typeface="Arial"/>
                  <a:ea typeface="Arial"/>
                  <a:cs typeface="Arial"/>
                  <a:sym typeface="Arial"/>
                </a:rPr>
                <a:t>The </a:t>
              </a:r>
              <a:r>
                <a:rPr b="1" lang="en-US" sz="1800">
                  <a:solidFill>
                    <a:srgbClr val="143D59"/>
                  </a:solidFill>
                  <a:latin typeface="Arial"/>
                  <a:ea typeface="Arial"/>
                  <a:cs typeface="Arial"/>
                  <a:sym typeface="Arial"/>
                </a:rPr>
                <a:t>2022 CHIPS and Science Act</a:t>
              </a:r>
              <a:r>
                <a:rPr lang="en-US" sz="1800">
                  <a:solidFill>
                    <a:srgbClr val="1E293B"/>
                  </a:solidFill>
                  <a:latin typeface="Arial"/>
                  <a:ea typeface="Arial"/>
                  <a:cs typeface="Arial"/>
                  <a:sym typeface="Arial"/>
                </a:rPr>
                <a:t> required the National Science Foundation (NSF) to determine the workforce needs for the US government.</a:t>
              </a:r>
              <a:endParaRPr sz="1800">
                <a:solidFill>
                  <a:srgbClr val="1E293B"/>
                </a:solidFill>
                <a:latin typeface="Arial"/>
                <a:ea typeface="Arial"/>
                <a:cs typeface="Arial"/>
                <a:sym typeface="Arial"/>
              </a:endParaRPr>
            </a:p>
          </p:txBody>
        </p:sp>
      </p:grpSp>
      <p:grpSp>
        <p:nvGrpSpPr>
          <p:cNvPr id="1148" name="Google Shape;1148;p4"/>
          <p:cNvGrpSpPr/>
          <p:nvPr/>
        </p:nvGrpSpPr>
        <p:grpSpPr>
          <a:xfrm>
            <a:off x="571500" y="2571750"/>
            <a:ext cx="3429000" cy="2857500"/>
            <a:chOff x="571500" y="2571750"/>
            <a:chExt cx="3429000" cy="2857500"/>
          </a:xfrm>
        </p:grpSpPr>
        <p:sp>
          <p:nvSpPr>
            <p:cNvPr id="1149" name="Google Shape;1149;p4"/>
            <p:cNvSpPr/>
            <p:nvPr/>
          </p:nvSpPr>
          <p:spPr>
            <a:xfrm>
              <a:off x="571500" y="2571750"/>
              <a:ext cx="3429000" cy="2857500"/>
            </a:xfrm>
            <a:prstGeom prst="roundRect">
              <a:avLst>
                <a:gd fmla="val 5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0" name="Google Shape;1150;p4"/>
            <p:cNvSpPr txBox="1"/>
            <p:nvPr/>
          </p:nvSpPr>
          <p:spPr>
            <a:xfrm>
              <a:off x="809625" y="2856611"/>
              <a:ext cx="2952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200">
                  <a:solidFill>
                    <a:srgbClr val="4C7DFF"/>
                  </a:solidFill>
                  <a:latin typeface="Material Icons"/>
                  <a:ea typeface="Material Icons"/>
                  <a:cs typeface="Material Icons"/>
                  <a:sym typeface="Material Icons"/>
                </a:rPr>
                <a:t>school</a:t>
              </a:r>
              <a:endParaRPr sz="3200">
                <a:solidFill>
                  <a:srgbClr val="4C7DFF"/>
                </a:solidFill>
                <a:latin typeface="Material Icons"/>
                <a:ea typeface="Material Icons"/>
                <a:cs typeface="Material Icons"/>
                <a:sym typeface="Material Icons"/>
              </a:endParaRPr>
            </a:p>
          </p:txBody>
        </p:sp>
        <p:sp>
          <p:nvSpPr>
            <p:cNvPr id="1151" name="Google Shape;1151;p4"/>
            <p:cNvSpPr txBox="1"/>
            <p:nvPr/>
          </p:nvSpPr>
          <p:spPr>
            <a:xfrm>
              <a:off x="809625" y="3333750"/>
              <a:ext cx="29529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143D59"/>
                  </a:solidFill>
                  <a:latin typeface="Play"/>
                  <a:ea typeface="Play"/>
                  <a:cs typeface="Play"/>
                  <a:sym typeface="Play"/>
                </a:rPr>
                <a:t>CyberAI Scholarships</a:t>
              </a:r>
              <a:endParaRPr b="1" sz="2000">
                <a:solidFill>
                  <a:srgbClr val="143D59"/>
                </a:solidFill>
                <a:latin typeface="Play"/>
                <a:ea typeface="Play"/>
                <a:cs typeface="Play"/>
                <a:sym typeface="Play"/>
              </a:endParaRPr>
            </a:p>
            <a:p>
              <a:pPr indent="0" lvl="0" marL="0" rtl="0" algn="l">
                <a:spcBef>
                  <a:spcPts val="1125"/>
                </a:spcBef>
                <a:spcAft>
                  <a:spcPts val="0"/>
                </a:spcAft>
                <a:buNone/>
              </a:pPr>
              <a:r>
                <a:rPr lang="en-US" sz="1400">
                  <a:solidFill>
                    <a:srgbClr val="334155"/>
                  </a:solidFill>
                  <a:latin typeface="Arial"/>
                  <a:ea typeface="Arial"/>
                  <a:cs typeface="Arial"/>
                  <a:sym typeface="Arial"/>
                </a:rPr>
                <a:t>Modeled after Cybercorps "Scholarship for Service" program to build government workforce.</a:t>
              </a:r>
              <a:endParaRPr sz="1400">
                <a:solidFill>
                  <a:srgbClr val="334155"/>
                </a:solidFill>
                <a:latin typeface="Arial"/>
                <a:ea typeface="Arial"/>
                <a:cs typeface="Arial"/>
                <a:sym typeface="Arial"/>
              </a:endParaRPr>
            </a:p>
          </p:txBody>
        </p:sp>
      </p:grpSp>
      <p:grpSp>
        <p:nvGrpSpPr>
          <p:cNvPr id="1152" name="Google Shape;1152;p4"/>
          <p:cNvGrpSpPr/>
          <p:nvPr/>
        </p:nvGrpSpPr>
        <p:grpSpPr>
          <a:xfrm>
            <a:off x="4381500" y="2571750"/>
            <a:ext cx="3429000" cy="2857500"/>
            <a:chOff x="4381500" y="2571750"/>
            <a:chExt cx="3429000" cy="2857500"/>
          </a:xfrm>
        </p:grpSpPr>
        <p:sp>
          <p:nvSpPr>
            <p:cNvPr id="1153" name="Google Shape;1153;p4"/>
            <p:cNvSpPr/>
            <p:nvPr/>
          </p:nvSpPr>
          <p:spPr>
            <a:xfrm>
              <a:off x="4381500" y="2571750"/>
              <a:ext cx="3429000" cy="2857500"/>
            </a:xfrm>
            <a:prstGeom prst="roundRect">
              <a:avLst>
                <a:gd fmla="val 5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4" name="Google Shape;1154;p4"/>
            <p:cNvSpPr txBox="1"/>
            <p:nvPr/>
          </p:nvSpPr>
          <p:spPr>
            <a:xfrm>
              <a:off x="4619625" y="2856611"/>
              <a:ext cx="2952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200">
                  <a:solidFill>
                    <a:srgbClr val="4C7DFF"/>
                  </a:solidFill>
                  <a:latin typeface="Material Icons"/>
                  <a:ea typeface="Material Icons"/>
                  <a:cs typeface="Material Icons"/>
                  <a:sym typeface="Material Icons"/>
                </a:rPr>
                <a:t>lightbulb</a:t>
              </a:r>
              <a:endParaRPr sz="3200">
                <a:solidFill>
                  <a:srgbClr val="4C7DFF"/>
                </a:solidFill>
                <a:latin typeface="Material Icons"/>
                <a:ea typeface="Material Icons"/>
                <a:cs typeface="Material Icons"/>
                <a:sym typeface="Material Icons"/>
              </a:endParaRPr>
            </a:p>
          </p:txBody>
        </p:sp>
        <p:sp>
          <p:nvSpPr>
            <p:cNvPr id="1155" name="Google Shape;1155;p4"/>
            <p:cNvSpPr txBox="1"/>
            <p:nvPr/>
          </p:nvSpPr>
          <p:spPr>
            <a:xfrm>
              <a:off x="4619625" y="3333750"/>
              <a:ext cx="29529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143D59"/>
                  </a:solidFill>
                  <a:latin typeface="Play"/>
                  <a:ea typeface="Play"/>
                  <a:cs typeface="Play"/>
                  <a:sym typeface="Play"/>
                </a:rPr>
                <a:t>AI Innovation Grants</a:t>
              </a:r>
              <a:endParaRPr b="1" sz="2000">
                <a:solidFill>
                  <a:srgbClr val="143D59"/>
                </a:solidFill>
                <a:latin typeface="Play"/>
                <a:ea typeface="Play"/>
                <a:cs typeface="Play"/>
                <a:sym typeface="Play"/>
              </a:endParaRPr>
            </a:p>
            <a:p>
              <a:pPr indent="0" lvl="0" marL="0" rtl="0" algn="l">
                <a:spcBef>
                  <a:spcPts val="1125"/>
                </a:spcBef>
                <a:spcAft>
                  <a:spcPts val="0"/>
                </a:spcAft>
                <a:buNone/>
              </a:pPr>
              <a:r>
                <a:rPr lang="en-US" sz="1400">
                  <a:solidFill>
                    <a:srgbClr val="334155"/>
                  </a:solidFill>
                  <a:latin typeface="Arial"/>
                  <a:ea typeface="Arial"/>
                  <a:cs typeface="Arial"/>
                  <a:sym typeface="Arial"/>
                </a:rPr>
                <a:t>Multidisciplinary programs covering:</a:t>
              </a:r>
              <a:endParaRPr sz="1400">
                <a:solidFill>
                  <a:srgbClr val="334155"/>
                </a:solidFill>
                <a:latin typeface="Arial"/>
                <a:ea typeface="Arial"/>
                <a:cs typeface="Arial"/>
                <a:sym typeface="Arial"/>
              </a:endParaRPr>
            </a:p>
            <a:p>
              <a:pPr indent="-311150" lvl="0" marL="457200" rtl="0" algn="l">
                <a:spcBef>
                  <a:spcPts val="750"/>
                </a:spcBef>
                <a:spcAft>
                  <a:spcPts val="0"/>
                </a:spcAft>
                <a:buClr>
                  <a:srgbClr val="334155"/>
                </a:buClr>
                <a:buSzPts val="1300"/>
                <a:buFont typeface="Arial"/>
                <a:buChar char="●"/>
              </a:pPr>
              <a:r>
                <a:rPr lang="en-US" sz="1300">
                  <a:solidFill>
                    <a:srgbClr val="334155"/>
                  </a:solidFill>
                  <a:latin typeface="Arial"/>
                  <a:ea typeface="Arial"/>
                  <a:cs typeface="Arial"/>
                  <a:sym typeface="Arial"/>
                </a:rPr>
                <a:t>Social &amp; Economic topics</a:t>
              </a:r>
              <a:endParaRPr sz="1300">
                <a:solidFill>
                  <a:srgbClr val="334155"/>
                </a:solidFill>
                <a:latin typeface="Arial"/>
                <a:ea typeface="Arial"/>
                <a:cs typeface="Arial"/>
                <a:sym typeface="Arial"/>
              </a:endParaRPr>
            </a:p>
            <a:p>
              <a:pPr indent="-311150" lvl="0" marL="457200" rtl="0" algn="l">
                <a:spcBef>
                  <a:spcPts val="375"/>
                </a:spcBef>
                <a:spcAft>
                  <a:spcPts val="375"/>
                </a:spcAft>
                <a:buClr>
                  <a:srgbClr val="334155"/>
                </a:buClr>
                <a:buSzPts val="1300"/>
                <a:buFont typeface="Arial"/>
                <a:buChar char="●"/>
              </a:pPr>
              <a:r>
                <a:rPr lang="en-US" sz="1300">
                  <a:solidFill>
                    <a:srgbClr val="334155"/>
                  </a:solidFill>
                  <a:latin typeface="Arial"/>
                  <a:ea typeface="Arial"/>
                  <a:cs typeface="Arial"/>
                  <a:sym typeface="Arial"/>
                </a:rPr>
                <a:t>Legal &amp; Ethical frameworks</a:t>
              </a:r>
              <a:endParaRPr sz="1300">
                <a:solidFill>
                  <a:srgbClr val="334155"/>
                </a:solidFill>
                <a:latin typeface="Arial"/>
                <a:ea typeface="Arial"/>
                <a:cs typeface="Arial"/>
                <a:sym typeface="Arial"/>
              </a:endParaRPr>
            </a:p>
          </p:txBody>
        </p:sp>
      </p:grpSp>
      <p:grpSp>
        <p:nvGrpSpPr>
          <p:cNvPr id="1156" name="Google Shape;1156;p4"/>
          <p:cNvGrpSpPr/>
          <p:nvPr/>
        </p:nvGrpSpPr>
        <p:grpSpPr>
          <a:xfrm>
            <a:off x="8191500" y="2571750"/>
            <a:ext cx="3429000" cy="2857500"/>
            <a:chOff x="8191500" y="2571750"/>
            <a:chExt cx="3429000" cy="2857500"/>
          </a:xfrm>
        </p:grpSpPr>
        <p:sp>
          <p:nvSpPr>
            <p:cNvPr id="1157" name="Google Shape;1157;p4"/>
            <p:cNvSpPr/>
            <p:nvPr/>
          </p:nvSpPr>
          <p:spPr>
            <a:xfrm>
              <a:off x="8191500" y="2571750"/>
              <a:ext cx="3429000" cy="2857500"/>
            </a:xfrm>
            <a:prstGeom prst="roundRect">
              <a:avLst>
                <a:gd fmla="val 5000"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8" name="Google Shape;1158;p4"/>
            <p:cNvSpPr txBox="1"/>
            <p:nvPr/>
          </p:nvSpPr>
          <p:spPr>
            <a:xfrm>
              <a:off x="8429625" y="2856611"/>
              <a:ext cx="2952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200">
                  <a:solidFill>
                    <a:srgbClr val="4C7DFF"/>
                  </a:solidFill>
                  <a:latin typeface="Material Icons"/>
                  <a:ea typeface="Material Icons"/>
                  <a:cs typeface="Material Icons"/>
                  <a:sym typeface="Material Icons"/>
                </a:rPr>
                <a:t>history_edu</a:t>
              </a:r>
              <a:endParaRPr sz="3200">
                <a:solidFill>
                  <a:srgbClr val="4C7DFF"/>
                </a:solidFill>
                <a:latin typeface="Material Icons"/>
                <a:ea typeface="Material Icons"/>
                <a:cs typeface="Material Icons"/>
                <a:sym typeface="Material Icons"/>
              </a:endParaRPr>
            </a:p>
          </p:txBody>
        </p:sp>
        <p:sp>
          <p:nvSpPr>
            <p:cNvPr id="1159" name="Google Shape;1159;p4"/>
            <p:cNvSpPr txBox="1"/>
            <p:nvPr/>
          </p:nvSpPr>
          <p:spPr>
            <a:xfrm>
              <a:off x="8429625" y="3333750"/>
              <a:ext cx="29529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143D59"/>
                  </a:solidFill>
                  <a:latin typeface="Play"/>
                  <a:ea typeface="Play"/>
                  <a:cs typeface="Play"/>
                  <a:sym typeface="Play"/>
                </a:rPr>
                <a:t>Graduate Fellowships</a:t>
              </a:r>
              <a:endParaRPr b="1" sz="2000">
                <a:solidFill>
                  <a:srgbClr val="143D59"/>
                </a:solidFill>
                <a:latin typeface="Play"/>
                <a:ea typeface="Play"/>
                <a:cs typeface="Play"/>
                <a:sym typeface="Play"/>
              </a:endParaRPr>
            </a:p>
            <a:p>
              <a:pPr indent="0" lvl="0" marL="0" rtl="0" algn="l">
                <a:spcBef>
                  <a:spcPts val="1125"/>
                </a:spcBef>
                <a:spcAft>
                  <a:spcPts val="0"/>
                </a:spcAft>
                <a:buNone/>
              </a:pPr>
              <a:r>
                <a:rPr lang="en-US" sz="1400">
                  <a:solidFill>
                    <a:srgbClr val="334155"/>
                  </a:solidFill>
                  <a:latin typeface="Arial"/>
                  <a:ea typeface="Arial"/>
                  <a:cs typeface="Arial"/>
                  <a:sym typeface="Arial"/>
                </a:rPr>
                <a:t>Support for master's and doctoral research in AI and AI-related fields.</a:t>
              </a:r>
              <a:endParaRPr sz="1400">
                <a:solidFill>
                  <a:srgbClr val="334155"/>
                </a:solidFill>
                <a:latin typeface="Arial"/>
                <a:ea typeface="Arial"/>
                <a:cs typeface="Arial"/>
                <a:sym typeface="Arial"/>
              </a:endParaRPr>
            </a:p>
          </p:txBody>
        </p:sp>
      </p:grpSp>
      <p:grpSp>
        <p:nvGrpSpPr>
          <p:cNvPr id="1160" name="Google Shape;1160;p4"/>
          <p:cNvGrpSpPr/>
          <p:nvPr/>
        </p:nvGrpSpPr>
        <p:grpSpPr>
          <a:xfrm>
            <a:off x="571500" y="5715000"/>
            <a:ext cx="11049000" cy="571500"/>
            <a:chOff x="571500" y="5715000"/>
            <a:chExt cx="11049000" cy="571500"/>
          </a:xfrm>
        </p:grpSpPr>
        <p:sp>
          <p:nvSpPr>
            <p:cNvPr id="1161" name="Google Shape;1161;p4"/>
            <p:cNvSpPr/>
            <p:nvPr/>
          </p:nvSpPr>
          <p:spPr>
            <a:xfrm>
              <a:off x="571500" y="5715000"/>
              <a:ext cx="11049000" cy="571500"/>
            </a:xfrm>
            <a:prstGeom prst="roundRect">
              <a:avLst>
                <a:gd fmla="val 50000" name="adj"/>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2" name="Google Shape;1162;p4"/>
            <p:cNvSpPr txBox="1"/>
            <p:nvPr/>
          </p:nvSpPr>
          <p:spPr>
            <a:xfrm>
              <a:off x="952500" y="5715000"/>
              <a:ext cx="10287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FFFFFF"/>
                  </a:solidFill>
                  <a:latin typeface="Play"/>
                  <a:ea typeface="Play"/>
                  <a:cs typeface="Play"/>
                  <a:sym typeface="Play"/>
                </a:rPr>
                <a:t>NSF/NSA Cyber AI Project</a:t>
              </a:r>
              <a:endParaRPr b="1" sz="1800">
                <a:solidFill>
                  <a:srgbClr val="FFFFFF"/>
                </a:solidFill>
                <a:latin typeface="Play"/>
                <a:ea typeface="Play"/>
                <a:cs typeface="Play"/>
                <a:sym typeface="Play"/>
              </a:endParaRPr>
            </a:p>
          </p:txBody>
        </p:sp>
      </p:grpSp>
      <p:pic>
        <p:nvPicPr>
          <p:cNvPr id="1163" name="Google Shape;1163;p4"/>
          <p:cNvPicPr preferRelativeResize="0"/>
          <p:nvPr/>
        </p:nvPicPr>
        <p:blipFill rotWithShape="1">
          <a:blip r:embed="rId4">
            <a:alphaModFix/>
          </a:blip>
          <a:srcRect b="70" l="0" r="0" t="60"/>
          <a:stretch/>
        </p:blipFill>
        <p:spPr>
          <a:xfrm>
            <a:off x="10668000" y="238125"/>
            <a:ext cx="952500" cy="895500"/>
          </a:xfrm>
          <a:prstGeom prst="rect">
            <a:avLst/>
          </a:prstGeom>
          <a:noFill/>
          <a:ln>
            <a:noFill/>
          </a:ln>
        </p:spPr>
      </p:pic>
      <p:pic>
        <p:nvPicPr>
          <p:cNvPr id="1164" name="Google Shape;1164;p4"/>
          <p:cNvPicPr preferRelativeResize="0"/>
          <p:nvPr/>
        </p:nvPicPr>
        <p:blipFill rotWithShape="1">
          <a:blip r:embed="rId5">
            <a:alphaModFix/>
          </a:blip>
          <a:srcRect b="0" l="14770" r="14763" t="0"/>
          <a:stretch/>
        </p:blipFill>
        <p:spPr>
          <a:xfrm>
            <a:off x="10287000" y="6286500"/>
            <a:ext cx="1333500" cy="419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8" name="Shape 1168"/>
        <p:cNvGrpSpPr/>
        <p:nvPr/>
      </p:nvGrpSpPr>
      <p:grpSpPr>
        <a:xfrm>
          <a:off x="0" y="0"/>
          <a:ext cx="0" cy="0"/>
          <a:chOff x="0" y="0"/>
          <a:chExt cx="0" cy="0"/>
        </a:xfrm>
      </p:grpSpPr>
      <p:sp>
        <p:nvSpPr>
          <p:cNvPr id="1169" name="Google Shape;1169;g3ec6521b2d6_0_286"/>
          <p:cNvSpPr/>
          <p:nvPr/>
        </p:nvSpPr>
        <p:spPr>
          <a:xfrm>
            <a:off x="0" y="0"/>
            <a:ext cx="12192000" cy="142800"/>
          </a:xfrm>
          <a:prstGeom prst="rect">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70" name="Google Shape;1170;g3ec6521b2d6_0_286"/>
          <p:cNvGrpSpPr/>
          <p:nvPr/>
        </p:nvGrpSpPr>
        <p:grpSpPr>
          <a:xfrm>
            <a:off x="571500" y="381000"/>
            <a:ext cx="11049000" cy="762000"/>
            <a:chOff x="571500" y="381000"/>
            <a:chExt cx="11049000" cy="762000"/>
          </a:xfrm>
        </p:grpSpPr>
        <p:sp>
          <p:nvSpPr>
            <p:cNvPr id="1171" name="Google Shape;1171;g3ec6521b2d6_0_286"/>
            <p:cNvSpPr txBox="1"/>
            <p:nvPr/>
          </p:nvSpPr>
          <p:spPr>
            <a:xfrm>
              <a:off x="571500" y="381000"/>
              <a:ext cx="11049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143D59"/>
                  </a:solidFill>
                  <a:latin typeface="Play"/>
                  <a:ea typeface="Play"/>
                  <a:cs typeface="Play"/>
                  <a:sym typeface="Play"/>
                </a:rPr>
                <a:t>CyberAI Program of Study (PoS)</a:t>
              </a:r>
              <a:endParaRPr b="1" sz="3600">
                <a:solidFill>
                  <a:srgbClr val="143D59"/>
                </a:solidFill>
                <a:latin typeface="Play"/>
                <a:ea typeface="Play"/>
                <a:cs typeface="Play"/>
                <a:sym typeface="Play"/>
              </a:endParaRPr>
            </a:p>
          </p:txBody>
        </p:sp>
        <p:sp>
          <p:nvSpPr>
            <p:cNvPr id="1172" name="Google Shape;1172;g3ec6521b2d6_0_286"/>
            <p:cNvSpPr/>
            <p:nvPr/>
          </p:nvSpPr>
          <p:spPr>
            <a:xfrm>
              <a:off x="571500" y="1095375"/>
              <a:ext cx="762000" cy="38100"/>
            </a:xfrm>
            <a:prstGeom prst="rect">
              <a:avLst/>
            </a:prstGeom>
            <a:solidFill>
              <a:srgbClr val="4C7D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73" name="Google Shape;1173;g3ec6521b2d6_0_286"/>
          <p:cNvGrpSpPr/>
          <p:nvPr/>
        </p:nvGrpSpPr>
        <p:grpSpPr>
          <a:xfrm>
            <a:off x="571500" y="1524000"/>
            <a:ext cx="11049000" cy="1143000"/>
            <a:chOff x="571500" y="1524000"/>
            <a:chExt cx="11049000" cy="1143000"/>
          </a:xfrm>
        </p:grpSpPr>
        <p:sp>
          <p:nvSpPr>
            <p:cNvPr id="1174" name="Google Shape;1174;g3ec6521b2d6_0_286"/>
            <p:cNvSpPr/>
            <p:nvPr/>
          </p:nvSpPr>
          <p:spPr>
            <a:xfrm>
              <a:off x="571500" y="1524000"/>
              <a:ext cx="11049000" cy="1143000"/>
            </a:xfrm>
            <a:prstGeom prst="roundRect">
              <a:avLst>
                <a:gd fmla="val 8333" name="adj"/>
              </a:avLst>
            </a:prstGeom>
            <a:solidFill>
              <a:srgbClr val="E2E8F0">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5" name="Google Shape;1175;g3ec6521b2d6_0_286"/>
            <p:cNvSpPr txBox="1"/>
            <p:nvPr/>
          </p:nvSpPr>
          <p:spPr>
            <a:xfrm>
              <a:off x="857250" y="1619250"/>
              <a:ext cx="10477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1E293B"/>
                  </a:solidFill>
                  <a:latin typeface="Arial"/>
                  <a:ea typeface="Arial"/>
                  <a:cs typeface="Arial"/>
                  <a:sym typeface="Arial"/>
                </a:rPr>
                <a:t>In </a:t>
              </a:r>
              <a:r>
                <a:rPr b="1" lang="en-US" sz="1800">
                  <a:solidFill>
                    <a:srgbClr val="143D59"/>
                  </a:solidFill>
                  <a:latin typeface="Arial"/>
                  <a:ea typeface="Arial"/>
                  <a:cs typeface="Arial"/>
                  <a:sym typeface="Arial"/>
                </a:rPr>
                <a:t>February 2024</a:t>
              </a:r>
              <a:r>
                <a:rPr lang="en-US" sz="1800">
                  <a:solidFill>
                    <a:srgbClr val="1E293B"/>
                  </a:solidFill>
                  <a:latin typeface="Arial"/>
                  <a:ea typeface="Arial"/>
                  <a:cs typeface="Arial"/>
                  <a:sym typeface="Arial"/>
                </a:rPr>
                <a:t>, NSF, in collaboration with the NCAE-C program, launched an initiative to outline AI content for cybersecurity academic programs.</a:t>
              </a:r>
              <a:endParaRPr sz="1800">
                <a:solidFill>
                  <a:srgbClr val="1E293B"/>
                </a:solidFill>
                <a:latin typeface="Arial"/>
                <a:ea typeface="Arial"/>
                <a:cs typeface="Arial"/>
                <a:sym typeface="Arial"/>
              </a:endParaRPr>
            </a:p>
          </p:txBody>
        </p:sp>
      </p:grpSp>
      <p:sp>
        <p:nvSpPr>
          <p:cNvPr id="1176" name="Google Shape;1176;g3ec6521b2d6_0_286"/>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grpSp>
        <p:nvGrpSpPr>
          <p:cNvPr id="1177" name="Google Shape;1177;g3ec6521b2d6_0_286"/>
          <p:cNvGrpSpPr/>
          <p:nvPr/>
        </p:nvGrpSpPr>
        <p:grpSpPr>
          <a:xfrm>
            <a:off x="571500" y="2857500"/>
            <a:ext cx="5381700" cy="2667000"/>
            <a:chOff x="571500" y="2857500"/>
            <a:chExt cx="5381700" cy="2667000"/>
          </a:xfrm>
        </p:grpSpPr>
        <p:sp>
          <p:nvSpPr>
            <p:cNvPr id="1178" name="Google Shape;1178;g3ec6521b2d6_0_286"/>
            <p:cNvSpPr/>
            <p:nvPr/>
          </p:nvSpPr>
          <p:spPr>
            <a:xfrm>
              <a:off x="571500" y="2857500"/>
              <a:ext cx="5381700" cy="2667000"/>
            </a:xfrm>
            <a:prstGeom prst="roundRect">
              <a:avLst>
                <a:gd fmla="val 5357"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9" name="Google Shape;1179;g3ec6521b2d6_0_286"/>
            <p:cNvSpPr txBox="1"/>
            <p:nvPr/>
          </p:nvSpPr>
          <p:spPr>
            <a:xfrm>
              <a:off x="809625" y="3048000"/>
              <a:ext cx="49053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143D59"/>
                  </a:solidFill>
                  <a:latin typeface="Play"/>
                  <a:ea typeface="Play"/>
                  <a:cs typeface="Play"/>
                  <a:sym typeface="Play"/>
                </a:rPr>
                <a:t>PoS Development</a:t>
              </a:r>
              <a:endParaRPr b="1" sz="2200">
                <a:solidFill>
                  <a:srgbClr val="143D59"/>
                </a:solidFill>
                <a:latin typeface="Play"/>
                <a:ea typeface="Play"/>
                <a:cs typeface="Play"/>
                <a:sym typeface="Play"/>
              </a:endParaRPr>
            </a:p>
          </p:txBody>
        </p:sp>
        <p:sp>
          <p:nvSpPr>
            <p:cNvPr id="1180" name="Google Shape;1180;g3ec6521b2d6_0_286"/>
            <p:cNvSpPr txBox="1"/>
            <p:nvPr/>
          </p:nvSpPr>
          <p:spPr>
            <a:xfrm>
              <a:off x="809625" y="3571875"/>
              <a:ext cx="4905300" cy="17145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rgbClr val="334155"/>
                </a:buClr>
                <a:buSzPts val="1900"/>
                <a:buFont typeface="Arial"/>
                <a:buChar char="●"/>
              </a:pPr>
              <a:r>
                <a:rPr lang="en-US" sz="1900">
                  <a:solidFill>
                    <a:srgbClr val="334155"/>
                  </a:solidFill>
                  <a:latin typeface="Arial"/>
                  <a:ea typeface="Arial"/>
                  <a:cs typeface="Arial"/>
                  <a:sym typeface="Arial"/>
                </a:rPr>
                <a:t>Collaborative process between educators, government, and industry</a:t>
              </a:r>
              <a:endParaRPr sz="1900">
                <a:solidFill>
                  <a:srgbClr val="334155"/>
                </a:solidFill>
                <a:latin typeface="Arial"/>
                <a:ea typeface="Arial"/>
                <a:cs typeface="Arial"/>
                <a:sym typeface="Arial"/>
              </a:endParaRPr>
            </a:p>
            <a:p>
              <a:pPr indent="-349250" lvl="0" marL="457200" rtl="0" algn="l">
                <a:spcBef>
                  <a:spcPts val="1125"/>
                </a:spcBef>
                <a:spcAft>
                  <a:spcPts val="0"/>
                </a:spcAft>
                <a:buClr>
                  <a:srgbClr val="334155"/>
                </a:buClr>
                <a:buSzPts val="1900"/>
                <a:buFont typeface="Arial"/>
                <a:buChar char="●"/>
              </a:pPr>
              <a:r>
                <a:rPr lang="en-US" sz="1900">
                  <a:solidFill>
                    <a:srgbClr val="334155"/>
                  </a:solidFill>
                  <a:latin typeface="Arial"/>
                  <a:ea typeface="Arial"/>
                  <a:cs typeface="Arial"/>
                  <a:sym typeface="Arial"/>
                </a:rPr>
                <a:t>Labor-intensive and iterative process</a:t>
              </a:r>
              <a:endParaRPr sz="1900">
                <a:solidFill>
                  <a:srgbClr val="334155"/>
                </a:solidFill>
                <a:latin typeface="Arial"/>
                <a:ea typeface="Arial"/>
                <a:cs typeface="Arial"/>
                <a:sym typeface="Arial"/>
              </a:endParaRPr>
            </a:p>
            <a:p>
              <a:pPr indent="-349250" lvl="0" marL="457200" rtl="0" algn="l">
                <a:spcBef>
                  <a:spcPts val="1125"/>
                </a:spcBef>
                <a:spcAft>
                  <a:spcPts val="0"/>
                </a:spcAft>
                <a:buClr>
                  <a:srgbClr val="334155"/>
                </a:buClr>
                <a:buSzPts val="1900"/>
                <a:buFont typeface="Arial"/>
                <a:buChar char="●"/>
              </a:pPr>
              <a:r>
                <a:rPr lang="en-US" sz="1900">
                  <a:solidFill>
                    <a:srgbClr val="334155"/>
                  </a:solidFill>
                  <a:latin typeface="Arial"/>
                  <a:ea typeface="Arial"/>
                  <a:cs typeface="Arial"/>
                  <a:sym typeface="Arial"/>
                </a:rPr>
                <a:t>Can take years to fully mature</a:t>
              </a:r>
              <a:endParaRPr sz="1900">
                <a:solidFill>
                  <a:srgbClr val="334155"/>
                </a:solidFill>
                <a:latin typeface="Arial"/>
                <a:ea typeface="Arial"/>
                <a:cs typeface="Arial"/>
                <a:sym typeface="Arial"/>
              </a:endParaRPr>
            </a:p>
          </p:txBody>
        </p:sp>
      </p:grpSp>
      <p:grpSp>
        <p:nvGrpSpPr>
          <p:cNvPr id="1181" name="Google Shape;1181;g3ec6521b2d6_0_286"/>
          <p:cNvGrpSpPr/>
          <p:nvPr/>
        </p:nvGrpSpPr>
        <p:grpSpPr>
          <a:xfrm>
            <a:off x="6238875" y="2857500"/>
            <a:ext cx="5381700" cy="2667000"/>
            <a:chOff x="6238875" y="2857500"/>
            <a:chExt cx="5381700" cy="2667000"/>
          </a:xfrm>
        </p:grpSpPr>
        <p:sp>
          <p:nvSpPr>
            <p:cNvPr id="1182" name="Google Shape;1182;g3ec6521b2d6_0_286"/>
            <p:cNvSpPr/>
            <p:nvPr/>
          </p:nvSpPr>
          <p:spPr>
            <a:xfrm>
              <a:off x="6238875" y="2857500"/>
              <a:ext cx="5381700" cy="2667000"/>
            </a:xfrm>
            <a:prstGeom prst="roundRect">
              <a:avLst>
                <a:gd fmla="val 5357"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g3ec6521b2d6_0_286"/>
            <p:cNvSpPr txBox="1"/>
            <p:nvPr/>
          </p:nvSpPr>
          <p:spPr>
            <a:xfrm>
              <a:off x="6477000" y="3048000"/>
              <a:ext cx="49053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143D59"/>
                  </a:solidFill>
                  <a:latin typeface="Play"/>
                  <a:ea typeface="Play"/>
                  <a:cs typeface="Play"/>
                  <a:sym typeface="Play"/>
                </a:rPr>
                <a:t>Key Challenges</a:t>
              </a:r>
              <a:endParaRPr b="1" sz="2200">
                <a:solidFill>
                  <a:srgbClr val="143D59"/>
                </a:solidFill>
                <a:latin typeface="Play"/>
                <a:ea typeface="Play"/>
                <a:cs typeface="Play"/>
                <a:sym typeface="Play"/>
              </a:endParaRPr>
            </a:p>
          </p:txBody>
        </p:sp>
        <p:sp>
          <p:nvSpPr>
            <p:cNvPr id="1184" name="Google Shape;1184;g3ec6521b2d6_0_286"/>
            <p:cNvSpPr txBox="1"/>
            <p:nvPr/>
          </p:nvSpPr>
          <p:spPr>
            <a:xfrm>
              <a:off x="6477000" y="3571875"/>
              <a:ext cx="4905300" cy="1714500"/>
            </a:xfrm>
            <a:prstGeom prst="rect">
              <a:avLst/>
            </a:prstGeom>
            <a:noFill/>
            <a:ln>
              <a:noFill/>
            </a:ln>
          </p:spPr>
          <p:txBody>
            <a:bodyPr anchorCtr="0" anchor="t" bIns="0" lIns="0" spcFirstLastPara="1" rIns="0" wrap="square" tIns="0">
              <a:noAutofit/>
            </a:bodyPr>
            <a:lstStyle/>
            <a:p>
              <a:pPr indent="-355600" lvl="0" marL="457200" rtl="0" algn="l">
                <a:spcBef>
                  <a:spcPts val="0"/>
                </a:spcBef>
                <a:spcAft>
                  <a:spcPts val="0"/>
                </a:spcAft>
                <a:buClr>
                  <a:srgbClr val="334155"/>
                </a:buClr>
                <a:buSzPts val="2000"/>
                <a:buFont typeface="Arial"/>
                <a:buChar char="●"/>
              </a:pPr>
              <a:r>
                <a:rPr b="1" lang="en-US" sz="2000">
                  <a:solidFill>
                    <a:srgbClr val="B91C1C"/>
                  </a:solidFill>
                  <a:latin typeface="Arial"/>
                  <a:ea typeface="Arial"/>
                  <a:cs typeface="Arial"/>
                  <a:sym typeface="Arial"/>
                </a:rPr>
                <a:t>Aggressive Timeline:</a:t>
              </a:r>
              <a:r>
                <a:rPr lang="en-US" sz="2000">
                  <a:solidFill>
                    <a:srgbClr val="334155"/>
                  </a:solidFill>
                  <a:latin typeface="Arial"/>
                  <a:ea typeface="Arial"/>
                  <a:cs typeface="Arial"/>
                  <a:sym typeface="Arial"/>
                </a:rPr>
                <a:t> Completion in only 6 months</a:t>
              </a:r>
              <a:endParaRPr sz="2000">
                <a:solidFill>
                  <a:srgbClr val="334155"/>
                </a:solidFill>
                <a:latin typeface="Arial"/>
                <a:ea typeface="Arial"/>
                <a:cs typeface="Arial"/>
                <a:sym typeface="Arial"/>
              </a:endParaRPr>
            </a:p>
            <a:p>
              <a:pPr indent="-355600" lvl="0" marL="457200" rtl="0" algn="l">
                <a:spcBef>
                  <a:spcPts val="1125"/>
                </a:spcBef>
                <a:spcAft>
                  <a:spcPts val="0"/>
                </a:spcAft>
                <a:buClr>
                  <a:srgbClr val="334155"/>
                </a:buClr>
                <a:buSzPts val="2000"/>
                <a:buFont typeface="Arial"/>
                <a:buChar char="●"/>
              </a:pPr>
              <a:r>
                <a:rPr b="1" lang="en-US" sz="2000">
                  <a:solidFill>
                    <a:srgbClr val="B91C1C"/>
                  </a:solidFill>
                  <a:latin typeface="Arial"/>
                  <a:ea typeface="Arial"/>
                  <a:cs typeface="Arial"/>
                  <a:sym typeface="Arial"/>
                </a:rPr>
                <a:t>Rapid Evolution:</a:t>
              </a:r>
              <a:r>
                <a:rPr lang="en-US" sz="2000">
                  <a:solidFill>
                    <a:srgbClr val="334155"/>
                  </a:solidFill>
                  <a:latin typeface="Arial"/>
                  <a:ea typeface="Arial"/>
                  <a:cs typeface="Arial"/>
                  <a:sym typeface="Arial"/>
                </a:rPr>
                <a:t> AI field evolving faster than development cycle</a:t>
              </a:r>
              <a:endParaRPr sz="2000">
                <a:solidFill>
                  <a:srgbClr val="334155"/>
                </a:solidFill>
                <a:latin typeface="Arial"/>
                <a:ea typeface="Arial"/>
                <a:cs typeface="Arial"/>
                <a:sym typeface="Arial"/>
              </a:endParaRPr>
            </a:p>
          </p:txBody>
        </p:sp>
      </p:grpSp>
      <p:grpSp>
        <p:nvGrpSpPr>
          <p:cNvPr id="1185" name="Google Shape;1185;g3ec6521b2d6_0_286"/>
          <p:cNvGrpSpPr/>
          <p:nvPr/>
        </p:nvGrpSpPr>
        <p:grpSpPr>
          <a:xfrm>
            <a:off x="571500" y="5715000"/>
            <a:ext cx="11049000" cy="666900"/>
            <a:chOff x="571500" y="5715000"/>
            <a:chExt cx="11049000" cy="666900"/>
          </a:xfrm>
        </p:grpSpPr>
        <p:sp>
          <p:nvSpPr>
            <p:cNvPr id="1186" name="Google Shape;1186;g3ec6521b2d6_0_286"/>
            <p:cNvSpPr/>
            <p:nvPr/>
          </p:nvSpPr>
          <p:spPr>
            <a:xfrm>
              <a:off x="571500" y="5715000"/>
              <a:ext cx="11049000" cy="666900"/>
            </a:xfrm>
            <a:prstGeom prst="roundRect">
              <a:avLst>
                <a:gd fmla="val 50000" name="adj"/>
              </a:avLst>
            </a:prstGeom>
            <a:solidFill>
              <a:srgbClr val="143D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7" name="Google Shape;1187;g3ec6521b2d6_0_286"/>
            <p:cNvSpPr txBox="1"/>
            <p:nvPr/>
          </p:nvSpPr>
          <p:spPr>
            <a:xfrm>
              <a:off x="952500" y="5715000"/>
              <a:ext cx="10287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200">
                  <a:solidFill>
                    <a:srgbClr val="FFFFFF"/>
                  </a:solidFill>
                  <a:latin typeface="Play"/>
                  <a:ea typeface="Play"/>
                  <a:cs typeface="Play"/>
                  <a:sym typeface="Play"/>
                </a:rPr>
                <a:t>NSF CyberAICorps Scholarship for Service (CyberAI SFS)</a:t>
              </a:r>
              <a:endParaRPr b="1" sz="2200">
                <a:solidFill>
                  <a:srgbClr val="FFFFFF"/>
                </a:solidFill>
                <a:latin typeface="Play"/>
                <a:ea typeface="Play"/>
                <a:cs typeface="Play"/>
                <a:sym typeface="Play"/>
              </a:endParaRPr>
            </a:p>
          </p:txBody>
        </p:sp>
      </p:grpSp>
      <p:pic>
        <p:nvPicPr>
          <p:cNvPr id="1188" name="Google Shape;1188;g3ec6521b2d6_0_286"/>
          <p:cNvPicPr preferRelativeResize="0"/>
          <p:nvPr/>
        </p:nvPicPr>
        <p:blipFill rotWithShape="1">
          <a:blip r:embed="rId4">
            <a:alphaModFix/>
          </a:blip>
          <a:srcRect b="1248" l="0" r="0" t="1248"/>
          <a:stretch/>
        </p:blipFill>
        <p:spPr>
          <a:xfrm>
            <a:off x="9784450" y="-82267"/>
            <a:ext cx="1931400" cy="1883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ed88e6a675_3_1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4" name="Google Shape;1194;g3ed88e6a675_3_129"/>
          <p:cNvSpPr/>
          <p:nvPr/>
        </p:nvSpPr>
        <p:spPr>
          <a:xfrm>
            <a:off x="190500" y="8660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5" name="Google Shape;1195;g3ed88e6a675_3_129"/>
          <p:cNvSpPr/>
          <p:nvPr/>
        </p:nvSpPr>
        <p:spPr>
          <a:xfrm flipH="1" rot="5400000">
            <a:off x="-1410016" y="1410150"/>
            <a:ext cx="6858000" cy="4037700"/>
          </a:xfrm>
          <a:prstGeom prst="rect">
            <a:avLst/>
          </a:prstGeom>
          <a:gradFill>
            <a:gsLst>
              <a:gs pos="0">
                <a:srgbClr val="000000"/>
              </a:gs>
              <a:gs pos="8000">
                <a:srgbClr val="000000"/>
              </a:gs>
              <a:gs pos="100000">
                <a:srgbClr val="0F4861"/>
              </a:gs>
            </a:gsLst>
            <a:lin ang="300012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6" name="Google Shape;1196;g3ed88e6a675_3_129"/>
          <p:cNvSpPr/>
          <p:nvPr/>
        </p:nvSpPr>
        <p:spPr>
          <a:xfrm flipH="1" rot="5400000">
            <a:off x="-1410016" y="1420288"/>
            <a:ext cx="6858000" cy="4037700"/>
          </a:xfrm>
          <a:prstGeom prst="rect">
            <a:avLst/>
          </a:prstGeom>
          <a:gradFill>
            <a:gsLst>
              <a:gs pos="0">
                <a:srgbClr val="000000">
                  <a:alpha val="0"/>
                </a:srgbClr>
              </a:gs>
              <a:gs pos="99000">
                <a:srgbClr val="156082">
                  <a:alpha val="45098"/>
                </a:srgbClr>
              </a:gs>
              <a:gs pos="100000">
                <a:srgbClr val="156082">
                  <a:alpha val="45098"/>
                </a:srgbClr>
              </a:gs>
            </a:gsLst>
            <a:lin ang="1800004"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7" name="Google Shape;1197;g3ed88e6a675_3_129"/>
          <p:cNvSpPr/>
          <p:nvPr/>
        </p:nvSpPr>
        <p:spPr>
          <a:xfrm flipH="1" rot="5400000">
            <a:off x="767983" y="3588145"/>
            <a:ext cx="2502000" cy="4037700"/>
          </a:xfrm>
          <a:prstGeom prst="rect">
            <a:avLst/>
          </a:prstGeom>
          <a:gradFill>
            <a:gsLst>
              <a:gs pos="0">
                <a:srgbClr val="156082">
                  <a:alpha val="27843"/>
                </a:srgbClr>
              </a:gs>
              <a:gs pos="2000">
                <a:srgbClr val="156082">
                  <a:alpha val="27843"/>
                </a:srgbClr>
              </a:gs>
              <a:gs pos="100000">
                <a:srgbClr val="000000">
                  <a:alpha val="29019"/>
                </a:srgbClr>
              </a:gs>
            </a:gsLst>
            <a:lin ang="779990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8" name="Google Shape;1198;g3ed88e6a675_3_129"/>
          <p:cNvSpPr/>
          <p:nvPr/>
        </p:nvSpPr>
        <p:spPr>
          <a:xfrm rot="-967356">
            <a:off x="-500907" y="968177"/>
            <a:ext cx="3897638" cy="4176045"/>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1960"/>
                </a:srgbClr>
              </a:gs>
            </a:gsLst>
            <a:lin ang="1800004"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9" name="Google Shape;1199;g3ed88e6a675_3_129"/>
          <p:cNvSpPr/>
          <p:nvPr/>
        </p:nvSpPr>
        <p:spPr>
          <a:xfrm flipH="1" rot="5400000">
            <a:off x="-1410024" y="1400012"/>
            <a:ext cx="6858000" cy="4037700"/>
          </a:xfrm>
          <a:prstGeom prst="rect">
            <a:avLst/>
          </a:prstGeom>
          <a:gradFill>
            <a:gsLst>
              <a:gs pos="0">
                <a:srgbClr val="000000">
                  <a:alpha val="0"/>
                </a:srgbClr>
              </a:gs>
              <a:gs pos="99000">
                <a:srgbClr val="43AFE2">
                  <a:alpha val="10196"/>
                </a:srgbClr>
              </a:gs>
              <a:gs pos="100000">
                <a:srgbClr val="43AFE2">
                  <a:alpha val="10196"/>
                </a:srgbClr>
              </a:gs>
            </a:gsLst>
            <a:lin ang="7200017"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0" name="Google Shape;1200;g3ed88e6a675_3_129"/>
          <p:cNvSpPr txBox="1"/>
          <p:nvPr>
            <p:ph type="title"/>
          </p:nvPr>
        </p:nvSpPr>
        <p:spPr>
          <a:xfrm>
            <a:off x="418225" y="2908572"/>
            <a:ext cx="3201300" cy="28746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Play"/>
              <a:buNone/>
            </a:pPr>
            <a:r>
              <a:rPr lang="en-US" sz="4000">
                <a:solidFill>
                  <a:srgbClr val="FFFFFF"/>
                </a:solidFill>
              </a:rPr>
              <a:t>NSA </a:t>
            </a:r>
            <a:r>
              <a:rPr lang="en-US" sz="4000">
                <a:solidFill>
                  <a:srgbClr val="FFFFFF"/>
                </a:solidFill>
              </a:rPr>
              <a:t>CyberAI Steering Commitee </a:t>
            </a:r>
            <a:br>
              <a:rPr b="0" lang="en-US" sz="4000">
                <a:solidFill>
                  <a:srgbClr val="FFFFFF"/>
                </a:solidFill>
              </a:rPr>
            </a:br>
            <a:br>
              <a:rPr b="0" lang="en-US" sz="4000">
                <a:solidFill>
                  <a:srgbClr val="FFFFFF"/>
                </a:solidFill>
              </a:rPr>
            </a:br>
            <a:endParaRPr sz="4000">
              <a:solidFill>
                <a:srgbClr val="FFFFFF"/>
              </a:solidFill>
            </a:endParaRPr>
          </a:p>
        </p:txBody>
      </p:sp>
      <p:sp>
        <p:nvSpPr>
          <p:cNvPr id="1201" name="Google Shape;1201;g3ed88e6a675_3_129"/>
          <p:cNvSpPr txBox="1"/>
          <p:nvPr>
            <p:ph idx="1" type="body"/>
          </p:nvPr>
        </p:nvSpPr>
        <p:spPr>
          <a:xfrm>
            <a:off x="4242950" y="1047814"/>
            <a:ext cx="7724100" cy="5546100"/>
          </a:xfrm>
          <a:prstGeom prst="rect">
            <a:avLst/>
          </a:prstGeom>
          <a:noFill/>
          <a:ln>
            <a:noFill/>
          </a:ln>
        </p:spPr>
        <p:txBody>
          <a:bodyPr anchorCtr="0" anchor="ctr" bIns="45700" lIns="91425" spcFirstLastPara="1" rIns="91425" wrap="square" tIns="45700">
            <a:noAutofit/>
          </a:bodyPr>
          <a:lstStyle/>
          <a:p>
            <a:pPr indent="-260350" lvl="0" marL="228600" rtl="0" algn="l">
              <a:lnSpc>
                <a:spcPct val="70000"/>
              </a:lnSpc>
              <a:spcBef>
                <a:spcPts val="1000"/>
              </a:spcBef>
              <a:spcAft>
                <a:spcPts val="0"/>
              </a:spcAft>
              <a:buSzPts val="1900"/>
              <a:buChar char="•"/>
            </a:pPr>
            <a:r>
              <a:rPr b="1" lang="en-US" sz="1900"/>
              <a:t>Eman El-Sheikh</a:t>
            </a:r>
            <a:r>
              <a:rPr lang="en-US" sz="1900"/>
              <a:t> - University of West Florida</a:t>
            </a:r>
            <a:endParaRPr sz="1200"/>
          </a:p>
          <a:p>
            <a:pPr indent="-260350" lvl="0" marL="228600" rtl="0" algn="l">
              <a:lnSpc>
                <a:spcPct val="70000"/>
              </a:lnSpc>
              <a:spcBef>
                <a:spcPts val="1000"/>
              </a:spcBef>
              <a:spcAft>
                <a:spcPts val="0"/>
              </a:spcAft>
              <a:buSzPts val="1900"/>
              <a:buChar char="•"/>
            </a:pPr>
            <a:r>
              <a:rPr b="1" lang="en-US" sz="1900"/>
              <a:t>Greg Gogolin</a:t>
            </a:r>
            <a:r>
              <a:rPr lang="en-US" sz="1900"/>
              <a:t> - Ferris State University</a:t>
            </a:r>
            <a:endParaRPr sz="1200"/>
          </a:p>
          <a:p>
            <a:pPr indent="-260350" lvl="0" marL="228600" rtl="0" algn="l">
              <a:lnSpc>
                <a:spcPct val="70000"/>
              </a:lnSpc>
              <a:spcBef>
                <a:spcPts val="1000"/>
              </a:spcBef>
              <a:spcAft>
                <a:spcPts val="0"/>
              </a:spcAft>
              <a:buSzPts val="1900"/>
              <a:buChar char="•"/>
            </a:pPr>
            <a:r>
              <a:rPr b="1" lang="en-US" sz="1900"/>
              <a:t>Maanak Gupta </a:t>
            </a:r>
            <a:r>
              <a:rPr lang="en-US" sz="1900"/>
              <a:t>- Tennessee Tech University</a:t>
            </a:r>
            <a:endParaRPr sz="1200"/>
          </a:p>
          <a:p>
            <a:pPr indent="-260350" lvl="0" marL="228600" rtl="0" algn="l">
              <a:lnSpc>
                <a:spcPct val="70000"/>
              </a:lnSpc>
              <a:spcBef>
                <a:spcPts val="1000"/>
              </a:spcBef>
              <a:spcAft>
                <a:spcPts val="0"/>
              </a:spcAft>
              <a:buSzPts val="1900"/>
              <a:buChar char="•"/>
            </a:pPr>
            <a:r>
              <a:rPr b="1" lang="en-US" sz="1900"/>
              <a:t>Seth Hamman</a:t>
            </a:r>
            <a:r>
              <a:rPr lang="en-US" sz="1900"/>
              <a:t> - Cedarville University, CAE-CO liaison</a:t>
            </a:r>
            <a:endParaRPr sz="1200"/>
          </a:p>
          <a:p>
            <a:pPr indent="-260350" lvl="0" marL="228600" rtl="0" algn="l">
              <a:lnSpc>
                <a:spcPct val="70000"/>
              </a:lnSpc>
              <a:spcBef>
                <a:spcPts val="1000"/>
              </a:spcBef>
              <a:spcAft>
                <a:spcPts val="0"/>
              </a:spcAft>
              <a:buSzPts val="1900"/>
              <a:buChar char="•"/>
            </a:pPr>
            <a:r>
              <a:rPr b="1" lang="en-US" sz="1900"/>
              <a:t>Thomas Hill</a:t>
            </a:r>
            <a:r>
              <a:rPr lang="en-US" sz="1900"/>
              <a:t> - Montreat College</a:t>
            </a:r>
            <a:endParaRPr sz="1200"/>
          </a:p>
          <a:p>
            <a:pPr indent="-260350" lvl="0" marL="228600" rtl="0" algn="l">
              <a:lnSpc>
                <a:spcPct val="70000"/>
              </a:lnSpc>
              <a:spcBef>
                <a:spcPts val="1000"/>
              </a:spcBef>
              <a:spcAft>
                <a:spcPts val="0"/>
              </a:spcAft>
              <a:buSzPts val="1900"/>
              <a:buChar char="•"/>
            </a:pPr>
            <a:r>
              <a:rPr b="1" lang="en-US" sz="1900"/>
              <a:t>Yair Levy</a:t>
            </a:r>
            <a:r>
              <a:rPr lang="en-US" sz="1900"/>
              <a:t> - Nova Southeastern University, CAE-CD liaison</a:t>
            </a:r>
            <a:endParaRPr sz="1900"/>
          </a:p>
          <a:p>
            <a:pPr indent="-260350" lvl="0" marL="228600" rtl="0" algn="l">
              <a:lnSpc>
                <a:spcPct val="70000"/>
              </a:lnSpc>
              <a:spcBef>
                <a:spcPts val="1000"/>
              </a:spcBef>
              <a:spcAft>
                <a:spcPts val="0"/>
              </a:spcAft>
              <a:buSzPts val="1900"/>
              <a:buChar char="•"/>
            </a:pPr>
            <a:r>
              <a:rPr b="1" lang="en-US" sz="1900"/>
              <a:t>Vincent Nestler</a:t>
            </a:r>
            <a:r>
              <a:rPr lang="en-US" sz="1900"/>
              <a:t> - California State University, San Bernardino</a:t>
            </a:r>
            <a:endParaRPr sz="1200"/>
          </a:p>
          <a:p>
            <a:pPr indent="-260350" lvl="0" marL="228600" rtl="0" algn="l">
              <a:lnSpc>
                <a:spcPct val="70000"/>
              </a:lnSpc>
              <a:spcBef>
                <a:spcPts val="1000"/>
              </a:spcBef>
              <a:spcAft>
                <a:spcPts val="0"/>
              </a:spcAft>
              <a:buSzPts val="1900"/>
              <a:buChar char="•"/>
            </a:pPr>
            <a:r>
              <a:rPr b="1" lang="en-US" sz="1900"/>
              <a:t>Alexander Perez-Pons</a:t>
            </a:r>
            <a:r>
              <a:rPr lang="en-US" sz="1900"/>
              <a:t> - Florida International University</a:t>
            </a:r>
            <a:endParaRPr sz="1200"/>
          </a:p>
          <a:p>
            <a:pPr indent="-260350" lvl="0" marL="228600" rtl="0" algn="l">
              <a:lnSpc>
                <a:spcPct val="70000"/>
              </a:lnSpc>
              <a:spcBef>
                <a:spcPts val="1000"/>
              </a:spcBef>
              <a:spcAft>
                <a:spcPts val="0"/>
              </a:spcAft>
              <a:buSzPts val="1900"/>
              <a:buChar char="•"/>
            </a:pPr>
            <a:r>
              <a:rPr b="1" lang="en-US" sz="1900"/>
              <a:t>Ariel Pinto</a:t>
            </a:r>
            <a:r>
              <a:rPr lang="en-US" sz="1900"/>
              <a:t> - University at Albany, the State University of New York</a:t>
            </a:r>
            <a:endParaRPr sz="1200"/>
          </a:p>
          <a:p>
            <a:pPr indent="-260350" lvl="0" marL="228600" rtl="0" algn="l">
              <a:lnSpc>
                <a:spcPct val="70000"/>
              </a:lnSpc>
              <a:spcBef>
                <a:spcPts val="1000"/>
              </a:spcBef>
              <a:spcAft>
                <a:spcPts val="0"/>
              </a:spcAft>
              <a:buSzPts val="1900"/>
              <a:buChar char="•"/>
            </a:pPr>
            <a:r>
              <a:rPr b="1" lang="en-US" sz="1900"/>
              <a:t>Md Sajid</a:t>
            </a:r>
            <a:r>
              <a:rPr lang="en-US" sz="1900"/>
              <a:t> - Towson University</a:t>
            </a:r>
            <a:endParaRPr sz="1200"/>
          </a:p>
          <a:p>
            <a:pPr indent="-260350" lvl="0" marL="228600" rtl="0" algn="l">
              <a:lnSpc>
                <a:spcPct val="70000"/>
              </a:lnSpc>
              <a:spcBef>
                <a:spcPts val="1000"/>
              </a:spcBef>
              <a:spcAft>
                <a:spcPts val="0"/>
              </a:spcAft>
              <a:buSzPts val="1900"/>
              <a:buChar char="•"/>
            </a:pPr>
            <a:r>
              <a:rPr b="1" lang="en-US" sz="1900"/>
              <a:t>Mark Spanier</a:t>
            </a:r>
            <a:r>
              <a:rPr lang="en-US" sz="1900"/>
              <a:t> - Dakota State University</a:t>
            </a:r>
            <a:endParaRPr sz="1200"/>
          </a:p>
          <a:p>
            <a:pPr indent="-260350" lvl="0" marL="228600" rtl="0" algn="l">
              <a:lnSpc>
                <a:spcPct val="70000"/>
              </a:lnSpc>
              <a:spcBef>
                <a:spcPts val="1000"/>
              </a:spcBef>
              <a:spcAft>
                <a:spcPts val="0"/>
              </a:spcAft>
              <a:buSzPts val="1900"/>
              <a:buChar char="•"/>
            </a:pPr>
            <a:r>
              <a:rPr b="1" lang="en-US" sz="1900"/>
              <a:t>Daniel Takabi</a:t>
            </a:r>
            <a:r>
              <a:rPr lang="en-US" sz="1900"/>
              <a:t> - Old Dominion University</a:t>
            </a:r>
            <a:endParaRPr sz="1200"/>
          </a:p>
          <a:p>
            <a:pPr indent="-260350" lvl="0" marL="228600" rtl="0" algn="l">
              <a:lnSpc>
                <a:spcPct val="70000"/>
              </a:lnSpc>
              <a:spcBef>
                <a:spcPts val="1000"/>
              </a:spcBef>
              <a:spcAft>
                <a:spcPts val="0"/>
              </a:spcAft>
              <a:buSzPts val="1900"/>
              <a:buChar char="•"/>
            </a:pPr>
            <a:r>
              <a:rPr b="1" lang="en-US" sz="1900"/>
              <a:t>Cara Tang</a:t>
            </a:r>
            <a:r>
              <a:rPr lang="en-US" sz="1900"/>
              <a:t> - Portland Community College</a:t>
            </a:r>
            <a:endParaRPr sz="1200"/>
          </a:p>
          <a:p>
            <a:pPr indent="-260350" lvl="0" marL="228600" rtl="0" algn="l">
              <a:lnSpc>
                <a:spcPct val="70000"/>
              </a:lnSpc>
              <a:spcBef>
                <a:spcPts val="1000"/>
              </a:spcBef>
              <a:spcAft>
                <a:spcPts val="0"/>
              </a:spcAft>
              <a:buSzPts val="1900"/>
              <a:buChar char="•"/>
            </a:pPr>
            <a:r>
              <a:rPr b="1" lang="en-US" sz="1900"/>
              <a:t>Tommy Morris</a:t>
            </a:r>
            <a:r>
              <a:rPr lang="en-US" sz="1900"/>
              <a:t> - University of Alabama, Huntsville, CAE-R liaison</a:t>
            </a:r>
            <a:endParaRPr sz="1200"/>
          </a:p>
          <a:p>
            <a:pPr indent="-260350" lvl="0" marL="228600" rtl="0" algn="l">
              <a:lnSpc>
                <a:spcPct val="70000"/>
              </a:lnSpc>
              <a:spcBef>
                <a:spcPts val="1000"/>
              </a:spcBef>
              <a:spcAft>
                <a:spcPts val="0"/>
              </a:spcAft>
              <a:buSzPts val="1900"/>
              <a:buChar char="•"/>
            </a:pPr>
            <a:r>
              <a:rPr b="1" lang="en-US" sz="1900"/>
              <a:t>Paul Wagner </a:t>
            </a:r>
            <a:r>
              <a:rPr lang="en-US" sz="1900"/>
              <a:t>- University of Arizona</a:t>
            </a:r>
            <a:endParaRPr sz="1200"/>
          </a:p>
          <a:p>
            <a:pPr indent="-260350" lvl="0" marL="228600" rtl="0" algn="l">
              <a:lnSpc>
                <a:spcPct val="70000"/>
              </a:lnSpc>
              <a:spcBef>
                <a:spcPts val="1000"/>
              </a:spcBef>
              <a:spcAft>
                <a:spcPts val="0"/>
              </a:spcAft>
              <a:buSzPts val="1900"/>
              <a:buChar char="•"/>
            </a:pPr>
            <a:r>
              <a:rPr b="1" lang="en-US" sz="1900"/>
              <a:t>Tobi West </a:t>
            </a:r>
            <a:r>
              <a:rPr lang="en-US" sz="1900"/>
              <a:t>- Coastline Community College</a:t>
            </a:r>
            <a:endParaRPr sz="1900"/>
          </a:p>
          <a:p>
            <a:pPr indent="0" lvl="0" marL="0" rtl="0" algn="l">
              <a:lnSpc>
                <a:spcPct val="70000"/>
              </a:lnSpc>
              <a:spcBef>
                <a:spcPts val="1000"/>
              </a:spcBef>
              <a:spcAft>
                <a:spcPts val="0"/>
              </a:spcAft>
              <a:buNone/>
            </a:pPr>
            <a:r>
              <a:t/>
            </a:r>
            <a:endParaRPr sz="1900"/>
          </a:p>
          <a:p>
            <a:pPr indent="0" lvl="0" marL="0" rtl="0" algn="l">
              <a:lnSpc>
                <a:spcPct val="70000"/>
              </a:lnSpc>
              <a:spcBef>
                <a:spcPts val="1000"/>
              </a:spcBef>
              <a:spcAft>
                <a:spcPts val="0"/>
              </a:spcAft>
              <a:buNone/>
            </a:pPr>
            <a:r>
              <a:rPr lang="en-US" sz="1900"/>
              <a:t>   Blair Taylor, Sidd Kaza - co-leads, CyberAI</a:t>
            </a:r>
            <a:endParaRPr sz="1900"/>
          </a:p>
          <a:p>
            <a:pPr indent="0" lvl="0" marL="0" rtl="0" algn="l">
              <a:lnSpc>
                <a:spcPct val="70000"/>
              </a:lnSpc>
              <a:spcBef>
                <a:spcPts val="1000"/>
              </a:spcBef>
              <a:spcAft>
                <a:spcPts val="0"/>
              </a:spcAft>
              <a:buNone/>
            </a:pPr>
            <a:r>
              <a:t/>
            </a:r>
            <a:endParaRPr sz="1900"/>
          </a:p>
          <a:p>
            <a:pPr indent="0" lvl="0" marL="0" rtl="0" algn="l">
              <a:lnSpc>
                <a:spcPct val="70000"/>
              </a:lnSpc>
              <a:spcBef>
                <a:spcPts val="1000"/>
              </a:spcBef>
              <a:spcAft>
                <a:spcPts val="0"/>
              </a:spcAft>
              <a:buNone/>
            </a:pPr>
            <a:r>
              <a:t/>
            </a:r>
            <a:endParaRPr sz="1900"/>
          </a:p>
        </p:txBody>
      </p:sp>
      <p:sp>
        <p:nvSpPr>
          <p:cNvPr id="1202" name="Google Shape;1202;g3ed88e6a675_3_12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757575"/>
              </a:buClr>
              <a:buSzPts val="18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7"/>
          <p:cNvSpPr txBox="1"/>
          <p:nvPr>
            <p:ph type="title"/>
          </p:nvPr>
        </p:nvSpPr>
        <p:spPr>
          <a:xfrm>
            <a:off x="1066799" y="647700"/>
            <a:ext cx="10058401" cy="10429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Open Sans Light"/>
              <a:buNone/>
            </a:pPr>
            <a:r>
              <a:rPr i="0" lang="en-US">
                <a:latin typeface="Open Sans Light"/>
                <a:ea typeface="Open Sans Light"/>
                <a:cs typeface="Open Sans Light"/>
                <a:sym typeface="Open Sans Light"/>
              </a:rPr>
              <a:t>CyberAI Programs of Study </a:t>
            </a:r>
            <a:r>
              <a:rPr i="0" lang="en-US" cap="none">
                <a:latin typeface="Open Sans Light"/>
                <a:ea typeface="Open Sans Light"/>
                <a:cs typeface="Open Sans Light"/>
                <a:sym typeface="Open Sans Light"/>
              </a:rPr>
              <a:t>(PoS)</a:t>
            </a:r>
            <a:endParaRPr/>
          </a:p>
        </p:txBody>
      </p:sp>
      <p:sp>
        <p:nvSpPr>
          <p:cNvPr id="1208" name="Google Shape;1208;p7"/>
          <p:cNvSpPr txBox="1"/>
          <p:nvPr>
            <p:ph idx="1" type="body"/>
          </p:nvPr>
        </p:nvSpPr>
        <p:spPr>
          <a:xfrm>
            <a:off x="1143000" y="2009554"/>
            <a:ext cx="4686550" cy="4024424"/>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Clr>
                <a:schemeClr val="dk1"/>
              </a:buClr>
              <a:buSzPts val="3200"/>
              <a:buNone/>
            </a:pPr>
            <a:r>
              <a:rPr b="1" lang="en-US" sz="3200">
                <a:latin typeface="Calibri"/>
                <a:ea typeface="Calibri"/>
                <a:cs typeface="Calibri"/>
                <a:sym typeface="Calibri"/>
              </a:rPr>
              <a:t>Security of AI</a:t>
            </a:r>
            <a:r>
              <a:rPr lang="en-US" sz="3200">
                <a:latin typeface="Calibri"/>
                <a:ea typeface="Calibri"/>
                <a:cs typeface="Calibri"/>
                <a:sym typeface="Calibri"/>
              </a:rPr>
              <a:t> (SecureAI) </a:t>
            </a:r>
            <a:endParaRPr/>
          </a:p>
          <a:p>
            <a:pPr indent="0" lvl="0" marL="457200" rtl="0" algn="l">
              <a:lnSpc>
                <a:spcPct val="90000"/>
              </a:lnSpc>
              <a:spcBef>
                <a:spcPts val="1000"/>
              </a:spcBef>
              <a:spcAft>
                <a:spcPts val="0"/>
              </a:spcAft>
              <a:buClr>
                <a:schemeClr val="dk1"/>
              </a:buClr>
              <a:buSzPts val="3200"/>
              <a:buNone/>
            </a:pPr>
            <a:r>
              <a:t/>
            </a:r>
            <a:endParaRPr sz="3200">
              <a:latin typeface="Calibri"/>
              <a:ea typeface="Calibri"/>
              <a:cs typeface="Calibri"/>
              <a:sym typeface="Calibri"/>
            </a:endParaRPr>
          </a:p>
          <a:p>
            <a:pPr indent="0" lvl="0" marL="457200" rtl="0" algn="l">
              <a:lnSpc>
                <a:spcPct val="90000"/>
              </a:lnSpc>
              <a:spcBef>
                <a:spcPts val="1000"/>
              </a:spcBef>
              <a:spcAft>
                <a:spcPts val="0"/>
              </a:spcAft>
              <a:buClr>
                <a:schemeClr val="dk1"/>
              </a:buClr>
              <a:buSzPts val="3200"/>
              <a:buNone/>
            </a:pPr>
            <a:r>
              <a:rPr lang="en-US" sz="3200">
                <a:latin typeface="Calibri"/>
                <a:ea typeface="Calibri"/>
                <a:cs typeface="Calibri"/>
                <a:sym typeface="Calibri"/>
              </a:rPr>
              <a:t>securing AI systems and infrastructure throughout their lifecycle</a:t>
            </a:r>
            <a:endParaRPr sz="4400"/>
          </a:p>
          <a:p>
            <a:pPr indent="0" lvl="0" marL="0" rtl="0" algn="l">
              <a:lnSpc>
                <a:spcPct val="100000"/>
              </a:lnSpc>
              <a:spcBef>
                <a:spcPts val="1000"/>
              </a:spcBef>
              <a:spcAft>
                <a:spcPts val="0"/>
              </a:spcAft>
              <a:buClr>
                <a:schemeClr val="dk1"/>
              </a:buClr>
              <a:buSzPts val="3200"/>
              <a:buNone/>
            </a:pPr>
            <a:r>
              <a:t/>
            </a:r>
            <a:endParaRPr sz="3200"/>
          </a:p>
          <a:p>
            <a:pPr indent="-50800" lvl="1" marL="457200" rtl="0" algn="l">
              <a:lnSpc>
                <a:spcPct val="100000"/>
              </a:lnSpc>
              <a:spcBef>
                <a:spcPts val="500"/>
              </a:spcBef>
              <a:spcAft>
                <a:spcPts val="0"/>
              </a:spcAft>
              <a:buSzPts val="2800"/>
              <a:buFont typeface="Courier New"/>
              <a:buNone/>
            </a:pPr>
            <a:r>
              <a:t/>
            </a:r>
            <a:endParaRPr sz="2800"/>
          </a:p>
          <a:p>
            <a:pPr indent="-50800" lvl="1" marL="457200" rtl="0" algn="l">
              <a:lnSpc>
                <a:spcPct val="100000"/>
              </a:lnSpc>
              <a:spcBef>
                <a:spcPts val="500"/>
              </a:spcBef>
              <a:spcAft>
                <a:spcPts val="0"/>
              </a:spcAft>
              <a:buSzPts val="2800"/>
              <a:buFont typeface="Courier New"/>
              <a:buNone/>
            </a:pPr>
            <a:r>
              <a:t/>
            </a:r>
            <a:endParaRPr sz="2800"/>
          </a:p>
        </p:txBody>
      </p:sp>
      <p:sp>
        <p:nvSpPr>
          <p:cNvPr id="1209" name="Google Shape;1209;p7"/>
          <p:cNvSpPr txBox="1"/>
          <p:nvPr/>
        </p:nvSpPr>
        <p:spPr>
          <a:xfrm>
            <a:off x="6094008" y="2010086"/>
            <a:ext cx="5314890"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AI for Cybersecurity </a:t>
            </a:r>
            <a:r>
              <a:rPr b="0" i="0" lang="en-US" sz="3200" u="none" cap="none" strike="noStrike">
                <a:solidFill>
                  <a:schemeClr val="dk1"/>
                </a:solidFill>
                <a:latin typeface="Calibri"/>
                <a:ea typeface="Calibri"/>
                <a:cs typeface="Calibri"/>
                <a:sym typeface="Calibri"/>
              </a:rPr>
              <a:t>(AICyber)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leveraging AI to implement traditional cybersecurity</a:t>
            </a:r>
            <a:endParaRPr b="0" i="0" sz="4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41242A"/>
              </a:solidFill>
              <a:latin typeface="Arial"/>
              <a:ea typeface="Arial"/>
              <a:cs typeface="Arial"/>
              <a:sym typeface="Arial"/>
            </a:endParaRPr>
          </a:p>
        </p:txBody>
      </p:sp>
      <p:sp>
        <p:nvSpPr>
          <p:cNvPr id="1210" name="Google Shape;1210;p7"/>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4" name="Shape 1214"/>
        <p:cNvGrpSpPr/>
        <p:nvPr/>
      </p:nvGrpSpPr>
      <p:grpSpPr>
        <a:xfrm>
          <a:off x="0" y="0"/>
          <a:ext cx="0" cy="0"/>
          <a:chOff x="0" y="0"/>
          <a:chExt cx="0" cy="0"/>
        </a:xfrm>
      </p:grpSpPr>
      <p:sp>
        <p:nvSpPr>
          <p:cNvPr id="1215" name="Google Shape;1215;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16" name="Google Shape;1216;p8"/>
          <p:cNvSpPr txBox="1"/>
          <p:nvPr>
            <p:ph type="title"/>
          </p:nvPr>
        </p:nvSpPr>
        <p:spPr>
          <a:xfrm>
            <a:off x="630936" y="640080"/>
            <a:ext cx="4818888" cy="14813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Open Sans Light"/>
              <a:buNone/>
            </a:pPr>
            <a:r>
              <a:rPr i="0" lang="en-US" sz="5000">
                <a:latin typeface="Open Sans Light"/>
                <a:ea typeface="Open Sans Light"/>
                <a:cs typeface="Open Sans Light"/>
                <a:sym typeface="Open Sans Light"/>
              </a:rPr>
              <a:t>NSA NCAE-C Program of Study </a:t>
            </a:r>
            <a:endParaRPr/>
          </a:p>
        </p:txBody>
      </p:sp>
      <p:sp>
        <p:nvSpPr>
          <p:cNvPr id="1217" name="Google Shape;1217;p8"/>
          <p:cNvSpPr/>
          <p:nvPr/>
        </p:nvSpPr>
        <p:spPr>
          <a:xfrm>
            <a:off x="643278" y="2372868"/>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18" name="Google Shape;1218;p8"/>
          <p:cNvSpPr txBox="1"/>
          <p:nvPr>
            <p:ph idx="1" type="body"/>
          </p:nvPr>
        </p:nvSpPr>
        <p:spPr>
          <a:xfrm>
            <a:off x="630936" y="2660904"/>
            <a:ext cx="4818888" cy="35478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700"/>
              <a:buNone/>
            </a:pPr>
            <a:r>
              <a:rPr lang="en-US" sz="1700"/>
              <a:t>A PoS is a series of courses and experiences that students can realistically complete while working towards a degree or certificate [16]</a:t>
            </a:r>
            <a:endParaRPr/>
          </a:p>
          <a:p>
            <a:pPr indent="0" lvl="0" marL="0" rtl="0" algn="l">
              <a:lnSpc>
                <a:spcPct val="90000"/>
              </a:lnSpc>
              <a:spcBef>
                <a:spcPts val="1000"/>
              </a:spcBef>
              <a:spcAft>
                <a:spcPts val="0"/>
              </a:spcAft>
              <a:buClr>
                <a:schemeClr val="dk1"/>
              </a:buClr>
              <a:buSzPts val="1700"/>
              <a:buNone/>
            </a:pPr>
            <a:r>
              <a:t/>
            </a:r>
            <a:endParaRPr sz="1700"/>
          </a:p>
          <a:p>
            <a:pPr indent="0" lvl="0" marL="0" rtl="0" algn="l">
              <a:lnSpc>
                <a:spcPct val="90000"/>
              </a:lnSpc>
              <a:spcBef>
                <a:spcPts val="1000"/>
              </a:spcBef>
              <a:spcAft>
                <a:spcPts val="0"/>
              </a:spcAft>
              <a:buClr>
                <a:schemeClr val="dk1"/>
              </a:buClr>
              <a:buSzPts val="1700"/>
              <a:buNone/>
            </a:pPr>
            <a:r>
              <a:rPr lang="en-US" sz="1700"/>
              <a:t>Academic institutions document their fulfillment of requirements for a PoS through the process of Knowledge Unit (KU) alignment</a:t>
            </a:r>
            <a:endParaRPr/>
          </a:p>
          <a:p>
            <a:pPr indent="-228600" lvl="1" marL="457200" rtl="0" algn="l">
              <a:lnSpc>
                <a:spcPct val="90000"/>
              </a:lnSpc>
              <a:spcBef>
                <a:spcPts val="500"/>
              </a:spcBef>
              <a:spcAft>
                <a:spcPts val="0"/>
              </a:spcAft>
              <a:buSzPts val="1700"/>
              <a:buFont typeface="Courier New"/>
              <a:buChar char="o"/>
            </a:pPr>
            <a:r>
              <a:rPr lang="en-US" sz="1700"/>
              <a:t>A KU is a thematic grouping of learning outcomes and topics </a:t>
            </a:r>
            <a:endParaRPr/>
          </a:p>
          <a:p>
            <a:pPr indent="0" lvl="0" marL="0" rtl="0" algn="l">
              <a:lnSpc>
                <a:spcPct val="90000"/>
              </a:lnSpc>
              <a:spcBef>
                <a:spcPts val="1000"/>
              </a:spcBef>
              <a:spcAft>
                <a:spcPts val="0"/>
              </a:spcAft>
              <a:buClr>
                <a:schemeClr val="dk1"/>
              </a:buClr>
              <a:buSzPts val="1700"/>
              <a:buNone/>
            </a:pPr>
            <a:r>
              <a:t/>
            </a:r>
            <a:endParaRPr sz="1700"/>
          </a:p>
          <a:p>
            <a:pPr indent="0" lvl="0" marL="0" rtl="0" algn="l">
              <a:lnSpc>
                <a:spcPct val="90000"/>
              </a:lnSpc>
              <a:spcBef>
                <a:spcPts val="1000"/>
              </a:spcBef>
              <a:spcAft>
                <a:spcPts val="0"/>
              </a:spcAft>
              <a:buClr>
                <a:schemeClr val="dk1"/>
              </a:buClr>
              <a:buSzPts val="1700"/>
              <a:buNone/>
            </a:pPr>
            <a:r>
              <a:rPr lang="en-US" sz="1700"/>
              <a:t>Alignment is a continuous process that must be completed every 5 years [18]</a:t>
            </a:r>
            <a:endParaRPr/>
          </a:p>
          <a:p>
            <a:pPr indent="0" lvl="0" marL="0" rtl="0" algn="l">
              <a:lnSpc>
                <a:spcPct val="90000"/>
              </a:lnSpc>
              <a:spcBef>
                <a:spcPts val="1000"/>
              </a:spcBef>
              <a:spcAft>
                <a:spcPts val="0"/>
              </a:spcAft>
              <a:buClr>
                <a:schemeClr val="dk1"/>
              </a:buClr>
              <a:buSzPts val="1700"/>
              <a:buNone/>
            </a:pPr>
            <a:r>
              <a:t/>
            </a:r>
            <a:endParaRPr sz="1700"/>
          </a:p>
        </p:txBody>
      </p:sp>
      <p:pic>
        <p:nvPicPr>
          <p:cNvPr descr="A white paper with black text&#10;&#10;Description automatically generated" id="1219" name="Google Shape;1219;p8"/>
          <p:cNvPicPr preferRelativeResize="0"/>
          <p:nvPr/>
        </p:nvPicPr>
        <p:blipFill rotWithShape="1">
          <a:blip r:embed="rId3">
            <a:alphaModFix/>
          </a:blip>
          <a:srcRect b="0" l="0" r="0" t="0"/>
          <a:stretch/>
        </p:blipFill>
        <p:spPr>
          <a:xfrm>
            <a:off x="6667120" y="640080"/>
            <a:ext cx="4322824" cy="5577840"/>
          </a:xfrm>
          <a:prstGeom prst="rect">
            <a:avLst/>
          </a:prstGeom>
          <a:noFill/>
          <a:ln>
            <a:noFill/>
          </a:ln>
        </p:spPr>
      </p:pic>
      <p:sp>
        <p:nvSpPr>
          <p:cNvPr id="1220" name="Google Shape;1220;p8"/>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pic>
        <p:nvPicPr>
          <p:cNvPr id="1226" name="Google Shape;1226;p9"/>
          <p:cNvPicPr preferRelativeResize="0"/>
          <p:nvPr/>
        </p:nvPicPr>
        <p:blipFill rotWithShape="1">
          <a:blip r:embed="rId3">
            <a:alphaModFix/>
          </a:blip>
          <a:srcRect b="0" l="0" r="0" t="0"/>
          <a:stretch/>
        </p:blipFill>
        <p:spPr>
          <a:xfrm>
            <a:off x="1245276" y="1083862"/>
            <a:ext cx="9796475" cy="5427250"/>
          </a:xfrm>
          <a:prstGeom prst="rect">
            <a:avLst/>
          </a:prstGeom>
          <a:noFill/>
          <a:ln>
            <a:noFill/>
          </a:ln>
        </p:spPr>
      </p:pic>
      <p:sp>
        <p:nvSpPr>
          <p:cNvPr id="1227" name="Google Shape;1227;p9"/>
          <p:cNvSpPr txBox="1"/>
          <p:nvPr/>
        </p:nvSpPr>
        <p:spPr>
          <a:xfrm>
            <a:off x="2309" y="298938"/>
            <a:ext cx="122823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1F5C99"/>
                </a:solidFill>
              </a:rPr>
              <a:t>Short timeline</a:t>
            </a:r>
            <a:endParaRPr b="0" i="0" sz="1400" u="none" cap="none" strike="noStrike">
              <a:solidFill>
                <a:srgbClr val="000000"/>
              </a:solidFill>
              <a:latin typeface="Arial"/>
              <a:ea typeface="Arial"/>
              <a:cs typeface="Arial"/>
              <a:sym typeface="Arial"/>
            </a:endParaRPr>
          </a:p>
        </p:txBody>
      </p:sp>
      <p:sp>
        <p:nvSpPr>
          <p:cNvPr id="1228" name="Google Shape;1228;p9"/>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229" name="Google Shape;1229;p9"/>
          <p:cNvSpPr txBox="1"/>
          <p:nvPr/>
        </p:nvSpPr>
        <p:spPr>
          <a:xfrm>
            <a:off x="8442600" y="6434925"/>
            <a:ext cx="3749400" cy="4479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chemeClr val="dk1"/>
              </a:buClr>
              <a:buSzPts val="4400"/>
              <a:buFont typeface="Arial"/>
              <a:buNone/>
            </a:pPr>
            <a:r>
              <a:rPr b="0" i="0" lang="en-US" sz="1400" u="none" cap="none" strike="noStrike">
                <a:solidFill>
                  <a:srgbClr val="000000"/>
                </a:solidFill>
                <a:latin typeface="Arial"/>
                <a:ea typeface="Arial"/>
                <a:cs typeface="Arial"/>
                <a:sym typeface="Arial"/>
              </a:rPr>
              <a:t>More details: </a:t>
            </a:r>
            <a:r>
              <a:rPr b="1" i="0" lang="en-US" sz="1900" u="sng" cap="none" strike="noStrike">
                <a:solidFill>
                  <a:schemeClr val="hlink"/>
                </a:solidFill>
                <a:latin typeface="Play"/>
                <a:ea typeface="Play"/>
                <a:cs typeface="Play"/>
                <a:sym typeface="Play"/>
                <a:hlinkClick r:id="rId4"/>
              </a:rPr>
              <a:t>towson.edu/cyberai</a:t>
            </a:r>
            <a:endParaRPr b="0" i="0" sz="100" u="none" cap="none" strike="noStrike">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10"/>
          <p:cNvSpPr txBox="1"/>
          <p:nvPr/>
        </p:nvSpPr>
        <p:spPr>
          <a:xfrm>
            <a:off x="1001684" y="170412"/>
            <a:ext cx="10179000" cy="1328700"/>
          </a:xfrm>
          <a:prstGeom prst="rect">
            <a:avLst/>
          </a:prstGeom>
          <a:noFill/>
          <a:ln cap="flat" cmpd="sng" w="9525">
            <a:solidFill>
              <a:srgbClr val="4472C4"/>
            </a:solidFill>
            <a:prstDash val="solid"/>
            <a:round/>
            <a:headEnd len="sm" w="sm" type="none"/>
            <a:tailEnd len="sm" w="sm" type="none"/>
          </a:ln>
        </p:spPr>
        <p:txBody>
          <a:bodyPr anchorCtr="0" anchor="b" bIns="45700" lIns="91425" spcFirstLastPara="1" rIns="91425" wrap="square" tIns="45700">
            <a:normAutofit fontScale="77500" lnSpcReduction="20000"/>
          </a:bodyPr>
          <a:lstStyle/>
          <a:p>
            <a:pPr indent="0" lvl="0" marL="0" marR="0" rtl="0" algn="ctr">
              <a:lnSpc>
                <a:spcPct val="90000"/>
              </a:lnSpc>
              <a:spcBef>
                <a:spcPts val="0"/>
              </a:spcBef>
              <a:spcAft>
                <a:spcPts val="0"/>
              </a:spcAft>
              <a:buClr>
                <a:srgbClr val="000000"/>
              </a:buClr>
              <a:buSzPct val="100000"/>
              <a:buFont typeface="Arial"/>
              <a:buNone/>
            </a:pPr>
            <a:r>
              <a:rPr b="0" i="0" lang="en-US" sz="4400" u="none" cap="none" strike="noStrike">
                <a:solidFill>
                  <a:schemeClr val="dk1"/>
                </a:solidFill>
                <a:latin typeface="Play"/>
                <a:ea typeface="Play"/>
                <a:cs typeface="Play"/>
                <a:sym typeface="Play"/>
              </a:rPr>
              <a:t>CyberAI Knowledge Units found at: </a:t>
            </a:r>
            <a:endParaRPr b="1" i="0" sz="4400" u="none" cap="none" strike="noStrike">
              <a:solidFill>
                <a:srgbClr val="143C64"/>
              </a:solidFill>
              <a:latin typeface="Play"/>
              <a:ea typeface="Play"/>
              <a:cs typeface="Play"/>
              <a:sym typeface="Play"/>
            </a:endParaRPr>
          </a:p>
          <a:p>
            <a:pPr indent="0" lvl="0" marL="0" marR="0" rtl="0" algn="ctr">
              <a:lnSpc>
                <a:spcPct val="90000"/>
              </a:lnSpc>
              <a:spcBef>
                <a:spcPts val="0"/>
              </a:spcBef>
              <a:spcAft>
                <a:spcPts val="0"/>
              </a:spcAft>
              <a:buClr>
                <a:srgbClr val="000000"/>
              </a:buClr>
              <a:buSzPct val="100000"/>
              <a:buFont typeface="Arial"/>
              <a:buNone/>
            </a:pPr>
            <a:r>
              <a:rPr b="1" lang="en-US" sz="4400">
                <a:solidFill>
                  <a:srgbClr val="143C64"/>
                </a:solidFill>
                <a:latin typeface="Play"/>
                <a:ea typeface="Play"/>
                <a:cs typeface="Play"/>
                <a:sym typeface="Play"/>
              </a:rPr>
              <a:t>https://www.caecommunity.org/cop-cyber-ai</a:t>
            </a:r>
            <a:endParaRPr b="1" i="0" sz="4400" u="none" cap="none" strike="noStrike">
              <a:solidFill>
                <a:srgbClr val="143C64"/>
              </a:solidFill>
              <a:latin typeface="Play"/>
              <a:ea typeface="Play"/>
              <a:cs typeface="Play"/>
              <a:sym typeface="Play"/>
            </a:endParaRPr>
          </a:p>
          <a:p>
            <a:pPr indent="0" lvl="0" marL="0" marR="0" rtl="0" algn="ctr">
              <a:lnSpc>
                <a:spcPct val="90000"/>
              </a:lnSpc>
              <a:spcBef>
                <a:spcPts val="0"/>
              </a:spcBef>
              <a:spcAft>
                <a:spcPts val="0"/>
              </a:spcAft>
              <a:buClr>
                <a:srgbClr val="000000"/>
              </a:buClr>
              <a:buSzPct val="100000"/>
              <a:buFont typeface="Arial"/>
              <a:buNone/>
            </a:pPr>
            <a:r>
              <a:t/>
            </a:r>
            <a:endParaRPr b="1" i="0" sz="4400" u="none" cap="none" strike="noStrike">
              <a:solidFill>
                <a:srgbClr val="143C64"/>
              </a:solidFill>
              <a:latin typeface="Play"/>
              <a:ea typeface="Play"/>
              <a:cs typeface="Play"/>
              <a:sym typeface="Play"/>
            </a:endParaRPr>
          </a:p>
        </p:txBody>
      </p:sp>
      <p:pic>
        <p:nvPicPr>
          <p:cNvPr id="1236" name="Google Shape;1236;p10"/>
          <p:cNvPicPr preferRelativeResize="0"/>
          <p:nvPr/>
        </p:nvPicPr>
        <p:blipFill rotWithShape="1">
          <a:blip r:embed="rId3">
            <a:alphaModFix/>
          </a:blip>
          <a:srcRect b="12468" l="0" r="48826" t="14948"/>
          <a:stretch/>
        </p:blipFill>
        <p:spPr>
          <a:xfrm>
            <a:off x="10526896" y="6293299"/>
            <a:ext cx="1563835" cy="491224"/>
          </a:xfrm>
          <a:prstGeom prst="rect">
            <a:avLst/>
          </a:prstGeom>
          <a:noFill/>
          <a:ln>
            <a:noFill/>
          </a:ln>
        </p:spPr>
      </p:pic>
      <p:sp>
        <p:nvSpPr>
          <p:cNvPr id="1237" name="Google Shape;1237;p10"/>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1238" name="Google Shape;1238;p10">
            <a:hlinkClick r:id="rId4"/>
          </p:cNvPr>
          <p:cNvPicPr preferRelativeResize="0"/>
          <p:nvPr/>
        </p:nvPicPr>
        <p:blipFill rotWithShape="1">
          <a:blip r:embed="rId5">
            <a:alphaModFix/>
          </a:blip>
          <a:srcRect b="0" l="0" r="0" t="0"/>
          <a:stretch/>
        </p:blipFill>
        <p:spPr>
          <a:xfrm>
            <a:off x="862700" y="1270550"/>
            <a:ext cx="5499501" cy="4354125"/>
          </a:xfrm>
          <a:prstGeom prst="rect">
            <a:avLst/>
          </a:prstGeom>
          <a:noFill/>
          <a:ln>
            <a:noFill/>
          </a:ln>
        </p:spPr>
      </p:pic>
      <p:pic>
        <p:nvPicPr>
          <p:cNvPr id="1239" name="Google Shape;1239;p10"/>
          <p:cNvPicPr preferRelativeResize="0"/>
          <p:nvPr/>
        </p:nvPicPr>
        <p:blipFill rotWithShape="1">
          <a:blip r:embed="rId6">
            <a:alphaModFix/>
          </a:blip>
          <a:srcRect b="0" l="0" r="0" t="0"/>
          <a:stretch/>
        </p:blipFill>
        <p:spPr>
          <a:xfrm>
            <a:off x="7043200" y="1346750"/>
            <a:ext cx="4362925" cy="4354124"/>
          </a:xfrm>
          <a:prstGeom prst="rect">
            <a:avLst/>
          </a:prstGeom>
          <a:noFill/>
          <a:ln>
            <a:noFill/>
          </a:ln>
        </p:spPr>
      </p:pic>
      <p:sp>
        <p:nvSpPr>
          <p:cNvPr id="1240" name="Google Shape;1240;p10"/>
          <p:cNvSpPr txBox="1"/>
          <p:nvPr/>
        </p:nvSpPr>
        <p:spPr>
          <a:xfrm>
            <a:off x="1762575" y="5700875"/>
            <a:ext cx="92295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sng" cap="none" strike="noStrike">
                <a:solidFill>
                  <a:schemeClr val="hlink"/>
                </a:solidFill>
                <a:latin typeface="Proxima Nova"/>
                <a:ea typeface="Proxima Nova"/>
                <a:cs typeface="Proxima Nova"/>
                <a:sym typeface="Proxima Nova"/>
                <a:hlinkClick r:id="rId7"/>
              </a:rPr>
              <a:t>CyberAI Program of Study Validation Requirements</a:t>
            </a:r>
            <a:r>
              <a:rPr b="0" i="0" lang="en-US" sz="1300" u="none" cap="none" strike="noStrike">
                <a:solidFill>
                  <a:schemeClr val="dk1"/>
                </a:solidFill>
                <a:latin typeface="Proxima Nova"/>
                <a:ea typeface="Proxima Nova"/>
                <a:cs typeface="Proxima Nova"/>
                <a:sym typeface="Proxima Nova"/>
              </a:rPr>
              <a:t>  						</a:t>
            </a:r>
            <a:r>
              <a:rPr b="0" i="0" lang="en-US" sz="1300" u="sng" cap="none" strike="noStrike">
                <a:solidFill>
                  <a:schemeClr val="hlink"/>
                </a:solidFill>
                <a:latin typeface="Proxima Nova"/>
                <a:ea typeface="Proxima Nova"/>
                <a:cs typeface="Proxima Nova"/>
                <a:sym typeface="Proxima Nova"/>
                <a:hlinkClick r:id="rId8"/>
              </a:rPr>
              <a:t>CAE POS-CyberAI KUs</a:t>
            </a:r>
            <a:endParaRPr b="0" i="0" sz="1300" u="none" cap="none" strike="noStrike">
              <a:solidFill>
                <a:schemeClr val="dk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2"/>
          <p:cNvSpPr/>
          <p:nvPr/>
        </p:nvSpPr>
        <p:spPr>
          <a:xfrm>
            <a:off x="4034253" y="2254859"/>
            <a:ext cx="365760" cy="3873601"/>
          </a:xfrm>
          <a:prstGeom prst="upArrow">
            <a:avLst>
              <a:gd fmla="val 50000" name="adj1"/>
              <a:gd fmla="val 50000" name="adj2"/>
            </a:avLst>
          </a:prstGeom>
          <a:solidFill>
            <a:srgbClr val="0B769F"/>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7" name="Google Shape;1247;p12"/>
          <p:cNvSpPr/>
          <p:nvPr/>
        </p:nvSpPr>
        <p:spPr>
          <a:xfrm>
            <a:off x="7282954" y="2254859"/>
            <a:ext cx="365760" cy="3234762"/>
          </a:xfrm>
          <a:prstGeom prst="upArrow">
            <a:avLst>
              <a:gd fmla="val 50000" name="adj1"/>
              <a:gd fmla="val 50000" name="adj2"/>
            </a:avLst>
          </a:prstGeom>
          <a:solidFill>
            <a:srgbClr val="239DD3"/>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48" name="Google Shape;1248;p12"/>
          <p:cNvSpPr txBox="1"/>
          <p:nvPr/>
        </p:nvSpPr>
        <p:spPr>
          <a:xfrm>
            <a:off x="2877957" y="159278"/>
            <a:ext cx="7866598"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rgbClr val="1F5C99"/>
                </a:solidFill>
                <a:latin typeface="Arial"/>
                <a:ea typeface="Arial"/>
                <a:cs typeface="Arial"/>
                <a:sym typeface="Arial"/>
              </a:rPr>
              <a:t>CyberAI Knowledge Units</a:t>
            </a:r>
            <a:endParaRPr b="0" i="0" sz="1400" u="none" cap="none" strike="noStrike">
              <a:solidFill>
                <a:srgbClr val="000000"/>
              </a:solidFill>
              <a:latin typeface="Arial"/>
              <a:ea typeface="Arial"/>
              <a:cs typeface="Arial"/>
              <a:sym typeface="Arial"/>
            </a:endParaRPr>
          </a:p>
        </p:txBody>
      </p:sp>
      <p:sp>
        <p:nvSpPr>
          <p:cNvPr id="1249" name="Google Shape;1249;p12"/>
          <p:cNvSpPr/>
          <p:nvPr/>
        </p:nvSpPr>
        <p:spPr>
          <a:xfrm>
            <a:off x="2543759" y="1240826"/>
            <a:ext cx="6812355" cy="614943"/>
          </a:xfrm>
          <a:prstGeom prst="rect">
            <a:avLst/>
          </a:prstGeom>
          <a:solidFill>
            <a:srgbClr val="BF4F14"/>
          </a:solidFill>
          <a:ln cap="flat" cmpd="sng" w="19050">
            <a:solidFill>
              <a:srgbClr val="38792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Defense Cyber Workforce Framework</a:t>
            </a:r>
            <a:endParaRPr b="0" i="0" sz="16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600"/>
              <a:buFont typeface="Arial"/>
              <a:buNone/>
            </a:pPr>
            <a:r>
              <a:rPr lang="en-US" sz="1600">
                <a:solidFill>
                  <a:srgbClr val="FFFFFF"/>
                </a:solidFill>
              </a:rPr>
              <a:t>ABET Accreditation (?), ACM Guidelines (?)</a:t>
            </a:r>
            <a:r>
              <a:rPr b="0" i="0" lang="en-US" sz="1600" u="none" cap="none" strike="noStrike">
                <a:solidFill>
                  <a:srgbClr val="FFFFFF"/>
                </a:solidFill>
                <a:latin typeface="Arial"/>
                <a:ea typeface="Arial"/>
                <a:cs typeface="Arial"/>
                <a:sym typeface="Arial"/>
              </a:rPr>
              <a:t> </a:t>
            </a:r>
            <a:endParaRPr b="0" i="0" sz="1600" u="none" cap="none" strike="noStrike">
              <a:solidFill>
                <a:srgbClr val="FFFFFF"/>
              </a:solidFill>
              <a:latin typeface="Arial"/>
              <a:ea typeface="Arial"/>
              <a:cs typeface="Arial"/>
              <a:sym typeface="Arial"/>
            </a:endParaRPr>
          </a:p>
        </p:txBody>
      </p:sp>
      <p:sp>
        <p:nvSpPr>
          <p:cNvPr id="1250" name="Google Shape;1250;p12"/>
          <p:cNvSpPr/>
          <p:nvPr/>
        </p:nvSpPr>
        <p:spPr>
          <a:xfrm>
            <a:off x="2543759" y="1905455"/>
            <a:ext cx="6812355" cy="349404"/>
          </a:xfrm>
          <a:prstGeom prst="rect">
            <a:avLst/>
          </a:prstGeom>
          <a:solidFill>
            <a:srgbClr val="E97237"/>
          </a:solidFill>
          <a:ln cap="flat" cmpd="sng" w="19050">
            <a:solidFill>
              <a:srgbClr val="38792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Artificial Intelligence in Cybersecurity Work Role Definitions (NSF Draft)</a:t>
            </a:r>
            <a:endParaRPr b="0" i="0" sz="1600" u="none" cap="none" strike="noStrike">
              <a:solidFill>
                <a:srgbClr val="FFFFFF"/>
              </a:solidFill>
              <a:latin typeface="Arial"/>
              <a:ea typeface="Arial"/>
              <a:cs typeface="Arial"/>
              <a:sym typeface="Arial"/>
            </a:endParaRPr>
          </a:p>
        </p:txBody>
      </p:sp>
      <p:sp>
        <p:nvSpPr>
          <p:cNvPr id="1251" name="Google Shape;1251;p12"/>
          <p:cNvSpPr/>
          <p:nvPr/>
        </p:nvSpPr>
        <p:spPr>
          <a:xfrm>
            <a:off x="2584703" y="2516954"/>
            <a:ext cx="6624160" cy="243379"/>
          </a:xfrm>
          <a:prstGeom prst="rect">
            <a:avLst/>
          </a:prstGeom>
          <a:solidFill>
            <a:srgbClr val="F2CDED"/>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ALIGNED to </a:t>
            </a:r>
            <a:r>
              <a:rPr b="1" i="0" lang="en-US" sz="1600" u="none" cap="none" strike="noStrike">
                <a:solidFill>
                  <a:schemeClr val="dk1"/>
                </a:solidFill>
                <a:latin typeface="Arial"/>
                <a:ea typeface="Arial"/>
                <a:cs typeface="Arial"/>
                <a:sym typeface="Arial"/>
              </a:rPr>
              <a:t>Outcomes</a:t>
            </a:r>
            <a:endParaRPr b="0" i="0" sz="1400" u="none" cap="none" strike="noStrike">
              <a:solidFill>
                <a:srgbClr val="000000"/>
              </a:solidFill>
              <a:latin typeface="Arial"/>
              <a:ea typeface="Arial"/>
              <a:cs typeface="Arial"/>
              <a:sym typeface="Arial"/>
            </a:endParaRPr>
          </a:p>
        </p:txBody>
      </p:sp>
      <p:sp>
        <p:nvSpPr>
          <p:cNvPr id="1252" name="Google Shape;1252;p12"/>
          <p:cNvSpPr/>
          <p:nvPr/>
        </p:nvSpPr>
        <p:spPr>
          <a:xfrm>
            <a:off x="2584703" y="5995351"/>
            <a:ext cx="6624160" cy="383823"/>
          </a:xfrm>
          <a:prstGeom prst="rect">
            <a:avLst/>
          </a:prstGeom>
          <a:solidFill>
            <a:srgbClr val="7055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3" name="Google Shape;1253;p12"/>
          <p:cNvSpPr/>
          <p:nvPr/>
        </p:nvSpPr>
        <p:spPr>
          <a:xfrm>
            <a:off x="2755180" y="4105785"/>
            <a:ext cx="2926533" cy="1299725"/>
          </a:xfrm>
          <a:prstGeom prst="rect">
            <a:avLst/>
          </a:prstGeom>
          <a:solidFill>
            <a:srgbClr val="F2B8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4" name="Google Shape;1254;p12"/>
          <p:cNvSpPr/>
          <p:nvPr/>
        </p:nvSpPr>
        <p:spPr>
          <a:xfrm>
            <a:off x="2584703" y="5477973"/>
            <a:ext cx="6624160" cy="434252"/>
          </a:xfrm>
          <a:prstGeom prst="rect">
            <a:avLst/>
          </a:prstGeom>
          <a:solidFill>
            <a:srgbClr val="D2A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5" name="Google Shape;1255;p12"/>
          <p:cNvSpPr/>
          <p:nvPr/>
        </p:nvSpPr>
        <p:spPr>
          <a:xfrm>
            <a:off x="2755180" y="3398322"/>
            <a:ext cx="2926533" cy="642625"/>
          </a:xfrm>
          <a:prstGeom prst="rect">
            <a:avLst/>
          </a:prstGeom>
          <a:solidFill>
            <a:srgbClr val="FFC715"/>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6" name="Google Shape;1256;p12"/>
          <p:cNvSpPr txBox="1"/>
          <p:nvPr/>
        </p:nvSpPr>
        <p:spPr>
          <a:xfrm>
            <a:off x="3274794" y="3411857"/>
            <a:ext cx="1884678" cy="61555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Secure AI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Optional KUs</a:t>
            </a:r>
            <a:endParaRPr b="0" i="0" sz="1400" u="none" cap="none" strike="noStrike">
              <a:solidFill>
                <a:srgbClr val="000000"/>
              </a:solidFill>
              <a:latin typeface="Arial"/>
              <a:ea typeface="Arial"/>
              <a:cs typeface="Arial"/>
              <a:sym typeface="Arial"/>
            </a:endParaRPr>
          </a:p>
        </p:txBody>
      </p:sp>
      <p:grpSp>
        <p:nvGrpSpPr>
          <p:cNvPr id="1257" name="Google Shape;1257;p12"/>
          <p:cNvGrpSpPr/>
          <p:nvPr/>
        </p:nvGrpSpPr>
        <p:grpSpPr>
          <a:xfrm>
            <a:off x="6059594" y="3383299"/>
            <a:ext cx="2926533" cy="646746"/>
            <a:chOff x="5491168" y="3338992"/>
            <a:chExt cx="2926533" cy="646746"/>
          </a:xfrm>
        </p:grpSpPr>
        <p:sp>
          <p:nvSpPr>
            <p:cNvPr id="1258" name="Google Shape;1258;p12"/>
            <p:cNvSpPr/>
            <p:nvPr/>
          </p:nvSpPr>
          <p:spPr>
            <a:xfrm>
              <a:off x="5491168" y="3338992"/>
              <a:ext cx="2926533" cy="646746"/>
            </a:xfrm>
            <a:prstGeom prst="rect">
              <a:avLst/>
            </a:prstGeom>
            <a:solidFill>
              <a:srgbClr val="B88C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59" name="Google Shape;1259;p12"/>
            <p:cNvSpPr txBox="1"/>
            <p:nvPr/>
          </p:nvSpPr>
          <p:spPr>
            <a:xfrm>
              <a:off x="5973864" y="3345300"/>
              <a:ext cx="1847088" cy="61555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2"/>
                  </a:solidFill>
                  <a:latin typeface="Arial"/>
                  <a:ea typeface="Arial"/>
                  <a:cs typeface="Arial"/>
                  <a:sym typeface="Arial"/>
                </a:rPr>
                <a:t>AI Cyber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2"/>
                  </a:solidFill>
                  <a:latin typeface="Arial"/>
                  <a:ea typeface="Arial"/>
                  <a:cs typeface="Arial"/>
                  <a:sym typeface="Arial"/>
                </a:rPr>
                <a:t>Optional KUs </a:t>
              </a:r>
              <a:endParaRPr b="0" i="0" sz="1400" u="none" cap="none" strike="noStrike">
                <a:solidFill>
                  <a:srgbClr val="000000"/>
                </a:solidFill>
                <a:latin typeface="Arial"/>
                <a:ea typeface="Arial"/>
                <a:cs typeface="Arial"/>
                <a:sym typeface="Arial"/>
              </a:endParaRPr>
            </a:p>
          </p:txBody>
        </p:sp>
      </p:grpSp>
      <p:grpSp>
        <p:nvGrpSpPr>
          <p:cNvPr id="1260" name="Google Shape;1260;p12"/>
          <p:cNvGrpSpPr/>
          <p:nvPr/>
        </p:nvGrpSpPr>
        <p:grpSpPr>
          <a:xfrm>
            <a:off x="6059594" y="4105290"/>
            <a:ext cx="2926533" cy="1302885"/>
            <a:chOff x="5491168" y="4060983"/>
            <a:chExt cx="2926533" cy="1302885"/>
          </a:xfrm>
        </p:grpSpPr>
        <p:sp>
          <p:nvSpPr>
            <p:cNvPr id="1261" name="Google Shape;1261;p12"/>
            <p:cNvSpPr/>
            <p:nvPr/>
          </p:nvSpPr>
          <p:spPr>
            <a:xfrm>
              <a:off x="5491168" y="4060983"/>
              <a:ext cx="2926533" cy="1302885"/>
            </a:xfrm>
            <a:prstGeom prst="rect">
              <a:avLst/>
            </a:prstGeom>
            <a:solidFill>
              <a:srgbClr val="926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2" name="Google Shape;1262;p12"/>
            <p:cNvSpPr txBox="1"/>
            <p:nvPr/>
          </p:nvSpPr>
          <p:spPr>
            <a:xfrm>
              <a:off x="5592138" y="4219790"/>
              <a:ext cx="2723863"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2"/>
                  </a:solidFill>
                  <a:latin typeface="Arial"/>
                  <a:ea typeface="Arial"/>
                  <a:cs typeface="Arial"/>
                  <a:sym typeface="Arial"/>
                </a:rPr>
                <a:t>AI for Cybersecurity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Arial"/>
                  <a:ea typeface="Arial"/>
                  <a:cs typeface="Arial"/>
                  <a:sym typeface="Arial"/>
                </a:rPr>
                <a:t>(AICyber)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2"/>
                  </a:solidFill>
                  <a:latin typeface="Arial"/>
                  <a:ea typeface="Arial"/>
                  <a:cs typeface="Arial"/>
                  <a:sym typeface="Arial"/>
                </a:rPr>
                <a:t>Core</a:t>
              </a:r>
              <a:r>
                <a:rPr b="0" i="0" lang="en-US" sz="1800" u="none" cap="none" strike="noStrike">
                  <a:solidFill>
                    <a:schemeClr val="lt2"/>
                  </a:solidFill>
                  <a:latin typeface="Arial"/>
                  <a:ea typeface="Arial"/>
                  <a:cs typeface="Arial"/>
                  <a:sym typeface="Arial"/>
                </a:rPr>
                <a:t> KUs</a:t>
              </a:r>
              <a:endParaRPr b="0" i="0" sz="1400" u="none" cap="none" strike="noStrike">
                <a:solidFill>
                  <a:srgbClr val="000000"/>
                </a:solidFill>
                <a:latin typeface="Arial"/>
                <a:ea typeface="Arial"/>
                <a:cs typeface="Arial"/>
                <a:sym typeface="Arial"/>
              </a:endParaRPr>
            </a:p>
          </p:txBody>
        </p:sp>
      </p:grpSp>
      <p:sp>
        <p:nvSpPr>
          <p:cNvPr id="1263" name="Google Shape;1263;p12"/>
          <p:cNvSpPr txBox="1"/>
          <p:nvPr/>
        </p:nvSpPr>
        <p:spPr>
          <a:xfrm>
            <a:off x="2625819" y="6016650"/>
            <a:ext cx="701665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2"/>
                </a:solidFill>
                <a:latin typeface="Arial"/>
                <a:ea typeface="Arial"/>
                <a:cs typeface="Arial"/>
                <a:sym typeface="Arial"/>
              </a:rPr>
              <a:t>Cyber Foundational KUs</a:t>
            </a:r>
            <a:endParaRPr b="0" i="0" sz="1400" u="none" cap="none" strike="noStrike">
              <a:solidFill>
                <a:srgbClr val="000000"/>
              </a:solidFill>
              <a:latin typeface="Arial"/>
              <a:ea typeface="Arial"/>
              <a:cs typeface="Arial"/>
              <a:sym typeface="Arial"/>
            </a:endParaRPr>
          </a:p>
        </p:txBody>
      </p:sp>
      <p:sp>
        <p:nvSpPr>
          <p:cNvPr id="1264" name="Google Shape;1264;p12"/>
          <p:cNvSpPr txBox="1"/>
          <p:nvPr/>
        </p:nvSpPr>
        <p:spPr>
          <a:xfrm>
            <a:off x="2625822" y="5509369"/>
            <a:ext cx="701664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AI Foundational KUs</a:t>
            </a:r>
            <a:endParaRPr b="0" i="0" sz="1400" u="none" cap="none" strike="noStrike">
              <a:solidFill>
                <a:srgbClr val="000000"/>
              </a:solidFill>
              <a:latin typeface="Arial"/>
              <a:ea typeface="Arial"/>
              <a:cs typeface="Arial"/>
              <a:sym typeface="Arial"/>
            </a:endParaRPr>
          </a:p>
        </p:txBody>
      </p:sp>
      <p:sp>
        <p:nvSpPr>
          <p:cNvPr id="1265" name="Google Shape;1265;p12"/>
          <p:cNvSpPr txBox="1"/>
          <p:nvPr/>
        </p:nvSpPr>
        <p:spPr>
          <a:xfrm>
            <a:off x="2983078" y="4288931"/>
            <a:ext cx="2463463"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Security of AI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(SecureAI)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Core</a:t>
            </a:r>
            <a:r>
              <a:rPr b="0" i="0" lang="en-US" sz="1800" u="none" cap="none" strike="noStrike">
                <a:solidFill>
                  <a:schemeClr val="dk1"/>
                </a:solidFill>
                <a:latin typeface="Arial"/>
                <a:ea typeface="Arial"/>
                <a:cs typeface="Arial"/>
                <a:sym typeface="Arial"/>
              </a:rPr>
              <a:t> KUs</a:t>
            </a:r>
            <a:endParaRPr b="0" i="0" sz="1400" u="none" cap="none" strike="noStrike">
              <a:solidFill>
                <a:srgbClr val="000000"/>
              </a:solidFill>
              <a:latin typeface="Arial"/>
              <a:ea typeface="Arial"/>
              <a:cs typeface="Arial"/>
              <a:sym typeface="Arial"/>
            </a:endParaRPr>
          </a:p>
        </p:txBody>
      </p:sp>
      <p:sp>
        <p:nvSpPr>
          <p:cNvPr id="1266" name="Google Shape;1266;p12"/>
          <p:cNvSpPr/>
          <p:nvPr/>
        </p:nvSpPr>
        <p:spPr>
          <a:xfrm>
            <a:off x="2755180" y="2965020"/>
            <a:ext cx="2926533" cy="351107"/>
          </a:xfrm>
          <a:prstGeom prst="rect">
            <a:avLst/>
          </a:prstGeom>
          <a:solidFill>
            <a:srgbClr val="FFC715"/>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67" name="Google Shape;1267;p12"/>
          <p:cNvSpPr txBox="1"/>
          <p:nvPr/>
        </p:nvSpPr>
        <p:spPr>
          <a:xfrm>
            <a:off x="2882732" y="2965841"/>
            <a:ext cx="28089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Arial"/>
                <a:ea typeface="Arial"/>
                <a:cs typeface="Arial"/>
                <a:sym typeface="Arial"/>
              </a:rPr>
              <a:t>SecureAI PoS</a:t>
            </a:r>
            <a:endParaRPr b="0" i="0" sz="1600" u="none" cap="none" strike="noStrike">
              <a:solidFill>
                <a:srgbClr val="000000"/>
              </a:solidFill>
              <a:latin typeface="Arial"/>
              <a:ea typeface="Arial"/>
              <a:cs typeface="Arial"/>
              <a:sym typeface="Arial"/>
            </a:endParaRPr>
          </a:p>
        </p:txBody>
      </p:sp>
      <p:sp>
        <p:nvSpPr>
          <p:cNvPr id="1268" name="Google Shape;1268;p12"/>
          <p:cNvSpPr/>
          <p:nvPr/>
        </p:nvSpPr>
        <p:spPr>
          <a:xfrm>
            <a:off x="6059683" y="2964747"/>
            <a:ext cx="2926533" cy="351107"/>
          </a:xfrm>
          <a:prstGeom prst="rect">
            <a:avLst/>
          </a:prstGeom>
          <a:solidFill>
            <a:srgbClr val="FFC715"/>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600" u="none" cap="none" strike="noStrike">
              <a:solidFill>
                <a:schemeClr val="dk1"/>
              </a:solidFill>
              <a:latin typeface="Arial"/>
              <a:ea typeface="Arial"/>
              <a:cs typeface="Arial"/>
              <a:sym typeface="Arial"/>
            </a:endParaRPr>
          </a:p>
        </p:txBody>
      </p:sp>
      <p:sp>
        <p:nvSpPr>
          <p:cNvPr id="1269" name="Google Shape;1269;p12"/>
          <p:cNvSpPr txBox="1"/>
          <p:nvPr/>
        </p:nvSpPr>
        <p:spPr>
          <a:xfrm>
            <a:off x="5903928" y="2965568"/>
            <a:ext cx="30921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Arial"/>
                <a:ea typeface="Arial"/>
                <a:cs typeface="Arial"/>
                <a:sym typeface="Arial"/>
              </a:rPr>
              <a:t>AICyber PoS</a:t>
            </a:r>
            <a:endParaRPr b="0" i="0" sz="2000" u="none" cap="none" strike="noStrike">
              <a:solidFill>
                <a:schemeClr val="dk1"/>
              </a:solidFill>
              <a:latin typeface="Arial"/>
              <a:ea typeface="Arial"/>
              <a:cs typeface="Arial"/>
              <a:sym typeface="Arial"/>
            </a:endParaRPr>
          </a:p>
        </p:txBody>
      </p:sp>
      <p:sp>
        <p:nvSpPr>
          <p:cNvPr id="1270" name="Google Shape;1270;p12"/>
          <p:cNvSpPr txBox="1"/>
          <p:nvPr/>
        </p:nvSpPr>
        <p:spPr>
          <a:xfrm>
            <a:off x="297025" y="2964747"/>
            <a:ext cx="2163900" cy="233970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SecureAI</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Arial"/>
                <a:ea typeface="Arial"/>
                <a:cs typeface="Arial"/>
                <a:sym typeface="Arial"/>
              </a:rPr>
              <a:t>Program of Study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Must be CAE - CD or CO Designated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Program rigor will dictate which PoS students choose</a:t>
            </a:r>
            <a:endParaRPr b="0" i="0" sz="1400" u="none" cap="none" strike="noStrike">
              <a:solidFill>
                <a:srgbClr val="000000"/>
              </a:solidFill>
              <a:latin typeface="Arial"/>
              <a:ea typeface="Arial"/>
              <a:cs typeface="Arial"/>
              <a:sym typeface="Arial"/>
            </a:endParaRPr>
          </a:p>
        </p:txBody>
      </p:sp>
      <p:sp>
        <p:nvSpPr>
          <p:cNvPr id="1271" name="Google Shape;1271;p12"/>
          <p:cNvSpPr txBox="1"/>
          <p:nvPr/>
        </p:nvSpPr>
        <p:spPr>
          <a:xfrm>
            <a:off x="9423850" y="2964750"/>
            <a:ext cx="2253000" cy="261660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AICyber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Arial"/>
                <a:ea typeface="Arial"/>
                <a:cs typeface="Arial"/>
                <a:sym typeface="Arial"/>
              </a:rPr>
              <a:t>Program of Study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Must be CAE - CD or CO Designated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Will compliment CD or CO PoS – could be Minor or Electives</a:t>
            </a:r>
            <a:endParaRPr b="0" i="0" sz="1400" u="none" cap="none" strike="noStrike">
              <a:solidFill>
                <a:srgbClr val="000000"/>
              </a:solidFill>
              <a:latin typeface="Arial"/>
              <a:ea typeface="Arial"/>
              <a:cs typeface="Arial"/>
              <a:sym typeface="Arial"/>
            </a:endParaRPr>
          </a:p>
        </p:txBody>
      </p:sp>
      <p:sp>
        <p:nvSpPr>
          <p:cNvPr id="1272" name="Google Shape;1272;p12"/>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7" name="Shape 1277"/>
        <p:cNvGrpSpPr/>
        <p:nvPr/>
      </p:nvGrpSpPr>
      <p:grpSpPr>
        <a:xfrm>
          <a:off x="0" y="0"/>
          <a:ext cx="0" cy="0"/>
          <a:chOff x="0" y="0"/>
          <a:chExt cx="0" cy="0"/>
        </a:xfrm>
      </p:grpSpPr>
      <p:sp>
        <p:nvSpPr>
          <p:cNvPr id="1278" name="Google Shape;1278;g3ec6521b2d6_0_679"/>
          <p:cNvSpPr txBox="1"/>
          <p:nvPr>
            <p:ph idx="12" type="sldNum"/>
          </p:nvPr>
        </p:nvSpPr>
        <p:spPr>
          <a:xfrm flipH="1" rot="10800000">
            <a:off x="7959650" y="5895851"/>
            <a:ext cx="442800" cy="338700"/>
          </a:xfrm>
          <a:prstGeom prst="rect">
            <a:avLst/>
          </a:prstGeom>
          <a:noFill/>
          <a:ln>
            <a:noFill/>
          </a:ln>
        </p:spPr>
        <p:txBody>
          <a:bodyPr anchorCtr="0" anchor="ctr" bIns="45700" lIns="45700" spcFirstLastPara="1" rIns="45700" wrap="square" tIns="45700">
            <a:spAutoFit/>
          </a:bodyPr>
          <a:lstStyle/>
          <a:p>
            <a:pPr indent="0" lvl="0" marL="0" rtl="0" algn="l">
              <a:lnSpc>
                <a:spcPct val="100000"/>
              </a:lnSpc>
              <a:spcBef>
                <a:spcPts val="0"/>
              </a:spcBef>
              <a:spcAft>
                <a:spcPts val="0"/>
              </a:spcAft>
              <a:buClr>
                <a:srgbClr val="828282"/>
              </a:buClr>
              <a:buSzPts val="1600"/>
              <a:buFont typeface="Open Sans"/>
              <a:buNone/>
            </a:pPr>
            <a:fld id="{00000000-1234-1234-1234-123412341234}" type="slidenum">
              <a:rPr lang="en-US"/>
              <a:t>‹#›</a:t>
            </a:fld>
            <a:endParaRPr/>
          </a:p>
        </p:txBody>
      </p:sp>
      <p:sp>
        <p:nvSpPr>
          <p:cNvPr id="1279" name="Google Shape;1279;g3ec6521b2d6_0_679"/>
          <p:cNvSpPr/>
          <p:nvPr/>
        </p:nvSpPr>
        <p:spPr>
          <a:xfrm>
            <a:off x="1798525" y="5709250"/>
            <a:ext cx="9666300" cy="979200"/>
          </a:xfrm>
          <a:prstGeom prst="roundRect">
            <a:avLst>
              <a:gd fmla="val 16667" name="adj"/>
            </a:avLst>
          </a:prstGeom>
          <a:solidFill>
            <a:srgbClr val="666666"/>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EFEFEF"/>
              </a:buClr>
              <a:buSzPts val="1900"/>
              <a:buFont typeface="Open Sans"/>
              <a:buNone/>
            </a:pPr>
            <a:r>
              <a:rPr b="1" i="0" lang="en-US" sz="1900" u="none" cap="none" strike="noStrike">
                <a:solidFill>
                  <a:srgbClr val="EFEFEF"/>
                </a:solidFill>
                <a:latin typeface="Open Sans"/>
                <a:ea typeface="Open Sans"/>
                <a:cs typeface="Open Sans"/>
                <a:sym typeface="Open Sans"/>
              </a:rPr>
              <a:t>Cyber Foundational KUs (</a:t>
            </a:r>
            <a:r>
              <a:rPr b="1" lang="en-US" sz="1900">
                <a:solidFill>
                  <a:srgbClr val="EFEFEF"/>
                </a:solidFill>
                <a:latin typeface="Open Sans"/>
                <a:ea typeface="Open Sans"/>
                <a:cs typeface="Open Sans"/>
                <a:sym typeface="Open Sans"/>
              </a:rPr>
              <a:t>3</a:t>
            </a:r>
            <a:r>
              <a:rPr b="1" i="0" lang="en-US" sz="1900" u="none" cap="none" strike="noStrike">
                <a:solidFill>
                  <a:srgbClr val="EFEFEF"/>
                </a:solidFill>
                <a:latin typeface="Open Sans"/>
                <a:ea typeface="Open Sans"/>
                <a:cs typeface="Open Sans"/>
                <a:sym typeface="Open Sans"/>
              </a:rPr>
              <a:t>):</a:t>
            </a:r>
            <a:r>
              <a:rPr b="0" i="0" lang="en-US" sz="1900" u="none" cap="none" strike="noStrike">
                <a:solidFill>
                  <a:srgbClr val="EFEFEF"/>
                </a:solidFill>
                <a:latin typeface="Open Sans"/>
                <a:ea typeface="Open Sans"/>
                <a:cs typeface="Open Sans"/>
                <a:sym typeface="Open Sans"/>
              </a:rPr>
              <a:t> </a:t>
            </a:r>
            <a:br>
              <a:rPr b="0" i="0" lang="en-US" sz="1900" u="none" cap="none" strike="noStrike">
                <a:solidFill>
                  <a:srgbClr val="EFEFEF"/>
                </a:solidFill>
                <a:latin typeface="Open Sans"/>
                <a:ea typeface="Open Sans"/>
                <a:cs typeface="Open Sans"/>
                <a:sym typeface="Open Sans"/>
              </a:rPr>
            </a:br>
            <a:r>
              <a:rPr b="0" i="0" lang="en-US" sz="1900" u="none" cap="none" strike="noStrike">
                <a:solidFill>
                  <a:srgbClr val="EFEFEF"/>
                </a:solidFill>
                <a:latin typeface="Open Sans"/>
                <a:ea typeface="Open Sans"/>
                <a:cs typeface="Open Sans"/>
                <a:sym typeface="Open Sans"/>
              </a:rPr>
              <a:t>Cybersecurity Fundamentals; IT Systems Components,</a:t>
            </a:r>
            <a:br>
              <a:rPr b="0" i="0" lang="en-US" sz="1900" u="none" cap="none" strike="noStrike">
                <a:solidFill>
                  <a:srgbClr val="EFEFEF"/>
                </a:solidFill>
                <a:latin typeface="Open Sans"/>
                <a:ea typeface="Open Sans"/>
                <a:cs typeface="Open Sans"/>
                <a:sym typeface="Open Sans"/>
              </a:rPr>
            </a:br>
            <a:r>
              <a:rPr b="0" i="0" lang="en-US" sz="1900" u="none" cap="none" strike="noStrike">
                <a:solidFill>
                  <a:srgbClr val="EFEFEF"/>
                </a:solidFill>
                <a:latin typeface="Open Sans"/>
                <a:ea typeface="Open Sans"/>
                <a:cs typeface="Open Sans"/>
                <a:sym typeface="Open Sans"/>
              </a:rPr>
              <a:t>Basic Scripting and Programming</a:t>
            </a:r>
            <a:endParaRPr b="0" i="0" sz="1900" u="none" cap="none" strike="noStrike">
              <a:solidFill>
                <a:srgbClr val="EFEFEF"/>
              </a:solidFill>
              <a:latin typeface="Open Sans"/>
              <a:ea typeface="Open Sans"/>
              <a:cs typeface="Open Sans"/>
              <a:sym typeface="Open Sans"/>
            </a:endParaRPr>
          </a:p>
        </p:txBody>
      </p:sp>
      <p:sp>
        <p:nvSpPr>
          <p:cNvPr id="1280" name="Google Shape;1280;g3ec6521b2d6_0_679"/>
          <p:cNvSpPr/>
          <p:nvPr/>
        </p:nvSpPr>
        <p:spPr>
          <a:xfrm>
            <a:off x="1798525" y="4599901"/>
            <a:ext cx="9666300" cy="979200"/>
          </a:xfrm>
          <a:prstGeom prst="roundRect">
            <a:avLst>
              <a:gd fmla="val 16667" name="adj"/>
            </a:avLst>
          </a:prstGeom>
          <a:solidFill>
            <a:srgbClr val="0B5394"/>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EFEFEF"/>
              </a:buClr>
              <a:buSzPts val="1900"/>
              <a:buFont typeface="Open Sans"/>
              <a:buNone/>
            </a:pPr>
            <a:r>
              <a:rPr b="1" i="0" lang="en-US" sz="1900" u="none" cap="none" strike="noStrike">
                <a:solidFill>
                  <a:srgbClr val="EFEFEF"/>
                </a:solidFill>
                <a:latin typeface="Open Sans"/>
                <a:ea typeface="Open Sans"/>
                <a:cs typeface="Open Sans"/>
                <a:sym typeface="Open Sans"/>
              </a:rPr>
              <a:t>AI Foundational KUs (</a:t>
            </a:r>
            <a:r>
              <a:rPr b="1" lang="en-US" sz="1900">
                <a:solidFill>
                  <a:srgbClr val="EFEFEF"/>
                </a:solidFill>
                <a:latin typeface="Open Sans"/>
                <a:ea typeface="Open Sans"/>
                <a:cs typeface="Open Sans"/>
                <a:sym typeface="Open Sans"/>
              </a:rPr>
              <a:t>4</a:t>
            </a:r>
            <a:r>
              <a:rPr b="1" i="0" lang="en-US" sz="1900" u="none" cap="none" strike="noStrike">
                <a:solidFill>
                  <a:srgbClr val="EFEFEF"/>
                </a:solidFill>
                <a:latin typeface="Open Sans"/>
                <a:ea typeface="Open Sans"/>
                <a:cs typeface="Open Sans"/>
                <a:sym typeface="Open Sans"/>
              </a:rPr>
              <a:t>):</a:t>
            </a:r>
            <a:r>
              <a:rPr b="0" i="0" lang="en-US" sz="1900" u="none" cap="none" strike="noStrike">
                <a:solidFill>
                  <a:srgbClr val="EFEFEF"/>
                </a:solidFill>
                <a:latin typeface="Open Sans"/>
                <a:ea typeface="Open Sans"/>
                <a:cs typeface="Open Sans"/>
                <a:sym typeface="Open Sans"/>
              </a:rPr>
              <a:t> </a:t>
            </a:r>
            <a:br>
              <a:rPr b="0" i="0" lang="en-US" sz="1900" u="none" cap="none" strike="noStrike">
                <a:solidFill>
                  <a:srgbClr val="EFEFEF"/>
                </a:solidFill>
                <a:latin typeface="Open Sans"/>
                <a:ea typeface="Open Sans"/>
                <a:cs typeface="Open Sans"/>
                <a:sym typeface="Open Sans"/>
              </a:rPr>
            </a:br>
            <a:r>
              <a:rPr b="0" i="0" lang="en-US" sz="1900" u="none" cap="none" strike="noStrike">
                <a:solidFill>
                  <a:srgbClr val="EFEFEF"/>
                </a:solidFill>
                <a:latin typeface="Open Sans"/>
                <a:ea typeface="Open Sans"/>
                <a:cs typeface="Open Sans"/>
                <a:sym typeface="Open Sans"/>
              </a:rPr>
              <a:t>AI Governance, Law, &amp; Ethics; AI Fundamentals;</a:t>
            </a:r>
            <a:br>
              <a:rPr b="0" i="0" lang="en-US" sz="1900" u="none" cap="none" strike="noStrike">
                <a:solidFill>
                  <a:srgbClr val="EFEFEF"/>
                </a:solidFill>
                <a:latin typeface="Open Sans"/>
                <a:ea typeface="Open Sans"/>
                <a:cs typeface="Open Sans"/>
                <a:sym typeface="Open Sans"/>
              </a:rPr>
            </a:br>
            <a:r>
              <a:rPr b="0" i="0" lang="en-US" sz="1900" u="none" cap="none" strike="noStrike">
                <a:solidFill>
                  <a:srgbClr val="EFEFEF"/>
                </a:solidFill>
                <a:latin typeface="Open Sans"/>
                <a:ea typeface="Open Sans"/>
                <a:cs typeface="Open Sans"/>
                <a:sym typeface="Open Sans"/>
              </a:rPr>
              <a:t>Machine Learning Fundamentals, </a:t>
            </a:r>
            <a:r>
              <a:rPr lang="en-US" sz="1900">
                <a:solidFill>
                  <a:srgbClr val="EFEFEF"/>
                </a:solidFill>
                <a:latin typeface="Open Sans"/>
                <a:ea typeface="Open Sans"/>
                <a:cs typeface="Open Sans"/>
                <a:sym typeface="Open Sans"/>
              </a:rPr>
              <a:t>Math Fundamentals</a:t>
            </a:r>
            <a:endParaRPr sz="1900">
              <a:solidFill>
                <a:srgbClr val="EFEFEF"/>
              </a:solidFill>
              <a:latin typeface="Open Sans"/>
              <a:ea typeface="Open Sans"/>
              <a:cs typeface="Open Sans"/>
              <a:sym typeface="Open Sans"/>
            </a:endParaRPr>
          </a:p>
        </p:txBody>
      </p:sp>
      <p:sp>
        <p:nvSpPr>
          <p:cNvPr id="1281" name="Google Shape;1281;g3ec6521b2d6_0_679"/>
          <p:cNvSpPr/>
          <p:nvPr/>
        </p:nvSpPr>
        <p:spPr>
          <a:xfrm>
            <a:off x="1798525" y="2697684"/>
            <a:ext cx="4611300" cy="1738500"/>
          </a:xfrm>
          <a:prstGeom prst="roundRect">
            <a:avLst>
              <a:gd fmla="val 16667" name="adj"/>
            </a:avLst>
          </a:prstGeom>
          <a:solidFill>
            <a:srgbClr val="CFE2F3"/>
          </a:solidFill>
          <a:ln cap="flat" cmpd="sng" w="381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434343"/>
              </a:buClr>
              <a:buSzPts val="1900"/>
              <a:buFont typeface="Open Sans"/>
              <a:buNone/>
            </a:pPr>
            <a:r>
              <a:rPr b="1" i="0" lang="en-US" sz="1900" u="none" cap="none" strike="noStrike">
                <a:solidFill>
                  <a:srgbClr val="434343"/>
                </a:solidFill>
                <a:latin typeface="Open Sans"/>
                <a:ea typeface="Open Sans"/>
                <a:cs typeface="Open Sans"/>
                <a:sym typeface="Open Sans"/>
              </a:rPr>
              <a:t>Secure AI Core KUs (6):</a:t>
            </a:r>
            <a:r>
              <a:rPr b="0" i="0" lang="en-US" sz="1900" u="none" cap="none" strike="noStrike">
                <a:solidFill>
                  <a:srgbClr val="434343"/>
                </a:solidFill>
                <a:latin typeface="Open Sans"/>
                <a:ea typeface="Open Sans"/>
                <a:cs typeface="Open Sans"/>
                <a:sym typeface="Open Sans"/>
              </a:rPr>
              <a:t> </a:t>
            </a:r>
            <a:br>
              <a:rPr b="0" i="0" lang="en-US" sz="1900" u="none" cap="none" strike="noStrike">
                <a:solidFill>
                  <a:srgbClr val="434343"/>
                </a:solidFill>
                <a:latin typeface="Open Sans"/>
                <a:ea typeface="Open Sans"/>
                <a:cs typeface="Open Sans"/>
                <a:sym typeface="Open Sans"/>
              </a:rPr>
            </a:br>
            <a:r>
              <a:rPr b="0" i="0" lang="en-US" sz="1900" u="none" cap="none" strike="noStrike">
                <a:solidFill>
                  <a:srgbClr val="434343"/>
                </a:solidFill>
                <a:latin typeface="Open Sans"/>
                <a:ea typeface="Open Sans"/>
                <a:cs typeface="Open Sans"/>
                <a:sym typeface="Open Sans"/>
              </a:rPr>
              <a:t>Computer Science Foundations (~CO); Advanced Math for AI; Securing the AI Lifecycle; Machine Learning Algorithms; Deep Learning; Adversarial Learning</a:t>
            </a:r>
            <a:endParaRPr b="0" i="0" sz="1900" u="none" cap="none" strike="noStrike">
              <a:solidFill>
                <a:srgbClr val="434343"/>
              </a:solidFill>
              <a:latin typeface="Open Sans"/>
              <a:ea typeface="Open Sans"/>
              <a:cs typeface="Open Sans"/>
              <a:sym typeface="Open Sans"/>
            </a:endParaRPr>
          </a:p>
        </p:txBody>
      </p:sp>
      <p:sp>
        <p:nvSpPr>
          <p:cNvPr id="1282" name="Google Shape;1282;g3ec6521b2d6_0_679"/>
          <p:cNvSpPr/>
          <p:nvPr/>
        </p:nvSpPr>
        <p:spPr>
          <a:xfrm>
            <a:off x="6854990" y="2697684"/>
            <a:ext cx="4611300" cy="1738500"/>
          </a:xfrm>
          <a:prstGeom prst="roundRect">
            <a:avLst>
              <a:gd fmla="val 16667" name="adj"/>
            </a:avLst>
          </a:prstGeom>
          <a:solidFill>
            <a:srgbClr val="D9D2E9"/>
          </a:solidFill>
          <a:ln cap="flat" cmpd="sng" w="381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434343"/>
              </a:buClr>
              <a:buSzPts val="1900"/>
              <a:buFont typeface="Open Sans"/>
              <a:buNone/>
            </a:pPr>
            <a:r>
              <a:rPr b="1" i="0" lang="en-US" sz="1900" u="none" cap="none" strike="noStrike">
                <a:solidFill>
                  <a:srgbClr val="434343"/>
                </a:solidFill>
                <a:latin typeface="Open Sans"/>
                <a:ea typeface="Open Sans"/>
                <a:cs typeface="Open Sans"/>
                <a:sym typeface="Open Sans"/>
              </a:rPr>
              <a:t>AICyber Core KUs (3):</a:t>
            </a:r>
            <a:br>
              <a:rPr b="0" i="0" lang="en-US" sz="1900" u="none" cap="none" strike="noStrike">
                <a:solidFill>
                  <a:srgbClr val="434343"/>
                </a:solidFill>
                <a:latin typeface="Open Sans"/>
                <a:ea typeface="Open Sans"/>
                <a:cs typeface="Open Sans"/>
                <a:sym typeface="Open Sans"/>
              </a:rPr>
            </a:br>
            <a:r>
              <a:rPr b="0" i="0" lang="en-US" sz="1900" u="none" cap="none" strike="noStrike">
                <a:solidFill>
                  <a:srgbClr val="434343"/>
                </a:solidFill>
                <a:latin typeface="Open Sans"/>
                <a:ea typeface="Open Sans"/>
                <a:cs typeface="Open Sans"/>
                <a:sym typeface="Open Sans"/>
              </a:rPr>
              <a:t>Basic Networking (~CD); Network Defense (~CD); AI for Security Assessment</a:t>
            </a:r>
            <a:endParaRPr b="0" i="0" sz="1900" u="none" cap="none" strike="noStrike">
              <a:solidFill>
                <a:srgbClr val="434343"/>
              </a:solidFill>
              <a:latin typeface="Open Sans"/>
              <a:ea typeface="Open Sans"/>
              <a:cs typeface="Open Sans"/>
              <a:sym typeface="Open Sans"/>
            </a:endParaRPr>
          </a:p>
        </p:txBody>
      </p:sp>
      <p:sp>
        <p:nvSpPr>
          <p:cNvPr id="1283" name="Google Shape;1283;g3ec6521b2d6_0_679"/>
          <p:cNvSpPr/>
          <p:nvPr/>
        </p:nvSpPr>
        <p:spPr>
          <a:xfrm>
            <a:off x="1798525" y="1504075"/>
            <a:ext cx="4611300" cy="1027200"/>
          </a:xfrm>
          <a:prstGeom prst="roundRect">
            <a:avLst>
              <a:gd fmla="val 16667" name="adj"/>
            </a:avLst>
          </a:prstGeom>
          <a:solidFill>
            <a:srgbClr val="CFE2F3"/>
          </a:solidFill>
          <a:ln cap="flat" cmpd="sng" w="381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434343"/>
              </a:buClr>
              <a:buSzPts val="1900"/>
              <a:buFont typeface="Open Sans"/>
              <a:buNone/>
            </a:pPr>
            <a:r>
              <a:rPr b="1" i="0" lang="en-US" sz="1900" u="none" cap="none" strike="noStrike">
                <a:solidFill>
                  <a:srgbClr val="434343"/>
                </a:solidFill>
                <a:latin typeface="Open Sans"/>
                <a:ea typeface="Open Sans"/>
                <a:cs typeface="Open Sans"/>
                <a:sym typeface="Open Sans"/>
              </a:rPr>
              <a:t>Optional KUs (1):</a:t>
            </a:r>
            <a:br>
              <a:rPr b="0" i="0" lang="en-US" sz="1900" u="none" cap="none" strike="noStrike">
                <a:solidFill>
                  <a:srgbClr val="434343"/>
                </a:solidFill>
                <a:latin typeface="Open Sans"/>
                <a:ea typeface="Open Sans"/>
                <a:cs typeface="Open Sans"/>
                <a:sym typeface="Open Sans"/>
              </a:rPr>
            </a:br>
            <a:r>
              <a:rPr b="0" i="0" lang="en-US" sz="1900" u="none" cap="none" strike="noStrike">
                <a:solidFill>
                  <a:srgbClr val="434343"/>
                </a:solidFill>
                <a:latin typeface="Open Sans"/>
                <a:ea typeface="Open Sans"/>
                <a:cs typeface="Open Sans"/>
                <a:sym typeface="Open Sans"/>
              </a:rPr>
              <a:t>Model Selection, Evaluation &amp; Specification; Risk Management of AI</a:t>
            </a:r>
            <a:endParaRPr b="0" i="0" sz="1900" u="none" cap="none" strike="noStrike">
              <a:solidFill>
                <a:srgbClr val="434343"/>
              </a:solidFill>
              <a:latin typeface="Open Sans"/>
              <a:ea typeface="Open Sans"/>
              <a:cs typeface="Open Sans"/>
              <a:sym typeface="Open Sans"/>
            </a:endParaRPr>
          </a:p>
        </p:txBody>
      </p:sp>
      <p:sp>
        <p:nvSpPr>
          <p:cNvPr id="1284" name="Google Shape;1284;g3ec6521b2d6_0_679"/>
          <p:cNvSpPr/>
          <p:nvPr/>
        </p:nvSpPr>
        <p:spPr>
          <a:xfrm>
            <a:off x="6833378" y="1504075"/>
            <a:ext cx="4611300" cy="1027200"/>
          </a:xfrm>
          <a:prstGeom prst="roundRect">
            <a:avLst>
              <a:gd fmla="val 16667" name="adj"/>
            </a:avLst>
          </a:prstGeom>
          <a:solidFill>
            <a:srgbClr val="D9D2E9"/>
          </a:solidFill>
          <a:ln cap="flat" cmpd="sng" w="381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rgbClr val="434343"/>
              </a:buClr>
              <a:buSzPts val="1900"/>
              <a:buFont typeface="Open Sans"/>
              <a:buNone/>
            </a:pPr>
            <a:r>
              <a:rPr b="1" i="0" lang="en-US" sz="1900" u="none" cap="none" strike="noStrike">
                <a:solidFill>
                  <a:srgbClr val="434343"/>
                </a:solidFill>
                <a:latin typeface="Open Sans"/>
                <a:ea typeface="Open Sans"/>
                <a:cs typeface="Open Sans"/>
                <a:sym typeface="Open Sans"/>
              </a:rPr>
              <a:t>Optional KUs (1):</a:t>
            </a:r>
            <a:br>
              <a:rPr b="0" i="0" lang="en-US" sz="1900" u="none" cap="none" strike="noStrike">
                <a:solidFill>
                  <a:srgbClr val="434343"/>
                </a:solidFill>
                <a:latin typeface="Open Sans"/>
                <a:ea typeface="Open Sans"/>
                <a:cs typeface="Open Sans"/>
                <a:sym typeface="Open Sans"/>
              </a:rPr>
            </a:br>
            <a:r>
              <a:rPr b="0" i="0" lang="en-US" sz="1900" u="none" cap="none" strike="noStrike">
                <a:solidFill>
                  <a:srgbClr val="434343"/>
                </a:solidFill>
                <a:latin typeface="Open Sans"/>
                <a:ea typeface="Open Sans"/>
                <a:cs typeface="Open Sans"/>
                <a:sym typeface="Open Sans"/>
              </a:rPr>
              <a:t>Defensive Applications of AI;</a:t>
            </a:r>
            <a:br>
              <a:rPr b="0" i="0" lang="en-US" sz="1900" u="none" cap="none" strike="noStrike">
                <a:solidFill>
                  <a:srgbClr val="434343"/>
                </a:solidFill>
                <a:latin typeface="Open Sans"/>
                <a:ea typeface="Open Sans"/>
                <a:cs typeface="Open Sans"/>
                <a:sym typeface="Open Sans"/>
              </a:rPr>
            </a:br>
            <a:r>
              <a:rPr b="0" i="0" lang="en-US" sz="1900" u="none" cap="none" strike="noStrike">
                <a:solidFill>
                  <a:srgbClr val="434343"/>
                </a:solidFill>
                <a:latin typeface="Open Sans"/>
                <a:ea typeface="Open Sans"/>
                <a:cs typeface="Open Sans"/>
                <a:sym typeface="Open Sans"/>
              </a:rPr>
              <a:t>Offensive Applications of AI</a:t>
            </a:r>
            <a:endParaRPr b="0" i="0" sz="1900" u="none" cap="none" strike="noStrike">
              <a:solidFill>
                <a:srgbClr val="434343"/>
              </a:solidFill>
              <a:latin typeface="Open Sans"/>
              <a:ea typeface="Open Sans"/>
              <a:cs typeface="Open Sans"/>
              <a:sym typeface="Open Sans"/>
            </a:endParaRPr>
          </a:p>
        </p:txBody>
      </p:sp>
      <p:cxnSp>
        <p:nvCxnSpPr>
          <p:cNvPr id="1285" name="Google Shape;1285;g3ec6521b2d6_0_679"/>
          <p:cNvCxnSpPr/>
          <p:nvPr/>
        </p:nvCxnSpPr>
        <p:spPr>
          <a:xfrm>
            <a:off x="6619677" y="1468525"/>
            <a:ext cx="0" cy="2986500"/>
          </a:xfrm>
          <a:prstGeom prst="straightConnector1">
            <a:avLst/>
          </a:prstGeom>
          <a:noFill/>
          <a:ln cap="flat" cmpd="sng" w="50800">
            <a:solidFill>
              <a:schemeClr val="dk2"/>
            </a:solidFill>
            <a:prstDash val="solid"/>
            <a:round/>
            <a:headEnd len="sm" w="sm" type="none"/>
            <a:tailEnd len="sm" w="sm" type="none"/>
          </a:ln>
        </p:spPr>
      </p:cxnSp>
      <p:sp>
        <p:nvSpPr>
          <p:cNvPr id="1286" name="Google Shape;1286;g3ec6521b2d6_0_679"/>
          <p:cNvSpPr txBox="1"/>
          <p:nvPr/>
        </p:nvSpPr>
        <p:spPr>
          <a:xfrm>
            <a:off x="2721675" y="677050"/>
            <a:ext cx="3000000" cy="578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Clr>
                <a:srgbClr val="434343"/>
              </a:buClr>
              <a:buSzPts val="2700"/>
              <a:buFont typeface="Open Sans"/>
              <a:buNone/>
            </a:pPr>
            <a:r>
              <a:rPr b="1" i="0" lang="en-US" sz="2700" u="none" cap="none" strike="noStrike">
                <a:solidFill>
                  <a:srgbClr val="434343"/>
                </a:solidFill>
                <a:latin typeface="Open Sans"/>
                <a:ea typeface="Open Sans"/>
                <a:cs typeface="Open Sans"/>
                <a:sym typeface="Open Sans"/>
              </a:rPr>
              <a:t>Secure AI PoS</a:t>
            </a:r>
            <a:endParaRPr b="0" i="0" sz="2300" u="none" cap="none" strike="noStrike">
              <a:solidFill>
                <a:schemeClr val="dk1"/>
              </a:solidFill>
              <a:latin typeface="Arial"/>
              <a:ea typeface="Arial"/>
              <a:cs typeface="Arial"/>
              <a:sym typeface="Arial"/>
            </a:endParaRPr>
          </a:p>
        </p:txBody>
      </p:sp>
      <p:sp>
        <p:nvSpPr>
          <p:cNvPr id="1287" name="Google Shape;1287;g3ec6521b2d6_0_679"/>
          <p:cNvSpPr txBox="1"/>
          <p:nvPr/>
        </p:nvSpPr>
        <p:spPr>
          <a:xfrm>
            <a:off x="7522275" y="677050"/>
            <a:ext cx="3000000" cy="578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Clr>
                <a:srgbClr val="434343"/>
              </a:buClr>
              <a:buSzPts val="2700"/>
              <a:buFont typeface="Open Sans"/>
              <a:buNone/>
            </a:pPr>
            <a:r>
              <a:rPr b="1" i="0" lang="en-US" sz="2700" u="none" cap="none" strike="noStrike">
                <a:solidFill>
                  <a:srgbClr val="434343"/>
                </a:solidFill>
                <a:latin typeface="Open Sans"/>
                <a:ea typeface="Open Sans"/>
                <a:cs typeface="Open Sans"/>
                <a:sym typeface="Open Sans"/>
              </a:rPr>
              <a:t>AICyber PoS</a:t>
            </a:r>
            <a:endParaRPr b="0" i="0" sz="2300" u="none" cap="none" strike="noStrike">
              <a:solidFill>
                <a:schemeClr val="dk1"/>
              </a:solidFill>
              <a:latin typeface="Arial"/>
              <a:ea typeface="Arial"/>
              <a:cs typeface="Arial"/>
              <a:sym typeface="Arial"/>
            </a:endParaRPr>
          </a:p>
        </p:txBody>
      </p:sp>
      <p:sp>
        <p:nvSpPr>
          <p:cNvPr id="1288" name="Google Shape;1288;g3ec6521b2d6_0_679"/>
          <p:cNvSpPr txBox="1"/>
          <p:nvPr/>
        </p:nvSpPr>
        <p:spPr>
          <a:xfrm>
            <a:off x="4034113" y="126000"/>
            <a:ext cx="49347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sng" cap="none" strike="noStrike">
                <a:solidFill>
                  <a:schemeClr val="hlink"/>
                </a:solidFill>
                <a:latin typeface="Proxima Nova"/>
                <a:ea typeface="Proxima Nova"/>
                <a:cs typeface="Proxima Nova"/>
                <a:sym typeface="Proxima Nova"/>
                <a:hlinkClick r:id="rId3"/>
              </a:rPr>
              <a:t>CyberAI KU document</a:t>
            </a:r>
            <a:r>
              <a:rPr b="1" i="0" lang="en-US" sz="1800" u="none" cap="none" strike="noStrike">
                <a:solidFill>
                  <a:schemeClr val="dk1"/>
                </a:solidFill>
                <a:latin typeface="Proxima Nova"/>
                <a:ea typeface="Proxima Nova"/>
                <a:cs typeface="Proxima Nova"/>
                <a:sym typeface="Proxima Nova"/>
              </a:rPr>
              <a:t> </a:t>
            </a:r>
            <a:endParaRPr b="1" i="0" sz="1800" u="none" cap="none" strike="noStrike">
              <a:solidFill>
                <a:schemeClr val="dk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5"/>
          <p:cNvSpPr txBox="1"/>
          <p:nvPr>
            <p:ph type="title"/>
          </p:nvPr>
        </p:nvSpPr>
        <p:spPr>
          <a:xfrm>
            <a:off x="1129553" y="638174"/>
            <a:ext cx="10529048" cy="14763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Open Sans Light"/>
              <a:buNone/>
            </a:pPr>
            <a:r>
              <a:rPr i="0" lang="en-US">
                <a:latin typeface="Open Sans Light"/>
                <a:ea typeface="Open Sans Light"/>
                <a:cs typeface="Open Sans Light"/>
                <a:sym typeface="Open Sans Light"/>
              </a:rPr>
              <a:t>AI Companion to build guidelines</a:t>
            </a:r>
            <a:endParaRPr/>
          </a:p>
        </p:txBody>
      </p:sp>
      <p:graphicFrame>
        <p:nvGraphicFramePr>
          <p:cNvPr id="1294" name="Google Shape;1294;p15"/>
          <p:cNvGraphicFramePr/>
          <p:nvPr/>
        </p:nvGraphicFramePr>
        <p:xfrm>
          <a:off x="6096000" y="2115766"/>
          <a:ext cx="3000000" cy="3000000"/>
        </p:xfrm>
        <a:graphic>
          <a:graphicData uri="http://schemas.openxmlformats.org/drawingml/2006/table">
            <a:tbl>
              <a:tblPr bandRow="1" firstRow="1">
                <a:noFill/>
                <a:tableStyleId>{804DB2D3-C172-4D40-9535-3BF5F2B61C01}</a:tableStyleId>
              </a:tblPr>
              <a:tblGrid>
                <a:gridCol w="1368050"/>
                <a:gridCol w="1555425"/>
                <a:gridCol w="2186700"/>
              </a:tblGrid>
              <a:tr h="405325">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Times New Roman"/>
                          <a:ea typeface="Times New Roman"/>
                          <a:cs typeface="Times New Roman"/>
                          <a:sym typeface="Times New Roman"/>
                        </a:rPr>
                        <a:t>Iteration</a:t>
                      </a:r>
                      <a:endParaRPr b="1" sz="1400" u="none" cap="none" strike="noStrike">
                        <a:solidFill>
                          <a:schemeClr val="dk1"/>
                        </a:solidFill>
                        <a:latin typeface="Times New Roman"/>
                        <a:ea typeface="Times New Roman"/>
                        <a:cs typeface="Times New Roman"/>
                        <a:sym typeface="Times New Roman"/>
                      </a:endParaRPr>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Times New Roman"/>
                          <a:ea typeface="Times New Roman"/>
                          <a:cs typeface="Times New Roman"/>
                          <a:sym typeface="Times New Roman"/>
                        </a:rPr>
                        <a:t>Publication Date</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Times New Roman"/>
                          <a:ea typeface="Times New Roman"/>
                          <a:cs typeface="Times New Roman"/>
                          <a:sym typeface="Times New Roman"/>
                        </a:rPr>
                        <a:t>AI Assist</a:t>
                      </a:r>
                      <a:r>
                        <a:rPr lang="en-US" sz="1400" u="none" cap="none" strike="noStrike">
                          <a:solidFill>
                            <a:schemeClr val="dk1"/>
                          </a:solidFill>
                          <a:latin typeface="Times New Roman"/>
                          <a:ea typeface="Times New Roman"/>
                          <a:cs typeface="Times New Roman"/>
                          <a:sym typeface="Times New Roman"/>
                        </a:rPr>
                        <a:t>ant</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539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1</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May 14,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None (human creation only)</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1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2</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July 11,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Custom GPT</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1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3</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July 19,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Custom GPT</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1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July 22,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None</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1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5</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July 23,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None</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3150">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Strawman 6</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July 23,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None</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1525">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Stoneman</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August 29, 2024</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Custom GPT</a:t>
                      </a:r>
                      <a:endParaRPr sz="1400" u="none" cap="none" strike="noStrike"/>
                    </a:p>
                  </a:txBody>
                  <a:tcPr marT="0" marB="0" marR="124525" marL="1245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295" name="Google Shape;1295;p15"/>
          <p:cNvSpPr txBox="1"/>
          <p:nvPr/>
        </p:nvSpPr>
        <p:spPr>
          <a:xfrm>
            <a:off x="5852808" y="5277256"/>
            <a:ext cx="559340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AI Assistants were utilized in several iterations to refine the KUs</a:t>
            </a:r>
            <a:endParaRPr b="0" i="0" sz="1400" u="none" cap="none" strike="noStrike">
              <a:solidFill>
                <a:srgbClr val="000000"/>
              </a:solidFill>
              <a:latin typeface="Arial"/>
              <a:ea typeface="Arial"/>
              <a:cs typeface="Arial"/>
              <a:sym typeface="Arial"/>
            </a:endParaRPr>
          </a:p>
        </p:txBody>
      </p:sp>
      <p:pic>
        <p:nvPicPr>
          <p:cNvPr descr="Artificial Intelligence – West Lothian ..." id="1296" name="Google Shape;1296;p15"/>
          <p:cNvPicPr preferRelativeResize="0"/>
          <p:nvPr/>
        </p:nvPicPr>
        <p:blipFill rotWithShape="1">
          <a:blip r:embed="rId3">
            <a:alphaModFix/>
          </a:blip>
          <a:srcRect b="0" l="0" r="0" t="0"/>
          <a:stretch/>
        </p:blipFill>
        <p:spPr>
          <a:xfrm>
            <a:off x="769723" y="2636114"/>
            <a:ext cx="4152900" cy="1955800"/>
          </a:xfrm>
          <a:prstGeom prst="rect">
            <a:avLst/>
          </a:prstGeom>
          <a:noFill/>
          <a:ln>
            <a:noFill/>
          </a:ln>
        </p:spPr>
      </p:pic>
      <p:sp>
        <p:nvSpPr>
          <p:cNvPr id="1297" name="Google Shape;1297;p15"/>
          <p:cNvSpPr txBox="1"/>
          <p:nvPr/>
        </p:nvSpPr>
        <p:spPr>
          <a:xfrm>
            <a:off x="5852808" y="6219826"/>
            <a:ext cx="6153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22222"/>
              </a:lnSpc>
              <a:spcBef>
                <a:spcPts val="0"/>
              </a:spcBef>
              <a:spcAft>
                <a:spcPts val="0"/>
              </a:spcAft>
              <a:buClr>
                <a:srgbClr val="000000"/>
              </a:buClr>
              <a:buSzPts val="900"/>
              <a:buFont typeface="Arial"/>
              <a:buNone/>
            </a:pPr>
            <a:r>
              <a:rPr b="0" i="0" lang="en-US" sz="900" u="none" cap="none" strike="noStrike">
                <a:solidFill>
                  <a:schemeClr val="dk1"/>
                </a:solidFill>
                <a:latin typeface="Calibri"/>
                <a:ea typeface="Calibri"/>
                <a:cs typeface="Calibri"/>
                <a:sym typeface="Calibri"/>
              </a:rPr>
              <a:t>Paige Zaleppa, Siddharth Kaza, Blair Taylor, and Md Sajid. (2024) Using AI Assistants in the Creation of an Academic Program of Study (PoS) in CyberAI. Proceedings of the 28th Colloquium for Information Systems Security Education (CISSE), Tampa, FL</a:t>
            </a:r>
            <a:endParaRPr b="0" i="0" sz="700" u="none" cap="none" strike="noStrike">
              <a:solidFill>
                <a:schemeClr val="dk1"/>
              </a:solidFill>
              <a:latin typeface="Tahoma"/>
              <a:ea typeface="Tahoma"/>
              <a:cs typeface="Tahoma"/>
              <a:sym typeface="Tahoma"/>
            </a:endParaRPr>
          </a:p>
        </p:txBody>
      </p:sp>
      <p:sp>
        <p:nvSpPr>
          <p:cNvPr id="1298" name="Google Shape;1298;p15"/>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a0a694c39d_1_1132"/>
          <p:cNvSpPr/>
          <p:nvPr/>
        </p:nvSpPr>
        <p:spPr>
          <a:xfrm>
            <a:off x="304983" y="4137990"/>
            <a:ext cx="11582100" cy="1183200"/>
          </a:xfrm>
          <a:prstGeom prst="roundRect">
            <a:avLst>
              <a:gd fmla="val 7911" name="adj"/>
            </a:avLst>
          </a:prstGeom>
          <a:solidFill>
            <a:schemeClr val="lt1"/>
          </a:solidFill>
          <a:ln>
            <a:noFill/>
          </a:ln>
          <a:effectLst>
            <a:outerShdw blurRad="247650" rotWithShape="0" algn="bl">
              <a:schemeClr val="lt2">
                <a:alpha val="65098"/>
              </a:schemeClr>
            </a:outerShdw>
          </a:effectLst>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Figtree"/>
              <a:ea typeface="Figtree"/>
              <a:cs typeface="Figtree"/>
              <a:sym typeface="Figtree"/>
            </a:endParaRPr>
          </a:p>
        </p:txBody>
      </p:sp>
      <p:sp>
        <p:nvSpPr>
          <p:cNvPr id="1304" name="Google Shape;1304;g3a0a694c39d_1_1132"/>
          <p:cNvSpPr/>
          <p:nvPr/>
        </p:nvSpPr>
        <p:spPr>
          <a:xfrm>
            <a:off x="305000" y="1522900"/>
            <a:ext cx="11582100" cy="1183200"/>
          </a:xfrm>
          <a:prstGeom prst="roundRect">
            <a:avLst>
              <a:gd fmla="val 6822" name="adj"/>
            </a:avLst>
          </a:prstGeom>
          <a:solidFill>
            <a:schemeClr val="lt1"/>
          </a:solidFill>
          <a:ln>
            <a:noFill/>
          </a:ln>
          <a:effectLst>
            <a:outerShdw blurRad="247650" rotWithShape="0" algn="bl">
              <a:schemeClr val="lt2">
                <a:alpha val="65098"/>
              </a:schemeClr>
            </a:outerShdw>
          </a:effectLst>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Figtree"/>
                <a:ea typeface="Figtree"/>
                <a:cs typeface="Figtree"/>
                <a:sym typeface="Figtree"/>
              </a:rPr>
              <a:t>v</a:t>
            </a:r>
            <a:endParaRPr b="0" i="0" sz="1900" u="none" cap="none" strike="noStrike">
              <a:solidFill>
                <a:schemeClr val="lt1"/>
              </a:solidFill>
              <a:latin typeface="Figtree"/>
              <a:ea typeface="Figtree"/>
              <a:cs typeface="Figtree"/>
              <a:sym typeface="Figtree"/>
            </a:endParaRPr>
          </a:p>
        </p:txBody>
      </p:sp>
      <p:sp>
        <p:nvSpPr>
          <p:cNvPr id="1305" name="Google Shape;1305;g3a0a694c39d_1_1132"/>
          <p:cNvSpPr txBox="1"/>
          <p:nvPr>
            <p:ph idx="5" type="body"/>
          </p:nvPr>
        </p:nvSpPr>
        <p:spPr>
          <a:xfrm>
            <a:off x="6183467" y="4430193"/>
            <a:ext cx="5246400" cy="59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500"/>
              <a:buFont typeface="Arial"/>
              <a:buNone/>
            </a:pPr>
            <a:r>
              <a:rPr lang="en-US" sz="1600"/>
              <a:t>Minnesota workshop, Frontier AI workshop</a:t>
            </a:r>
            <a:endParaRPr sz="1600"/>
          </a:p>
          <a:p>
            <a:pPr indent="0" lvl="0" marL="0" rtl="0" algn="l">
              <a:lnSpc>
                <a:spcPct val="100000"/>
              </a:lnSpc>
              <a:spcBef>
                <a:spcPts val="0"/>
              </a:spcBef>
              <a:spcAft>
                <a:spcPts val="0"/>
              </a:spcAft>
              <a:buSzPts val="1300"/>
              <a:buNone/>
            </a:pPr>
            <a:r>
              <a:t/>
            </a:r>
            <a:endParaRPr/>
          </a:p>
        </p:txBody>
      </p:sp>
      <p:sp>
        <p:nvSpPr>
          <p:cNvPr id="1306" name="Google Shape;1306;g3a0a694c39d_1_1132"/>
          <p:cNvSpPr txBox="1"/>
          <p:nvPr>
            <p:ph idx="6" type="subTitle"/>
          </p:nvPr>
        </p:nvSpPr>
        <p:spPr>
          <a:xfrm>
            <a:off x="2138531" y="4452355"/>
            <a:ext cx="3163500" cy="554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500"/>
              <a:buNone/>
            </a:pPr>
            <a:r>
              <a:rPr lang="en-US"/>
              <a:t>Industry Input </a:t>
            </a:r>
            <a:endParaRPr/>
          </a:p>
        </p:txBody>
      </p:sp>
      <p:sp>
        <p:nvSpPr>
          <p:cNvPr id="1307" name="Google Shape;1307;g3a0a694c39d_1_1132"/>
          <p:cNvSpPr txBox="1"/>
          <p:nvPr>
            <p:ph idx="7" type="subTitle"/>
          </p:nvPr>
        </p:nvSpPr>
        <p:spPr>
          <a:xfrm>
            <a:off x="441100" y="4247594"/>
            <a:ext cx="1231200" cy="963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lang="en-US"/>
              <a:t>03</a:t>
            </a:r>
            <a:endParaRPr/>
          </a:p>
        </p:txBody>
      </p:sp>
      <p:sp>
        <p:nvSpPr>
          <p:cNvPr id="1308" name="Google Shape;1308;g3a0a694c39d_1_1132"/>
          <p:cNvSpPr txBox="1"/>
          <p:nvPr>
            <p:ph idx="8" type="body"/>
          </p:nvPr>
        </p:nvSpPr>
        <p:spPr>
          <a:xfrm>
            <a:off x="6183467" y="3122646"/>
            <a:ext cx="5246400" cy="598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300"/>
              <a:buNone/>
            </a:pPr>
            <a:r>
              <a:rPr lang="en-US" sz="1700"/>
              <a:t>ACM, DCWF, ABET</a:t>
            </a:r>
            <a:endParaRPr sz="1700"/>
          </a:p>
        </p:txBody>
      </p:sp>
      <p:sp>
        <p:nvSpPr>
          <p:cNvPr id="1309" name="Google Shape;1309;g3a0a694c39d_1_1132"/>
          <p:cNvSpPr txBox="1"/>
          <p:nvPr>
            <p:ph idx="9" type="subTitle"/>
          </p:nvPr>
        </p:nvSpPr>
        <p:spPr>
          <a:xfrm>
            <a:off x="2138531" y="3144810"/>
            <a:ext cx="3163500" cy="554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500"/>
              <a:buNone/>
            </a:pPr>
            <a:r>
              <a:rPr lang="en-US"/>
              <a:t>Alignment with National Standards </a:t>
            </a:r>
            <a:endParaRPr/>
          </a:p>
        </p:txBody>
      </p:sp>
      <p:sp>
        <p:nvSpPr>
          <p:cNvPr id="1310" name="Google Shape;1310;g3a0a694c39d_1_1132"/>
          <p:cNvSpPr txBox="1"/>
          <p:nvPr>
            <p:ph idx="13" type="subTitle"/>
          </p:nvPr>
        </p:nvSpPr>
        <p:spPr>
          <a:xfrm>
            <a:off x="441100" y="2940049"/>
            <a:ext cx="1231200" cy="963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lang="en-US"/>
              <a:t>02</a:t>
            </a:r>
            <a:endParaRPr/>
          </a:p>
        </p:txBody>
      </p:sp>
      <p:sp>
        <p:nvSpPr>
          <p:cNvPr id="1311" name="Google Shape;1311;g3a0a694c39d_1_1132"/>
          <p:cNvSpPr txBox="1"/>
          <p:nvPr>
            <p:ph idx="14" type="body"/>
          </p:nvPr>
        </p:nvSpPr>
        <p:spPr>
          <a:xfrm>
            <a:off x="6183467" y="1815100"/>
            <a:ext cx="5246400" cy="598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300"/>
              <a:buNone/>
            </a:pPr>
            <a:r>
              <a:rPr lang="en-US" sz="1700"/>
              <a:t>3 applying for both. List includes community colleges</a:t>
            </a:r>
            <a:endParaRPr sz="1700"/>
          </a:p>
        </p:txBody>
      </p:sp>
      <p:sp>
        <p:nvSpPr>
          <p:cNvPr id="1312" name="Google Shape;1312;g3a0a694c39d_1_1132"/>
          <p:cNvSpPr txBox="1"/>
          <p:nvPr>
            <p:ph idx="15" type="subTitle"/>
          </p:nvPr>
        </p:nvSpPr>
        <p:spPr>
          <a:xfrm>
            <a:off x="2138531" y="1837266"/>
            <a:ext cx="3163500" cy="5544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lang="en-US" sz="1900"/>
              <a:t>3</a:t>
            </a:r>
            <a:r>
              <a:rPr lang="en-US" sz="1900"/>
              <a:t> SecureAI, 8 CyberAI</a:t>
            </a:r>
            <a:endParaRPr sz="1900"/>
          </a:p>
        </p:txBody>
      </p:sp>
      <p:sp>
        <p:nvSpPr>
          <p:cNvPr id="1313" name="Google Shape;1313;g3a0a694c39d_1_1132"/>
          <p:cNvSpPr txBox="1"/>
          <p:nvPr>
            <p:ph idx="16" type="subTitle"/>
          </p:nvPr>
        </p:nvSpPr>
        <p:spPr>
          <a:xfrm>
            <a:off x="441100" y="1632504"/>
            <a:ext cx="1231200" cy="963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lang="en-US"/>
              <a:t>01</a:t>
            </a:r>
            <a:endParaRPr/>
          </a:p>
        </p:txBody>
      </p:sp>
      <p:sp>
        <p:nvSpPr>
          <p:cNvPr id="1314" name="Google Shape;1314;g3a0a694c39d_1_1132"/>
          <p:cNvSpPr txBox="1"/>
          <p:nvPr>
            <p:ph idx="17" type="title"/>
          </p:nvPr>
        </p:nvSpPr>
        <p:spPr>
          <a:xfrm>
            <a:off x="304800" y="609600"/>
            <a:ext cx="6946800" cy="61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700"/>
              <a:buNone/>
            </a:pPr>
            <a:r>
              <a:rPr lang="en-US"/>
              <a:t>Update on NSA CyberAI Program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9" name="Shape 1319"/>
        <p:cNvGrpSpPr/>
        <p:nvPr/>
      </p:nvGrpSpPr>
      <p:grpSpPr>
        <a:xfrm>
          <a:off x="0" y="0"/>
          <a:ext cx="0" cy="0"/>
          <a:chOff x="0" y="0"/>
          <a:chExt cx="0" cy="0"/>
        </a:xfrm>
      </p:grpSpPr>
      <p:sp>
        <p:nvSpPr>
          <p:cNvPr id="1320" name="Google Shape;1320;g3ec6521b2d6_0_956"/>
          <p:cNvSpPr/>
          <p:nvPr/>
        </p:nvSpPr>
        <p:spPr>
          <a:xfrm>
            <a:off x="0" y="0"/>
            <a:ext cx="12192000" cy="1333500"/>
          </a:xfrm>
          <a:prstGeom prst="rect">
            <a:avLst/>
          </a:prstGeom>
          <a:solidFill>
            <a:srgbClr val="0E284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1" name="Google Shape;1321;g3ec6521b2d6_0_956"/>
          <p:cNvSpPr txBox="1"/>
          <p:nvPr>
            <p:ph idx="12" type="sldNum"/>
          </p:nvPr>
        </p:nvSpPr>
        <p:spPr>
          <a:xfrm>
            <a:off x="6151450" y="6476600"/>
            <a:ext cx="2743200" cy="276900"/>
          </a:xfrm>
          <a:prstGeom prst="rect">
            <a:avLst/>
          </a:prstGeom>
          <a:noFill/>
          <a:ln>
            <a:noFill/>
          </a:ln>
        </p:spPr>
        <p:txBody>
          <a:bodyPr anchorCtr="0" anchor="ctr" bIns="45700" lIns="45700" spcFirstLastPara="1" rIns="45700" wrap="square" tIns="45700">
            <a:spAutoFit/>
          </a:bodyPr>
          <a:lstStyle/>
          <a:p>
            <a:pPr indent="0" lvl="0" marL="0" rtl="0" algn="l">
              <a:spcBef>
                <a:spcPts val="0"/>
              </a:spcBef>
              <a:spcAft>
                <a:spcPts val="0"/>
              </a:spcAft>
              <a:buClr>
                <a:srgbClr val="828282"/>
              </a:buClr>
              <a:buSzPts val="1600"/>
              <a:buFont typeface="Open Sans"/>
              <a:buNone/>
            </a:pPr>
            <a:fld id="{00000000-1234-1234-1234-123412341234}" type="slidenum">
              <a:rPr lang="en-US"/>
              <a:t>‹#›</a:t>
            </a:fld>
            <a:endParaRPr/>
          </a:p>
        </p:txBody>
      </p:sp>
      <p:sp>
        <p:nvSpPr>
          <p:cNvPr id="1322" name="Google Shape;1322;g3ec6521b2d6_0_956"/>
          <p:cNvSpPr txBox="1"/>
          <p:nvPr/>
        </p:nvSpPr>
        <p:spPr>
          <a:xfrm>
            <a:off x="571500" y="0"/>
            <a:ext cx="110490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000">
                <a:solidFill>
                  <a:srgbClr val="FFFFFF"/>
                </a:solidFill>
                <a:latin typeface="Play"/>
                <a:ea typeface="Play"/>
                <a:cs typeface="Play"/>
                <a:sym typeface="Play"/>
              </a:rPr>
              <a:t>KU Evaluation and Revision</a:t>
            </a:r>
            <a:endParaRPr b="1" sz="4000">
              <a:solidFill>
                <a:srgbClr val="FFFFFF"/>
              </a:solidFill>
              <a:latin typeface="Play"/>
              <a:ea typeface="Play"/>
              <a:cs typeface="Play"/>
              <a:sym typeface="Play"/>
            </a:endParaRPr>
          </a:p>
        </p:txBody>
      </p:sp>
      <p:grpSp>
        <p:nvGrpSpPr>
          <p:cNvPr id="1323" name="Google Shape;1323;g3ec6521b2d6_0_956"/>
          <p:cNvGrpSpPr/>
          <p:nvPr/>
        </p:nvGrpSpPr>
        <p:grpSpPr>
          <a:xfrm>
            <a:off x="571500" y="1571625"/>
            <a:ext cx="3524400" cy="2190900"/>
            <a:chOff x="571500" y="1571625"/>
            <a:chExt cx="3524400" cy="2190900"/>
          </a:xfrm>
        </p:grpSpPr>
        <p:sp>
          <p:nvSpPr>
            <p:cNvPr id="1324" name="Google Shape;1324;g3ec6521b2d6_0_956"/>
            <p:cNvSpPr/>
            <p:nvPr/>
          </p:nvSpPr>
          <p:spPr>
            <a:xfrm>
              <a:off x="571500" y="1571625"/>
              <a:ext cx="3524400" cy="2190900"/>
            </a:xfrm>
            <a:prstGeom prst="roundRect">
              <a:avLst>
                <a:gd fmla="val 4347"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5" name="Google Shape;1325;g3ec6521b2d6_0_956"/>
            <p:cNvSpPr txBox="1"/>
            <p:nvPr/>
          </p:nvSpPr>
          <p:spPr>
            <a:xfrm>
              <a:off x="762000" y="1714500"/>
              <a:ext cx="3143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E2841"/>
                  </a:solidFill>
                  <a:latin typeface="Open Sans"/>
                  <a:ea typeface="Open Sans"/>
                  <a:cs typeface="Open Sans"/>
                  <a:sym typeface="Open Sans"/>
                </a:rPr>
                <a:t>01. NSA SMEs</a:t>
              </a:r>
              <a:endParaRPr b="1" sz="1800">
                <a:solidFill>
                  <a:srgbClr val="0E2841"/>
                </a:solidFill>
                <a:latin typeface="Open Sans"/>
                <a:ea typeface="Open Sans"/>
                <a:cs typeface="Open Sans"/>
                <a:sym typeface="Open Sans"/>
              </a:endParaRPr>
            </a:p>
            <a:p>
              <a:pPr indent="0" lvl="0" marL="0" rtl="0" algn="l">
                <a:spcBef>
                  <a:spcPts val="600"/>
                </a:spcBef>
                <a:spcAft>
                  <a:spcPts val="0"/>
                </a:spcAft>
                <a:buNone/>
              </a:pPr>
              <a:r>
                <a:rPr b="0" lang="en-US" sz="1600">
                  <a:solidFill>
                    <a:srgbClr val="1E293B"/>
                  </a:solidFill>
                  <a:latin typeface="Open Sans SemiBold"/>
                  <a:ea typeface="Open Sans SemiBold"/>
                  <a:cs typeface="Open Sans SemiBold"/>
                  <a:sym typeface="Open Sans SemiBold"/>
                </a:rPr>
                <a:t>Feedback Received</a:t>
              </a:r>
              <a:endParaRPr b="0" sz="1600">
                <a:solidFill>
                  <a:srgbClr val="1E293B"/>
                </a:solidFill>
                <a:latin typeface="Open Sans SemiBold"/>
                <a:ea typeface="Open Sans SemiBold"/>
                <a:cs typeface="Open Sans SemiBold"/>
                <a:sym typeface="Open Sans SemiBold"/>
              </a:endParaRPr>
            </a:p>
            <a:p>
              <a:pPr indent="0" lvl="0" marL="0" rtl="0" algn="l">
                <a:spcBef>
                  <a:spcPts val="600"/>
                </a:spcBef>
                <a:spcAft>
                  <a:spcPts val="0"/>
                </a:spcAft>
                <a:buNone/>
              </a:pPr>
              <a:r>
                <a:rPr b="0" lang="en-US" sz="1600">
                  <a:solidFill>
                    <a:srgbClr val="475569"/>
                  </a:solidFill>
                  <a:latin typeface="Open Sans"/>
                  <a:ea typeface="Open Sans"/>
                  <a:cs typeface="Open Sans"/>
                  <a:sym typeface="Open Sans"/>
                </a:rPr>
                <a:t>Review and map NSA SMEs feedback; identify common themes, trends, and valid points to suggest updates/deletions.</a:t>
              </a:r>
              <a:endParaRPr b="0" sz="1600">
                <a:solidFill>
                  <a:srgbClr val="475569"/>
                </a:solidFill>
                <a:latin typeface="Open Sans"/>
                <a:ea typeface="Open Sans"/>
                <a:cs typeface="Open Sans"/>
                <a:sym typeface="Open Sans"/>
              </a:endParaRPr>
            </a:p>
            <a:p>
              <a:pPr indent="0" lvl="0" marL="0" rtl="0" algn="l">
                <a:spcBef>
                  <a:spcPts val="0"/>
                </a:spcBef>
                <a:spcAft>
                  <a:spcPts val="0"/>
                </a:spcAft>
                <a:buNone/>
              </a:pPr>
              <a:r>
                <a:rPr b="1" lang="en-US" sz="1600">
                  <a:solidFill>
                    <a:srgbClr val="0369A1"/>
                  </a:solidFill>
                  <a:latin typeface="Open Sans"/>
                  <a:ea typeface="Open Sans"/>
                  <a:cs typeface="Open Sans"/>
                  <a:sym typeface="Open Sans"/>
                </a:rPr>
                <a:t>Aug - Sept 2025</a:t>
              </a:r>
              <a:endParaRPr b="1" sz="1600">
                <a:solidFill>
                  <a:srgbClr val="0369A1"/>
                </a:solidFill>
                <a:latin typeface="Open Sans"/>
                <a:ea typeface="Open Sans"/>
                <a:cs typeface="Open Sans"/>
                <a:sym typeface="Open Sans"/>
              </a:endParaRPr>
            </a:p>
          </p:txBody>
        </p:sp>
      </p:grpSp>
      <p:grpSp>
        <p:nvGrpSpPr>
          <p:cNvPr id="1326" name="Google Shape;1326;g3ec6521b2d6_0_956"/>
          <p:cNvGrpSpPr/>
          <p:nvPr/>
        </p:nvGrpSpPr>
        <p:grpSpPr>
          <a:xfrm>
            <a:off x="4333875" y="1571625"/>
            <a:ext cx="3524400" cy="2190900"/>
            <a:chOff x="4333875" y="1571625"/>
            <a:chExt cx="3524400" cy="2190900"/>
          </a:xfrm>
        </p:grpSpPr>
        <p:sp>
          <p:nvSpPr>
            <p:cNvPr id="1327" name="Google Shape;1327;g3ec6521b2d6_0_956"/>
            <p:cNvSpPr/>
            <p:nvPr/>
          </p:nvSpPr>
          <p:spPr>
            <a:xfrm>
              <a:off x="4333875" y="1571625"/>
              <a:ext cx="3524400" cy="2190900"/>
            </a:xfrm>
            <a:prstGeom prst="roundRect">
              <a:avLst>
                <a:gd fmla="val 4347"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8" name="Google Shape;1328;g3ec6521b2d6_0_956"/>
            <p:cNvSpPr txBox="1"/>
            <p:nvPr/>
          </p:nvSpPr>
          <p:spPr>
            <a:xfrm>
              <a:off x="4524375" y="1714500"/>
              <a:ext cx="3143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E2841"/>
                  </a:solidFill>
                  <a:latin typeface="Open Sans"/>
                  <a:ea typeface="Open Sans"/>
                  <a:cs typeface="Open Sans"/>
                  <a:sym typeface="Open Sans"/>
                </a:rPr>
                <a:t>02. Pilot Schools</a:t>
              </a:r>
              <a:endParaRPr b="1" sz="1700">
                <a:solidFill>
                  <a:srgbClr val="0E2841"/>
                </a:solidFill>
                <a:latin typeface="Open Sans"/>
                <a:ea typeface="Open Sans"/>
                <a:cs typeface="Open Sans"/>
                <a:sym typeface="Open Sans"/>
              </a:endParaRPr>
            </a:p>
            <a:p>
              <a:pPr indent="0" lvl="0" marL="0" rtl="0" algn="l">
                <a:spcBef>
                  <a:spcPts val="600"/>
                </a:spcBef>
                <a:spcAft>
                  <a:spcPts val="0"/>
                </a:spcAft>
                <a:buNone/>
              </a:pPr>
              <a:r>
                <a:rPr b="0" lang="en-US" sz="1600">
                  <a:solidFill>
                    <a:srgbClr val="1E293B"/>
                  </a:solidFill>
                  <a:latin typeface="Open Sans SemiBold"/>
                  <a:ea typeface="Open Sans SemiBold"/>
                  <a:cs typeface="Open Sans SemiBold"/>
                  <a:sym typeface="Open Sans SemiBold"/>
                </a:rPr>
                <a:t>Comparison Analysis</a:t>
              </a:r>
              <a:endParaRPr b="0" sz="1600">
                <a:solidFill>
                  <a:srgbClr val="1E293B"/>
                </a:solidFill>
                <a:latin typeface="Open Sans SemiBold"/>
                <a:ea typeface="Open Sans SemiBold"/>
                <a:cs typeface="Open Sans SemiBold"/>
                <a:sym typeface="Open Sans SemiBold"/>
              </a:endParaRPr>
            </a:p>
            <a:p>
              <a:pPr indent="0" lvl="0" marL="0" rtl="0" algn="l">
                <a:spcBef>
                  <a:spcPts val="600"/>
                </a:spcBef>
                <a:spcAft>
                  <a:spcPts val="0"/>
                </a:spcAft>
                <a:buNone/>
              </a:pPr>
              <a:r>
                <a:rPr b="0" lang="en-US" sz="1600">
                  <a:solidFill>
                    <a:srgbClr val="475569"/>
                  </a:solidFill>
                  <a:latin typeface="Open Sans"/>
                  <a:ea typeface="Open Sans"/>
                  <a:cs typeface="Open Sans"/>
                  <a:sym typeface="Open Sans"/>
                </a:rPr>
                <a:t>Map SME feedback against pilot school data to find trends and suggest Knowledge Unit (KU) revisions.</a:t>
              </a:r>
              <a:endParaRPr b="0" sz="1600">
                <a:solidFill>
                  <a:srgbClr val="475569"/>
                </a:solidFill>
                <a:latin typeface="Open Sans"/>
                <a:ea typeface="Open Sans"/>
                <a:cs typeface="Open Sans"/>
                <a:sym typeface="Open Sans"/>
              </a:endParaRPr>
            </a:p>
            <a:p>
              <a:pPr indent="0" lvl="0" marL="0" rtl="0" algn="l">
                <a:spcBef>
                  <a:spcPts val="0"/>
                </a:spcBef>
                <a:spcAft>
                  <a:spcPts val="0"/>
                </a:spcAft>
                <a:buNone/>
              </a:pPr>
              <a:r>
                <a:rPr b="1" lang="en-US" sz="1600">
                  <a:solidFill>
                    <a:srgbClr val="0369A1"/>
                  </a:solidFill>
                  <a:latin typeface="Open Sans"/>
                  <a:ea typeface="Open Sans"/>
                  <a:cs typeface="Open Sans"/>
                  <a:sym typeface="Open Sans"/>
                </a:rPr>
                <a:t>Spring 2026</a:t>
              </a:r>
              <a:endParaRPr b="1" sz="1600">
                <a:solidFill>
                  <a:srgbClr val="0369A1"/>
                </a:solidFill>
                <a:latin typeface="Open Sans"/>
                <a:ea typeface="Open Sans"/>
                <a:cs typeface="Open Sans"/>
                <a:sym typeface="Open Sans"/>
              </a:endParaRPr>
            </a:p>
          </p:txBody>
        </p:sp>
      </p:grpSp>
      <p:grpSp>
        <p:nvGrpSpPr>
          <p:cNvPr id="1329" name="Google Shape;1329;g3ec6521b2d6_0_956"/>
          <p:cNvGrpSpPr/>
          <p:nvPr/>
        </p:nvGrpSpPr>
        <p:grpSpPr>
          <a:xfrm>
            <a:off x="8096250" y="1571625"/>
            <a:ext cx="3524400" cy="2190900"/>
            <a:chOff x="8096250" y="1571625"/>
            <a:chExt cx="3524400" cy="2190900"/>
          </a:xfrm>
        </p:grpSpPr>
        <p:sp>
          <p:nvSpPr>
            <p:cNvPr id="1330" name="Google Shape;1330;g3ec6521b2d6_0_956"/>
            <p:cNvSpPr/>
            <p:nvPr/>
          </p:nvSpPr>
          <p:spPr>
            <a:xfrm>
              <a:off x="8096250" y="1571625"/>
              <a:ext cx="3524400" cy="2190900"/>
            </a:xfrm>
            <a:prstGeom prst="roundRect">
              <a:avLst>
                <a:gd fmla="val 4347"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g3ec6521b2d6_0_956"/>
            <p:cNvSpPr txBox="1"/>
            <p:nvPr/>
          </p:nvSpPr>
          <p:spPr>
            <a:xfrm>
              <a:off x="8286750" y="1714500"/>
              <a:ext cx="3143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E2841"/>
                  </a:solidFill>
                  <a:latin typeface="Open Sans"/>
                  <a:ea typeface="Open Sans"/>
                  <a:cs typeface="Open Sans"/>
                  <a:sym typeface="Open Sans"/>
                </a:rPr>
                <a:t>03. Cyber/AI Experts</a:t>
              </a:r>
              <a:endParaRPr b="1" sz="1800">
                <a:solidFill>
                  <a:srgbClr val="0E2841"/>
                </a:solidFill>
                <a:latin typeface="Open Sans"/>
                <a:ea typeface="Open Sans"/>
                <a:cs typeface="Open Sans"/>
                <a:sym typeface="Open Sans"/>
              </a:endParaRPr>
            </a:p>
            <a:p>
              <a:pPr indent="0" lvl="0" marL="0" rtl="0" algn="l">
                <a:spcBef>
                  <a:spcPts val="600"/>
                </a:spcBef>
                <a:spcAft>
                  <a:spcPts val="0"/>
                </a:spcAft>
                <a:buNone/>
              </a:pPr>
              <a:r>
                <a:rPr b="0" lang="en-US" sz="1700">
                  <a:solidFill>
                    <a:srgbClr val="1E293B"/>
                  </a:solidFill>
                  <a:latin typeface="Open Sans SemiBold"/>
                  <a:ea typeface="Open Sans SemiBold"/>
                  <a:cs typeface="Open Sans SemiBold"/>
                  <a:sym typeface="Open Sans SemiBold"/>
                </a:rPr>
                <a:t>Expert Workshop</a:t>
              </a:r>
              <a:endParaRPr b="0" sz="1700">
                <a:solidFill>
                  <a:srgbClr val="1E293B"/>
                </a:solidFill>
                <a:latin typeface="Open Sans SemiBold"/>
                <a:ea typeface="Open Sans SemiBold"/>
                <a:cs typeface="Open Sans SemiBold"/>
                <a:sym typeface="Open Sans SemiBold"/>
              </a:endParaRPr>
            </a:p>
            <a:p>
              <a:pPr indent="0" lvl="0" marL="0" rtl="0" algn="l">
                <a:spcBef>
                  <a:spcPts val="600"/>
                </a:spcBef>
                <a:spcAft>
                  <a:spcPts val="0"/>
                </a:spcAft>
                <a:buNone/>
              </a:pPr>
              <a:r>
                <a:rPr lang="en-US" sz="1700">
                  <a:solidFill>
                    <a:srgbClr val="475569"/>
                  </a:solidFill>
                  <a:latin typeface="Open Sans"/>
                  <a:ea typeface="Open Sans"/>
                  <a:cs typeface="Open Sans"/>
                  <a:sym typeface="Open Sans"/>
                </a:rPr>
                <a:t>Focus groups </a:t>
              </a:r>
              <a:r>
                <a:rPr b="0" lang="en-US" sz="1700">
                  <a:solidFill>
                    <a:srgbClr val="475569"/>
                  </a:solidFill>
                  <a:latin typeface="Open Sans"/>
                  <a:ea typeface="Open Sans"/>
                  <a:cs typeface="Open Sans"/>
                  <a:sym typeface="Open Sans"/>
                </a:rPr>
                <a:t>for invited pilot schools and experts to finalize the updated KU draft.</a:t>
              </a:r>
              <a:endParaRPr b="0" sz="1700">
                <a:solidFill>
                  <a:srgbClr val="475569"/>
                </a:solidFill>
                <a:latin typeface="Open Sans"/>
                <a:ea typeface="Open Sans"/>
                <a:cs typeface="Open Sans"/>
                <a:sym typeface="Open Sans"/>
              </a:endParaRPr>
            </a:p>
            <a:p>
              <a:pPr indent="0" lvl="0" marL="0" rtl="0" algn="l">
                <a:spcBef>
                  <a:spcPts val="0"/>
                </a:spcBef>
                <a:spcAft>
                  <a:spcPts val="0"/>
                </a:spcAft>
                <a:buNone/>
              </a:pPr>
              <a:r>
                <a:rPr b="1" lang="en-US" sz="1600">
                  <a:solidFill>
                    <a:srgbClr val="0369A1"/>
                  </a:solidFill>
                  <a:latin typeface="Open Sans"/>
                  <a:ea typeface="Open Sans"/>
                  <a:cs typeface="Open Sans"/>
                  <a:sym typeface="Open Sans"/>
                </a:rPr>
                <a:t>March 2026</a:t>
              </a:r>
              <a:endParaRPr b="1" sz="1600">
                <a:solidFill>
                  <a:srgbClr val="0369A1"/>
                </a:solidFill>
                <a:latin typeface="Open Sans"/>
                <a:ea typeface="Open Sans"/>
                <a:cs typeface="Open Sans"/>
                <a:sym typeface="Open Sans"/>
              </a:endParaRPr>
            </a:p>
          </p:txBody>
        </p:sp>
      </p:grpSp>
      <p:grpSp>
        <p:nvGrpSpPr>
          <p:cNvPr id="1332" name="Google Shape;1332;g3ec6521b2d6_0_956"/>
          <p:cNvGrpSpPr/>
          <p:nvPr/>
        </p:nvGrpSpPr>
        <p:grpSpPr>
          <a:xfrm>
            <a:off x="571500" y="4000500"/>
            <a:ext cx="11049000" cy="1714500"/>
            <a:chOff x="571500" y="4000500"/>
            <a:chExt cx="11049000" cy="1714500"/>
          </a:xfrm>
        </p:grpSpPr>
        <p:sp>
          <p:nvSpPr>
            <p:cNvPr id="1333" name="Google Shape;1333;g3ec6521b2d6_0_956"/>
            <p:cNvSpPr/>
            <p:nvPr/>
          </p:nvSpPr>
          <p:spPr>
            <a:xfrm>
              <a:off x="571500" y="4000500"/>
              <a:ext cx="11049000" cy="1714500"/>
            </a:xfrm>
            <a:prstGeom prst="roundRect">
              <a:avLst>
                <a:gd fmla="val 8333" name="adj"/>
              </a:avLst>
            </a:prstGeom>
            <a:solidFill>
              <a:srgbClr val="E0F2FE"/>
            </a:solidFill>
            <a:ln cap="flat" cmpd="sng" w="19050">
              <a:solidFill>
                <a:srgbClr val="7DD3F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4" name="Google Shape;1334;g3ec6521b2d6_0_956"/>
            <p:cNvSpPr txBox="1"/>
            <p:nvPr/>
          </p:nvSpPr>
          <p:spPr>
            <a:xfrm>
              <a:off x="952500" y="4238625"/>
              <a:ext cx="4286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C4A6E"/>
                  </a:solidFill>
                  <a:latin typeface="Open Sans"/>
                  <a:ea typeface="Open Sans"/>
                  <a:cs typeface="Open Sans"/>
                  <a:sym typeface="Open Sans"/>
                </a:rPr>
                <a:t>04. Framework Alignment</a:t>
              </a:r>
              <a:endParaRPr b="1" sz="2000">
                <a:solidFill>
                  <a:srgbClr val="0C4A6E"/>
                </a:solidFill>
                <a:latin typeface="Open Sans"/>
                <a:ea typeface="Open Sans"/>
                <a:cs typeface="Open Sans"/>
                <a:sym typeface="Open Sans"/>
              </a:endParaRPr>
            </a:p>
            <a:p>
              <a:pPr indent="0" lvl="0" marL="0" rtl="0" algn="l">
                <a:spcBef>
                  <a:spcPts val="750"/>
                </a:spcBef>
                <a:spcAft>
                  <a:spcPts val="0"/>
                </a:spcAft>
                <a:buNone/>
              </a:pPr>
              <a:r>
                <a:rPr b="0" lang="en-US" sz="1600">
                  <a:solidFill>
                    <a:srgbClr val="0369A1"/>
                  </a:solidFill>
                  <a:latin typeface="Open Sans"/>
                  <a:ea typeface="Open Sans"/>
                  <a:cs typeface="Open Sans"/>
                  <a:sym typeface="Open Sans"/>
                </a:rPr>
                <a:t>Alignment to DOD Cyber Workforce Framework (DCWF).</a:t>
              </a:r>
              <a:endParaRPr b="0" sz="1600">
                <a:solidFill>
                  <a:srgbClr val="0369A1"/>
                </a:solidFill>
                <a:latin typeface="Open Sans"/>
                <a:ea typeface="Open Sans"/>
                <a:cs typeface="Open Sans"/>
                <a:sym typeface="Open Sans"/>
              </a:endParaRPr>
            </a:p>
          </p:txBody>
        </p:sp>
        <p:cxnSp>
          <p:nvCxnSpPr>
            <p:cNvPr id="1335" name="Google Shape;1335;g3ec6521b2d6_0_956"/>
            <p:cNvCxnSpPr/>
            <p:nvPr/>
          </p:nvCxnSpPr>
          <p:spPr>
            <a:xfrm>
              <a:off x="6096000" y="4191000"/>
              <a:ext cx="0" cy="1333500"/>
            </a:xfrm>
            <a:prstGeom prst="straightConnector1">
              <a:avLst/>
            </a:prstGeom>
            <a:solidFill>
              <a:srgbClr val="FFFFFF"/>
            </a:solidFill>
            <a:ln cap="flat" cmpd="sng" w="9525">
              <a:solidFill>
                <a:srgbClr val="7DD3FC"/>
              </a:solidFill>
              <a:prstDash val="solid"/>
              <a:round/>
              <a:headEnd len="sm" w="sm" type="none"/>
              <a:tailEnd len="sm" w="sm" type="none"/>
            </a:ln>
          </p:spPr>
        </p:cxnSp>
        <p:sp>
          <p:nvSpPr>
            <p:cNvPr id="1336" name="Google Shape;1336;g3ec6521b2d6_0_956"/>
            <p:cNvSpPr txBox="1"/>
            <p:nvPr/>
          </p:nvSpPr>
          <p:spPr>
            <a:xfrm>
              <a:off x="6477000" y="4238625"/>
              <a:ext cx="4762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C4A6E"/>
                  </a:solidFill>
                  <a:latin typeface="Open Sans"/>
                  <a:ea typeface="Open Sans"/>
                  <a:cs typeface="Open Sans"/>
                  <a:sym typeface="Open Sans"/>
                </a:rPr>
                <a:t>05. Final Revised KUs</a:t>
              </a:r>
              <a:endParaRPr b="1" sz="1800">
                <a:solidFill>
                  <a:srgbClr val="0C4A6E"/>
                </a:solidFill>
                <a:latin typeface="Open Sans"/>
                <a:ea typeface="Open Sans"/>
                <a:cs typeface="Open Sans"/>
                <a:sym typeface="Open Sans"/>
              </a:endParaRPr>
            </a:p>
            <a:p>
              <a:pPr indent="0" lvl="0" marL="0" rtl="0" algn="l">
                <a:spcBef>
                  <a:spcPts val="375"/>
                </a:spcBef>
                <a:spcAft>
                  <a:spcPts val="0"/>
                </a:spcAft>
                <a:buNone/>
              </a:pPr>
              <a:r>
                <a:rPr b="1" lang="en-US" sz="2400">
                  <a:solidFill>
                    <a:srgbClr val="0369A1"/>
                  </a:solidFill>
                  <a:latin typeface="Open Sans"/>
                  <a:ea typeface="Open Sans"/>
                  <a:cs typeface="Open Sans"/>
                  <a:sym typeface="Open Sans"/>
                </a:rPr>
                <a:t>Version 2026</a:t>
              </a:r>
              <a:endParaRPr b="1" sz="2400">
                <a:solidFill>
                  <a:srgbClr val="0369A1"/>
                </a:solidFill>
                <a:latin typeface="Open Sans"/>
                <a:ea typeface="Open Sans"/>
                <a:cs typeface="Open Sans"/>
                <a:sym typeface="Open Sans"/>
              </a:endParaRPr>
            </a:p>
            <a:p>
              <a:pPr indent="0" lvl="0" marL="0" rtl="0" algn="l">
                <a:spcBef>
                  <a:spcPts val="0"/>
                </a:spcBef>
                <a:spcAft>
                  <a:spcPts val="0"/>
                </a:spcAft>
                <a:buNone/>
              </a:pPr>
              <a:r>
                <a:t/>
              </a:r>
              <a:endParaRPr b="0" sz="1600">
                <a:solidFill>
                  <a:srgbClr val="0E7490"/>
                </a:solidFill>
                <a:latin typeface="Open Sans SemiBold"/>
                <a:ea typeface="Open Sans SemiBold"/>
                <a:cs typeface="Open Sans SemiBold"/>
                <a:sym typeface="Open Sans SemiBold"/>
              </a:endParaRPr>
            </a:p>
          </p:txBody>
        </p:sp>
      </p:grpSp>
      <p:grpSp>
        <p:nvGrpSpPr>
          <p:cNvPr id="1337" name="Google Shape;1337;g3ec6521b2d6_0_956"/>
          <p:cNvGrpSpPr/>
          <p:nvPr/>
        </p:nvGrpSpPr>
        <p:grpSpPr>
          <a:xfrm>
            <a:off x="0" y="6477000"/>
            <a:ext cx="12192000" cy="381000"/>
            <a:chOff x="0" y="6477000"/>
            <a:chExt cx="12192000" cy="381000"/>
          </a:xfrm>
        </p:grpSpPr>
        <p:sp>
          <p:nvSpPr>
            <p:cNvPr id="1338" name="Google Shape;1338;g3ec6521b2d6_0_956"/>
            <p:cNvSpPr/>
            <p:nvPr/>
          </p:nvSpPr>
          <p:spPr>
            <a:xfrm>
              <a:off x="0" y="6477000"/>
              <a:ext cx="12192000" cy="381000"/>
            </a:xfrm>
            <a:prstGeom prst="rect">
              <a:avLst/>
            </a:prstGeom>
            <a:solidFill>
              <a:srgbClr val="0E284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9" name="Google Shape;1339;g3ec6521b2d6_0_956"/>
            <p:cNvSpPr txBox="1"/>
            <p:nvPr/>
          </p:nvSpPr>
          <p:spPr>
            <a:xfrm>
              <a:off x="11430000" y="6477000"/>
              <a:ext cx="571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00">
                  <a:solidFill>
                    <a:srgbClr val="FFFFFF"/>
                  </a:solidFill>
                  <a:latin typeface="Play"/>
                  <a:ea typeface="Play"/>
                  <a:cs typeface="Play"/>
                  <a:sym typeface="Play"/>
                </a:rPr>
                <a:t>10</a:t>
              </a:r>
              <a:endParaRPr sz="1000">
                <a:solidFill>
                  <a:srgbClr val="FFFFFF"/>
                </a:solidFill>
                <a:latin typeface="Play"/>
                <a:ea typeface="Play"/>
                <a:cs typeface="Play"/>
                <a:sym typeface="Play"/>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g3a0a694c39d_1_2213"/>
          <p:cNvSpPr/>
          <p:nvPr/>
        </p:nvSpPr>
        <p:spPr>
          <a:xfrm rot="-5400000">
            <a:off x="4373360" y="1705801"/>
            <a:ext cx="3446400" cy="3446400"/>
          </a:xfrm>
          <a:prstGeom prst="roundRect">
            <a:avLst>
              <a:gd fmla="val 50000" name="adj"/>
            </a:avLst>
          </a:prstGeom>
          <a:gradFill>
            <a:gsLst>
              <a:gs pos="0">
                <a:schemeClr val="dk2"/>
              </a:gs>
              <a:gs pos="100000">
                <a:schemeClr val="lt2"/>
              </a:gs>
            </a:gsLst>
            <a:lin ang="5400012"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dk2"/>
              </a:solidFill>
              <a:latin typeface="Jost"/>
              <a:ea typeface="Jost"/>
              <a:cs typeface="Jost"/>
              <a:sym typeface="Jost"/>
            </a:endParaRPr>
          </a:p>
        </p:txBody>
      </p:sp>
      <p:cxnSp>
        <p:nvCxnSpPr>
          <p:cNvPr id="1345" name="Google Shape;1345;g3a0a694c39d_1_2213"/>
          <p:cNvCxnSpPr/>
          <p:nvPr/>
        </p:nvCxnSpPr>
        <p:spPr>
          <a:xfrm rot="10800000">
            <a:off x="317233" y="3429000"/>
            <a:ext cx="5330100" cy="0"/>
          </a:xfrm>
          <a:prstGeom prst="straightConnector1">
            <a:avLst/>
          </a:prstGeom>
          <a:noFill/>
          <a:ln cap="flat" cmpd="sng" w="9525">
            <a:solidFill>
              <a:schemeClr val="dk1"/>
            </a:solidFill>
            <a:prstDash val="solid"/>
            <a:round/>
            <a:headEnd len="sm" w="sm" type="none"/>
            <a:tailEnd len="med" w="med" type="oval"/>
          </a:ln>
        </p:spPr>
      </p:cxnSp>
      <p:cxnSp>
        <p:nvCxnSpPr>
          <p:cNvPr id="1346" name="Google Shape;1346;g3a0a694c39d_1_2213"/>
          <p:cNvCxnSpPr/>
          <p:nvPr/>
        </p:nvCxnSpPr>
        <p:spPr>
          <a:xfrm rot="10800000">
            <a:off x="6095967" y="3634600"/>
            <a:ext cx="0" cy="2924400"/>
          </a:xfrm>
          <a:prstGeom prst="straightConnector1">
            <a:avLst/>
          </a:prstGeom>
          <a:noFill/>
          <a:ln cap="flat" cmpd="sng" w="9525">
            <a:solidFill>
              <a:schemeClr val="dk1"/>
            </a:solidFill>
            <a:prstDash val="solid"/>
            <a:round/>
            <a:headEnd len="med" w="med" type="oval"/>
            <a:tailEnd len="sm" w="sm" type="none"/>
          </a:ln>
        </p:spPr>
      </p:cxnSp>
      <p:sp>
        <p:nvSpPr>
          <p:cNvPr id="1347" name="Google Shape;1347;g3a0a694c39d_1_2213"/>
          <p:cNvSpPr/>
          <p:nvPr/>
        </p:nvSpPr>
        <p:spPr>
          <a:xfrm>
            <a:off x="5647333" y="3223400"/>
            <a:ext cx="898500" cy="411300"/>
          </a:xfrm>
          <a:prstGeom prst="roundRect">
            <a:avLst>
              <a:gd fmla="val 40683" name="adj"/>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Figtree"/>
              <a:ea typeface="Figtree"/>
              <a:cs typeface="Figtree"/>
              <a:sym typeface="Figtree"/>
            </a:endParaRPr>
          </a:p>
        </p:txBody>
      </p:sp>
      <p:cxnSp>
        <p:nvCxnSpPr>
          <p:cNvPr id="1348" name="Google Shape;1348;g3a0a694c39d_1_2213"/>
          <p:cNvCxnSpPr/>
          <p:nvPr/>
        </p:nvCxnSpPr>
        <p:spPr>
          <a:xfrm rot="10800000">
            <a:off x="6545833" y="3429000"/>
            <a:ext cx="5363100" cy="0"/>
          </a:xfrm>
          <a:prstGeom prst="straightConnector1">
            <a:avLst/>
          </a:prstGeom>
          <a:noFill/>
          <a:ln cap="flat" cmpd="sng" w="9525">
            <a:solidFill>
              <a:schemeClr val="dk1"/>
            </a:solidFill>
            <a:prstDash val="solid"/>
            <a:round/>
            <a:headEnd len="med" w="med" type="oval"/>
            <a:tailEnd len="sm" w="sm" type="none"/>
          </a:ln>
        </p:spPr>
      </p:cxnSp>
      <p:cxnSp>
        <p:nvCxnSpPr>
          <p:cNvPr id="1349" name="Google Shape;1349;g3a0a694c39d_1_2213"/>
          <p:cNvCxnSpPr/>
          <p:nvPr/>
        </p:nvCxnSpPr>
        <p:spPr>
          <a:xfrm rot="10800000">
            <a:off x="6095967" y="599300"/>
            <a:ext cx="0" cy="2624100"/>
          </a:xfrm>
          <a:prstGeom prst="straightConnector1">
            <a:avLst/>
          </a:prstGeom>
          <a:noFill/>
          <a:ln cap="flat" cmpd="sng" w="9525">
            <a:solidFill>
              <a:schemeClr val="dk1"/>
            </a:solidFill>
            <a:prstDash val="solid"/>
            <a:round/>
            <a:headEnd len="sm" w="sm" type="none"/>
            <a:tailEnd len="med" w="med" type="oval"/>
          </a:ln>
        </p:spPr>
      </p:cxnSp>
      <p:sp>
        <p:nvSpPr>
          <p:cNvPr id="1350" name="Google Shape;1350;g3a0a694c39d_1_2213"/>
          <p:cNvSpPr txBox="1"/>
          <p:nvPr>
            <p:ph type="title"/>
          </p:nvPr>
        </p:nvSpPr>
        <p:spPr>
          <a:xfrm>
            <a:off x="409022" y="104223"/>
            <a:ext cx="4445100" cy="306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900"/>
              <a:buNone/>
            </a:pPr>
            <a:r>
              <a:rPr lang="en-US"/>
              <a:t>SWOT</a:t>
            </a:r>
            <a:endParaRPr/>
          </a:p>
        </p:txBody>
      </p:sp>
      <p:sp>
        <p:nvSpPr>
          <p:cNvPr id="1351" name="Google Shape;1351;g3a0a694c39d_1_2213"/>
          <p:cNvSpPr txBox="1"/>
          <p:nvPr>
            <p:ph idx="2" type="title"/>
          </p:nvPr>
        </p:nvSpPr>
        <p:spPr>
          <a:xfrm>
            <a:off x="11404222" y="104223"/>
            <a:ext cx="4445100" cy="3060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900"/>
              <a:buNone/>
            </a:pPr>
            <a:r>
              <a:t/>
            </a:r>
            <a:endParaRPr/>
          </a:p>
        </p:txBody>
      </p:sp>
      <p:sp>
        <p:nvSpPr>
          <p:cNvPr id="1352" name="Google Shape;1352;g3a0a694c39d_1_2213"/>
          <p:cNvSpPr txBox="1"/>
          <p:nvPr>
            <p:ph idx="3" type="body"/>
          </p:nvPr>
        </p:nvSpPr>
        <p:spPr>
          <a:xfrm>
            <a:off x="7608417" y="1131158"/>
            <a:ext cx="3807600" cy="2792100"/>
          </a:xfrm>
          <a:prstGeom prst="rect">
            <a:avLst/>
          </a:prstGeom>
          <a:noFill/>
          <a:ln>
            <a:noFill/>
          </a:ln>
        </p:spPr>
        <p:txBody>
          <a:bodyPr anchorCtr="0" anchor="t" bIns="0" lIns="0" spcFirstLastPara="1" rIns="0" wrap="square" tIns="0">
            <a:noAutofit/>
          </a:bodyPr>
          <a:lstStyle/>
          <a:p>
            <a:pPr indent="-425450" lvl="0" marL="609600" rtl="0" algn="l">
              <a:lnSpc>
                <a:spcPct val="100000"/>
              </a:lnSpc>
              <a:spcBef>
                <a:spcPts val="0"/>
              </a:spcBef>
              <a:spcAft>
                <a:spcPts val="0"/>
              </a:spcAft>
              <a:buSzPts val="1900"/>
              <a:buChar char="●"/>
            </a:pPr>
            <a:r>
              <a:rPr lang="en-US" sz="1900"/>
              <a:t>High resource demands for institutions</a:t>
            </a:r>
            <a:endParaRPr sz="1900"/>
          </a:p>
          <a:p>
            <a:pPr indent="-425450" lvl="0" marL="609600" marR="0" rtl="0" algn="l">
              <a:lnSpc>
                <a:spcPct val="100000"/>
              </a:lnSpc>
              <a:spcBef>
                <a:spcPts val="0"/>
              </a:spcBef>
              <a:spcAft>
                <a:spcPts val="0"/>
              </a:spcAft>
              <a:buSzPts val="1900"/>
              <a:buChar char="●"/>
            </a:pPr>
            <a:r>
              <a:rPr lang="en-US" sz="1900"/>
              <a:t>Too many curricular guidelines? Is separate </a:t>
            </a:r>
            <a:r>
              <a:rPr lang="en-US" sz="1900"/>
              <a:t>accreditation</a:t>
            </a:r>
            <a:r>
              <a:rPr lang="en-US" sz="1900"/>
              <a:t> needed?</a:t>
            </a:r>
            <a:endParaRPr sz="1900"/>
          </a:p>
          <a:p>
            <a:pPr indent="-425450" lvl="0" marL="609600" marR="0" rtl="0" algn="l">
              <a:lnSpc>
                <a:spcPct val="100000"/>
              </a:lnSpc>
              <a:spcBef>
                <a:spcPts val="0"/>
              </a:spcBef>
              <a:spcAft>
                <a:spcPts val="0"/>
              </a:spcAft>
              <a:buSzPts val="1900"/>
              <a:buChar char="●"/>
            </a:pPr>
            <a:r>
              <a:rPr lang="en-US" sz="1900"/>
              <a:t>Potential overlap with other designations</a:t>
            </a:r>
            <a:endParaRPr sz="1900"/>
          </a:p>
          <a:p>
            <a:pPr indent="0" lvl="0" marL="609600" marR="0" rtl="0" algn="l">
              <a:lnSpc>
                <a:spcPct val="100000"/>
              </a:lnSpc>
              <a:spcBef>
                <a:spcPts val="0"/>
              </a:spcBef>
              <a:spcAft>
                <a:spcPts val="0"/>
              </a:spcAft>
              <a:buSzPts val="1300"/>
              <a:buNone/>
            </a:pPr>
            <a:r>
              <a:t/>
            </a:r>
            <a:endParaRPr sz="1900"/>
          </a:p>
        </p:txBody>
      </p:sp>
      <p:sp>
        <p:nvSpPr>
          <p:cNvPr id="1353" name="Google Shape;1353;g3a0a694c39d_1_2213"/>
          <p:cNvSpPr txBox="1"/>
          <p:nvPr>
            <p:ph idx="4" type="body"/>
          </p:nvPr>
        </p:nvSpPr>
        <p:spPr>
          <a:xfrm>
            <a:off x="504833" y="3954433"/>
            <a:ext cx="4401900" cy="2924400"/>
          </a:xfrm>
          <a:prstGeom prst="rect">
            <a:avLst/>
          </a:prstGeom>
          <a:noFill/>
          <a:ln>
            <a:noFill/>
          </a:ln>
        </p:spPr>
        <p:txBody>
          <a:bodyPr anchorCtr="0" anchor="t" bIns="0" lIns="0" spcFirstLastPara="1" rIns="0" wrap="square" tIns="0">
            <a:noAutofit/>
          </a:bodyPr>
          <a:lstStyle/>
          <a:p>
            <a:pPr indent="-425450" lvl="0" marL="609600" marR="0" rtl="0" algn="l">
              <a:lnSpc>
                <a:spcPct val="100000"/>
              </a:lnSpc>
              <a:spcBef>
                <a:spcPts val="0"/>
              </a:spcBef>
              <a:spcAft>
                <a:spcPts val="0"/>
              </a:spcAft>
              <a:buSzPts val="1900"/>
              <a:buChar char="●"/>
            </a:pPr>
            <a:r>
              <a:rPr lang="en-US" sz="1900"/>
              <a:t>Access to AI-focused federal and state funding</a:t>
            </a:r>
            <a:endParaRPr sz="1900"/>
          </a:p>
          <a:p>
            <a:pPr indent="-425450" lvl="0" marL="609600" marR="0" rtl="0" algn="l">
              <a:lnSpc>
                <a:spcPct val="100000"/>
              </a:lnSpc>
              <a:spcBef>
                <a:spcPts val="0"/>
              </a:spcBef>
              <a:spcAft>
                <a:spcPts val="0"/>
              </a:spcAft>
              <a:buSzPts val="1900"/>
              <a:buChar char="●"/>
            </a:pPr>
            <a:r>
              <a:rPr lang="en-US" sz="1900"/>
              <a:t>Drives interdisciplinary collaboration</a:t>
            </a:r>
            <a:endParaRPr sz="1900"/>
          </a:p>
          <a:p>
            <a:pPr indent="-425450" lvl="0" marL="609600" marR="0" rtl="0" algn="l">
              <a:lnSpc>
                <a:spcPct val="100000"/>
              </a:lnSpc>
              <a:spcBef>
                <a:spcPts val="0"/>
              </a:spcBef>
              <a:spcAft>
                <a:spcPts val="0"/>
              </a:spcAft>
              <a:buSzPts val="1900"/>
              <a:buChar char="●"/>
            </a:pPr>
            <a:r>
              <a:rPr lang="en-US" sz="1900"/>
              <a:t>Shapes national AI standards</a:t>
            </a:r>
            <a:endParaRPr sz="1900"/>
          </a:p>
          <a:p>
            <a:pPr indent="-425450" lvl="0" marL="609600" marR="0" rtl="0" algn="l">
              <a:lnSpc>
                <a:spcPct val="100000"/>
              </a:lnSpc>
              <a:spcBef>
                <a:spcPts val="0"/>
              </a:spcBef>
              <a:spcAft>
                <a:spcPts val="0"/>
              </a:spcAft>
              <a:buSzPts val="1900"/>
              <a:buChar char="●"/>
            </a:pPr>
            <a:r>
              <a:rPr lang="en-US" sz="1900"/>
              <a:t>Attracts industry partnerships</a:t>
            </a:r>
            <a:endParaRPr sz="1900"/>
          </a:p>
          <a:p>
            <a:pPr indent="-425450" lvl="0" marL="609600" marR="0" rtl="0" algn="l">
              <a:lnSpc>
                <a:spcPct val="100000"/>
              </a:lnSpc>
              <a:spcBef>
                <a:spcPts val="0"/>
              </a:spcBef>
              <a:spcAft>
                <a:spcPts val="0"/>
              </a:spcAft>
              <a:buSzPts val="1900"/>
              <a:buChar char="●"/>
            </a:pPr>
            <a:r>
              <a:rPr lang="en-US" sz="1900"/>
              <a:t>Do it differently - skills forward, curriculum forward, resource forward</a:t>
            </a:r>
            <a:endParaRPr sz="1900"/>
          </a:p>
          <a:p>
            <a:pPr indent="0" lvl="0" marL="0" rtl="0" algn="l">
              <a:lnSpc>
                <a:spcPct val="100000"/>
              </a:lnSpc>
              <a:spcBef>
                <a:spcPts val="0"/>
              </a:spcBef>
              <a:spcAft>
                <a:spcPts val="0"/>
              </a:spcAft>
              <a:buSzPts val="1300"/>
              <a:buNone/>
            </a:pPr>
            <a:r>
              <a:t/>
            </a:r>
            <a:endParaRPr/>
          </a:p>
        </p:txBody>
      </p:sp>
      <p:sp>
        <p:nvSpPr>
          <p:cNvPr id="1354" name="Google Shape;1354;g3a0a694c39d_1_2213"/>
          <p:cNvSpPr txBox="1"/>
          <p:nvPr>
            <p:ph idx="5" type="body"/>
          </p:nvPr>
        </p:nvSpPr>
        <p:spPr>
          <a:xfrm>
            <a:off x="7548683" y="4020825"/>
            <a:ext cx="4134000" cy="3126900"/>
          </a:xfrm>
          <a:prstGeom prst="rect">
            <a:avLst/>
          </a:prstGeom>
          <a:noFill/>
          <a:ln>
            <a:noFill/>
          </a:ln>
        </p:spPr>
        <p:txBody>
          <a:bodyPr anchorCtr="0" anchor="t" bIns="0" lIns="0" spcFirstLastPara="1" rIns="0" wrap="square" tIns="0">
            <a:noAutofit/>
          </a:bodyPr>
          <a:lstStyle/>
          <a:p>
            <a:pPr indent="-425450" lvl="0" marL="609600" marR="0" rtl="0" algn="l">
              <a:lnSpc>
                <a:spcPct val="100000"/>
              </a:lnSpc>
              <a:spcBef>
                <a:spcPts val="0"/>
              </a:spcBef>
              <a:spcAft>
                <a:spcPts val="0"/>
              </a:spcAft>
              <a:buSzPts val="1900"/>
              <a:buChar char="●"/>
            </a:pPr>
            <a:r>
              <a:rPr lang="en-US" sz="1900"/>
              <a:t>Small schools may struggle when AI is integrated </a:t>
            </a:r>
            <a:endParaRPr sz="1900"/>
          </a:p>
          <a:p>
            <a:pPr indent="-425450" lvl="0" marL="609600" marR="0" rtl="0" algn="l">
              <a:lnSpc>
                <a:spcPct val="100000"/>
              </a:lnSpc>
              <a:spcBef>
                <a:spcPts val="0"/>
              </a:spcBef>
              <a:spcAft>
                <a:spcPts val="0"/>
              </a:spcAft>
              <a:buSzPts val="1900"/>
              <a:buChar char="●"/>
            </a:pPr>
            <a:r>
              <a:rPr lang="en-US" sz="1900"/>
              <a:t>AI evolution may outpace program scope</a:t>
            </a:r>
            <a:endParaRPr sz="1900"/>
          </a:p>
          <a:p>
            <a:pPr indent="-425450" lvl="0" marL="609600" marR="0" rtl="0" algn="l">
              <a:lnSpc>
                <a:spcPct val="100000"/>
              </a:lnSpc>
              <a:spcBef>
                <a:spcPts val="0"/>
              </a:spcBef>
              <a:spcAft>
                <a:spcPts val="0"/>
              </a:spcAft>
              <a:buSzPts val="1900"/>
              <a:buChar char="●"/>
            </a:pPr>
            <a:r>
              <a:rPr lang="en-US" sz="1900"/>
              <a:t>Complex accreditation and evaluation </a:t>
            </a:r>
            <a:endParaRPr sz="1900"/>
          </a:p>
          <a:p>
            <a:pPr indent="0" lvl="0" marL="0" marR="0" rtl="0" algn="l">
              <a:lnSpc>
                <a:spcPct val="100000"/>
              </a:lnSpc>
              <a:spcBef>
                <a:spcPts val="0"/>
              </a:spcBef>
              <a:spcAft>
                <a:spcPts val="0"/>
              </a:spcAft>
              <a:buSzPts val="1300"/>
              <a:buNone/>
            </a:pPr>
            <a:r>
              <a:t/>
            </a:r>
            <a:endParaRPr sz="1900"/>
          </a:p>
        </p:txBody>
      </p:sp>
      <p:sp>
        <p:nvSpPr>
          <p:cNvPr id="1355" name="Google Shape;1355;g3a0a694c39d_1_2213"/>
          <p:cNvSpPr txBox="1"/>
          <p:nvPr>
            <p:ph idx="6" type="subTitle"/>
          </p:nvPr>
        </p:nvSpPr>
        <p:spPr>
          <a:xfrm>
            <a:off x="1365461" y="340164"/>
            <a:ext cx="1778100" cy="306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600"/>
              <a:buNone/>
            </a:pPr>
            <a:r>
              <a:rPr lang="en-US"/>
              <a:t>STRENGTHS</a:t>
            </a:r>
            <a:endParaRPr/>
          </a:p>
        </p:txBody>
      </p:sp>
      <p:sp>
        <p:nvSpPr>
          <p:cNvPr id="1356" name="Google Shape;1356;g3a0a694c39d_1_2213"/>
          <p:cNvSpPr txBox="1"/>
          <p:nvPr>
            <p:ph idx="7" type="subTitle"/>
          </p:nvPr>
        </p:nvSpPr>
        <p:spPr>
          <a:xfrm>
            <a:off x="8553967" y="510792"/>
            <a:ext cx="1778100" cy="306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600"/>
              <a:buNone/>
            </a:pPr>
            <a:r>
              <a:rPr lang="en-US"/>
              <a:t>WEAKNESSES</a:t>
            </a:r>
            <a:endParaRPr/>
          </a:p>
        </p:txBody>
      </p:sp>
      <p:sp>
        <p:nvSpPr>
          <p:cNvPr id="1357" name="Google Shape;1357;g3a0a694c39d_1_2213"/>
          <p:cNvSpPr txBox="1"/>
          <p:nvPr>
            <p:ph idx="8" type="subTitle"/>
          </p:nvPr>
        </p:nvSpPr>
        <p:spPr>
          <a:xfrm>
            <a:off x="1610244" y="3538715"/>
            <a:ext cx="1778100" cy="306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600"/>
              <a:buNone/>
            </a:pPr>
            <a:r>
              <a:rPr lang="en-US"/>
              <a:t>OPPORTUNITY</a:t>
            </a:r>
            <a:endParaRPr/>
          </a:p>
        </p:txBody>
      </p:sp>
      <p:sp>
        <p:nvSpPr>
          <p:cNvPr id="1358" name="Google Shape;1358;g3a0a694c39d_1_2213"/>
          <p:cNvSpPr txBox="1"/>
          <p:nvPr>
            <p:ph idx="9" type="subTitle"/>
          </p:nvPr>
        </p:nvSpPr>
        <p:spPr>
          <a:xfrm>
            <a:off x="8655589" y="3445903"/>
            <a:ext cx="1778100" cy="306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600"/>
              <a:buNone/>
            </a:pPr>
            <a:r>
              <a:rPr lang="en-US"/>
              <a:t>THREATS</a:t>
            </a:r>
            <a:endParaRPr/>
          </a:p>
        </p:txBody>
      </p:sp>
      <p:sp>
        <p:nvSpPr>
          <p:cNvPr id="1359" name="Google Shape;1359;g3a0a694c39d_1_2213"/>
          <p:cNvSpPr txBox="1"/>
          <p:nvPr>
            <p:ph idx="13" type="subTitle"/>
          </p:nvPr>
        </p:nvSpPr>
        <p:spPr>
          <a:xfrm>
            <a:off x="5645525" y="3252499"/>
            <a:ext cx="900900" cy="306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600"/>
              <a:buNone/>
            </a:pPr>
            <a:r>
              <a:rPr lang="en-US"/>
              <a:t>SWOT</a:t>
            </a:r>
            <a:endParaRPr/>
          </a:p>
        </p:txBody>
      </p:sp>
      <p:sp>
        <p:nvSpPr>
          <p:cNvPr id="1360" name="Google Shape;1360;g3a0a694c39d_1_2213"/>
          <p:cNvSpPr txBox="1"/>
          <p:nvPr>
            <p:ph idx="14" type="title"/>
          </p:nvPr>
        </p:nvSpPr>
        <p:spPr>
          <a:xfrm>
            <a:off x="2812333" y="94000"/>
            <a:ext cx="6888000" cy="6195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SzPts val="2700"/>
              <a:buNone/>
            </a:pPr>
            <a:r>
              <a:rPr lang="en-US"/>
              <a:t>A separate guideline for AI </a:t>
            </a:r>
            <a:endParaRPr/>
          </a:p>
        </p:txBody>
      </p:sp>
      <p:sp>
        <p:nvSpPr>
          <p:cNvPr id="1361" name="Google Shape;1361;g3a0a694c39d_1_2213"/>
          <p:cNvSpPr txBox="1"/>
          <p:nvPr>
            <p:ph idx="4" type="body"/>
          </p:nvPr>
        </p:nvSpPr>
        <p:spPr>
          <a:xfrm>
            <a:off x="504833" y="646167"/>
            <a:ext cx="4244100" cy="2924400"/>
          </a:xfrm>
          <a:prstGeom prst="rect">
            <a:avLst/>
          </a:prstGeom>
          <a:noFill/>
          <a:ln>
            <a:noFill/>
          </a:ln>
        </p:spPr>
        <p:txBody>
          <a:bodyPr anchorCtr="0" anchor="t" bIns="0" lIns="0" spcFirstLastPara="1" rIns="0" wrap="square" tIns="0">
            <a:noAutofit/>
          </a:bodyPr>
          <a:lstStyle/>
          <a:p>
            <a:pPr indent="-412750" lvl="0" marL="609600" rtl="0" algn="l">
              <a:lnSpc>
                <a:spcPct val="100000"/>
              </a:lnSpc>
              <a:spcBef>
                <a:spcPts val="0"/>
              </a:spcBef>
              <a:spcAft>
                <a:spcPts val="0"/>
              </a:spcAft>
              <a:buSzPts val="1700"/>
              <a:buChar char="●"/>
            </a:pPr>
            <a:r>
              <a:rPr lang="en-US" sz="1700"/>
              <a:t>Aligns with National AI and cyber priorities</a:t>
            </a:r>
            <a:endParaRPr sz="1700"/>
          </a:p>
          <a:p>
            <a:pPr indent="-412750" lvl="0" marL="609600" rtl="0" algn="l">
              <a:lnSpc>
                <a:spcPct val="100000"/>
              </a:lnSpc>
              <a:spcBef>
                <a:spcPts val="0"/>
              </a:spcBef>
              <a:spcAft>
                <a:spcPts val="0"/>
              </a:spcAft>
              <a:buSzPts val="1700"/>
              <a:buChar char="●"/>
            </a:pPr>
            <a:r>
              <a:rPr lang="en-US" sz="1700"/>
              <a:t>Enhances academic and program visibility</a:t>
            </a:r>
            <a:endParaRPr sz="1700"/>
          </a:p>
          <a:p>
            <a:pPr indent="-412750" lvl="0" marL="609600" rtl="0" algn="l">
              <a:lnSpc>
                <a:spcPct val="100000"/>
              </a:lnSpc>
              <a:spcBef>
                <a:spcPts val="0"/>
              </a:spcBef>
              <a:spcAft>
                <a:spcPts val="0"/>
              </a:spcAft>
              <a:buSzPts val="1700"/>
              <a:buChar char="●"/>
            </a:pPr>
            <a:r>
              <a:rPr lang="en-US" sz="1700"/>
              <a:t>Builds AI-cybersecurity workforce pipeline</a:t>
            </a:r>
            <a:endParaRPr sz="1700"/>
          </a:p>
          <a:p>
            <a:pPr indent="-412750" lvl="0" marL="609600" rtl="0" algn="l">
              <a:lnSpc>
                <a:spcPct val="100000"/>
              </a:lnSpc>
              <a:spcBef>
                <a:spcPts val="0"/>
              </a:spcBef>
              <a:spcAft>
                <a:spcPts val="0"/>
              </a:spcAft>
              <a:buSzPts val="1700"/>
              <a:buChar char="●"/>
            </a:pPr>
            <a:r>
              <a:rPr lang="en-US" sz="1700"/>
              <a:t>Spurs curriculum and research innovation at speed of relevance</a:t>
            </a:r>
            <a:endParaRPr sz="1700"/>
          </a:p>
          <a:p>
            <a:pPr indent="-412750" lvl="0" marL="609600" rtl="0" algn="l">
              <a:lnSpc>
                <a:spcPct val="100000"/>
              </a:lnSpc>
              <a:spcBef>
                <a:spcPts val="0"/>
              </a:spcBef>
              <a:spcAft>
                <a:spcPts val="0"/>
              </a:spcAft>
              <a:buSzPts val="1700"/>
              <a:buChar char="●"/>
            </a:pPr>
            <a:r>
              <a:rPr lang="en-US" sz="1700"/>
              <a:t>Replicate the cyber ed community model - faster</a:t>
            </a:r>
            <a:endParaRPr sz="1700"/>
          </a:p>
          <a:p>
            <a:pPr indent="0" lvl="0" marL="0" marR="0" rtl="0" algn="l">
              <a:lnSpc>
                <a:spcPct val="100000"/>
              </a:lnSpc>
              <a:spcBef>
                <a:spcPts val="0"/>
              </a:spcBef>
              <a:spcAft>
                <a:spcPts val="0"/>
              </a:spcAft>
              <a:buSzPts val="1300"/>
              <a:buNone/>
            </a:pPr>
            <a:r>
              <a:t/>
            </a:r>
            <a:endParaRPr sz="1600"/>
          </a:p>
          <a:p>
            <a:pPr indent="0" lvl="0" marL="0" marR="0" rtl="0" algn="l">
              <a:lnSpc>
                <a:spcPct val="100000"/>
              </a:lnSpc>
              <a:spcBef>
                <a:spcPts val="0"/>
              </a:spcBef>
              <a:spcAft>
                <a:spcPts val="0"/>
              </a:spcAft>
              <a:buSzPts val="1300"/>
              <a:buNone/>
            </a:pPr>
            <a:r>
              <a:t/>
            </a:r>
            <a:endParaRPr sz="1200"/>
          </a:p>
          <a:p>
            <a:pPr indent="0" lvl="0" marL="0" rtl="0" algn="l">
              <a:lnSpc>
                <a:spcPct val="100000"/>
              </a:lnSpc>
              <a:spcBef>
                <a:spcPts val="1300"/>
              </a:spcBef>
              <a:spcAft>
                <a:spcPts val="0"/>
              </a:spcAft>
              <a:buSzPts val="1300"/>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cxnSp>
        <p:nvCxnSpPr>
          <p:cNvPr id="1366" name="Google Shape;1366;g33bdf6ef9a7_0_5"/>
          <p:cNvCxnSpPr/>
          <p:nvPr/>
        </p:nvCxnSpPr>
        <p:spPr>
          <a:xfrm flipH="1">
            <a:off x="4482700" y="1612583"/>
            <a:ext cx="38700" cy="4566300"/>
          </a:xfrm>
          <a:prstGeom prst="straightConnector1">
            <a:avLst/>
          </a:prstGeom>
          <a:noFill/>
          <a:ln cap="flat" cmpd="sng" w="133350">
            <a:solidFill>
              <a:srgbClr val="C12129"/>
            </a:solidFill>
            <a:prstDash val="solid"/>
            <a:round/>
            <a:headEnd len="sm" w="sm" type="none"/>
            <a:tailEnd len="sm" w="sm" type="none"/>
          </a:ln>
        </p:spPr>
      </p:cxnSp>
      <p:sp>
        <p:nvSpPr>
          <p:cNvPr id="1367" name="Google Shape;1367;g33bdf6ef9a7_0_5"/>
          <p:cNvSpPr/>
          <p:nvPr/>
        </p:nvSpPr>
        <p:spPr>
          <a:xfrm>
            <a:off x="475517" y="1305450"/>
            <a:ext cx="3613200" cy="5276100"/>
          </a:xfrm>
          <a:prstGeom prst="rect">
            <a:avLst/>
          </a:prstGeom>
          <a:solidFill>
            <a:srgbClr val="002866"/>
          </a:solidFill>
          <a:ln cap="flat" cmpd="sng" w="9525">
            <a:solidFill>
              <a:schemeClr val="dk2"/>
            </a:solidFill>
            <a:prstDash val="solid"/>
            <a:round/>
            <a:headEnd len="sm" w="sm" type="none"/>
            <a:tailEnd len="sm" w="sm" type="none"/>
          </a:ln>
          <a:effectLst>
            <a:outerShdw blurRad="142875" rotWithShape="0" algn="bl" dir="5400000" dist="95250">
              <a:srgbClr val="002866">
                <a:alpha val="49803"/>
              </a:srgbClr>
            </a:outerShdw>
          </a:effectLst>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1368" name="Google Shape;1368;g33bdf6ef9a7_0_5"/>
          <p:cNvSpPr txBox="1"/>
          <p:nvPr/>
        </p:nvSpPr>
        <p:spPr>
          <a:xfrm>
            <a:off x="316299" y="320125"/>
            <a:ext cx="11571300" cy="6927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5200"/>
              <a:buFont typeface="Arial"/>
              <a:buNone/>
            </a:pPr>
            <a:r>
              <a:rPr b="1" i="0" lang="en-US" sz="4500" u="none" cap="none" strike="noStrike">
                <a:solidFill>
                  <a:srgbClr val="000000"/>
                </a:solidFill>
                <a:latin typeface="Amiko SemiBold"/>
                <a:ea typeface="Amiko SemiBold"/>
                <a:cs typeface="Amiko SemiBold"/>
                <a:sym typeface="Amiko SemiBold"/>
              </a:rPr>
              <a:t>CyberAI Curriculum (www.clark.center)</a:t>
            </a:r>
            <a:endParaRPr b="0" i="0" sz="200" u="none" cap="none" strike="noStrike">
              <a:solidFill>
                <a:srgbClr val="000000"/>
              </a:solidFill>
              <a:latin typeface="Arial"/>
              <a:ea typeface="Arial"/>
              <a:cs typeface="Arial"/>
              <a:sym typeface="Arial"/>
            </a:endParaRPr>
          </a:p>
        </p:txBody>
      </p:sp>
      <p:sp>
        <p:nvSpPr>
          <p:cNvPr id="1369" name="Google Shape;1369;g33bdf6ef9a7_0_5"/>
          <p:cNvSpPr/>
          <p:nvPr/>
        </p:nvSpPr>
        <p:spPr>
          <a:xfrm>
            <a:off x="153896" y="5233813"/>
            <a:ext cx="1406682" cy="1520271"/>
          </a:xfrm>
          <a:custGeom>
            <a:rect b="b" l="l" r="r" t="t"/>
            <a:pathLst>
              <a:path extrusionOk="0" h="2277560" w="2107389">
                <a:moveTo>
                  <a:pt x="0" y="0"/>
                </a:moveTo>
                <a:lnTo>
                  <a:pt x="2107389" y="0"/>
                </a:lnTo>
                <a:lnTo>
                  <a:pt x="2107389" y="2277560"/>
                </a:lnTo>
                <a:lnTo>
                  <a:pt x="0" y="2277560"/>
                </a:lnTo>
                <a:lnTo>
                  <a:pt x="0" y="0"/>
                </a:lnTo>
                <a:close/>
              </a:path>
            </a:pathLst>
          </a:custGeom>
          <a:blipFill rotWithShape="1">
            <a:blip r:embed="rId3">
              <a:alphaModFix/>
            </a:blip>
            <a:stretch>
              <a:fillRect b="-197" l="0" r="0" t="-188"/>
            </a:stretch>
          </a:blipFill>
          <a:ln>
            <a:noFill/>
          </a:ln>
        </p:spPr>
        <p:txBody>
          <a:bodyPr anchorCtr="0" anchor="t" bIns="30475" lIns="60950" spcFirstLastPara="1" rIns="60950" wrap="square" tIns="304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370" name="Google Shape;1370;g33bdf6ef9a7_0_5"/>
          <p:cNvSpPr/>
          <p:nvPr/>
        </p:nvSpPr>
        <p:spPr>
          <a:xfrm>
            <a:off x="-314450" y="1643400"/>
            <a:ext cx="4626300" cy="1134000"/>
          </a:xfrm>
          <a:prstGeom prst="horizontalScroll">
            <a:avLst>
              <a:gd fmla="val 12500" name="adj"/>
            </a:avLst>
          </a:prstGeom>
          <a:solidFill>
            <a:srgbClr val="C12129"/>
          </a:solidFill>
          <a:ln cap="flat" cmpd="sng" w="38100">
            <a:solidFill>
              <a:srgbClr val="660000"/>
            </a:solidFill>
            <a:prstDash val="solid"/>
            <a:round/>
            <a:headEnd len="sm" w="sm" type="none"/>
            <a:tailEnd len="sm" w="sm" type="none"/>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1371" name="Google Shape;1371;g33bdf6ef9a7_0_5"/>
          <p:cNvSpPr txBox="1"/>
          <p:nvPr/>
        </p:nvSpPr>
        <p:spPr>
          <a:xfrm>
            <a:off x="153900" y="2029800"/>
            <a:ext cx="3934800" cy="3816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5200"/>
              <a:buFont typeface="Arial"/>
              <a:buNone/>
            </a:pPr>
            <a:r>
              <a:rPr b="1" i="0" lang="en-US" sz="3100" u="none" cap="none" strike="noStrike">
                <a:solidFill>
                  <a:schemeClr val="lt1"/>
                </a:solidFill>
                <a:latin typeface="Amiko SemiBold"/>
                <a:ea typeface="Amiko SemiBold"/>
                <a:cs typeface="Amiko SemiBold"/>
                <a:sym typeface="Amiko SemiBold"/>
              </a:rPr>
              <a:t>CyberAI Curriculum</a:t>
            </a:r>
            <a:endParaRPr b="0" i="0" sz="3200" u="none" cap="none" strike="noStrike">
              <a:solidFill>
                <a:schemeClr val="lt1"/>
              </a:solidFill>
              <a:latin typeface="Arial"/>
              <a:ea typeface="Arial"/>
              <a:cs typeface="Arial"/>
              <a:sym typeface="Arial"/>
            </a:endParaRPr>
          </a:p>
        </p:txBody>
      </p:sp>
      <p:sp>
        <p:nvSpPr>
          <p:cNvPr id="1372" name="Google Shape;1372;g33bdf6ef9a7_0_5"/>
          <p:cNvSpPr txBox="1"/>
          <p:nvPr/>
        </p:nvSpPr>
        <p:spPr>
          <a:xfrm>
            <a:off x="475550" y="2558033"/>
            <a:ext cx="3613200" cy="589500"/>
          </a:xfrm>
          <a:prstGeom prst="rect">
            <a:avLst/>
          </a:prstGeom>
          <a:noFill/>
          <a:ln>
            <a:noFill/>
          </a:ln>
        </p:spPr>
        <p:txBody>
          <a:bodyPr anchorCtr="0" anchor="t"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chemeClr val="lt1"/>
                </a:solidFill>
                <a:latin typeface="Amiko SemiBold"/>
                <a:ea typeface="Amiko SemiBold"/>
                <a:cs typeface="Amiko SemiBold"/>
                <a:sym typeface="Amiko SemiBold"/>
              </a:rPr>
              <a:t>Now on CLARK</a:t>
            </a:r>
            <a:endParaRPr b="0" i="0" sz="3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5200"/>
              <a:buFont typeface="Arial"/>
              <a:buNone/>
            </a:pPr>
            <a:r>
              <a:t/>
            </a:r>
            <a:endParaRPr b="1" i="0" sz="2500" u="none" cap="none" strike="noStrike">
              <a:solidFill>
                <a:schemeClr val="lt1"/>
              </a:solidFill>
              <a:latin typeface="Amiko SemiBold"/>
              <a:ea typeface="Amiko SemiBold"/>
              <a:cs typeface="Amiko SemiBold"/>
              <a:sym typeface="Amiko SemiBold"/>
            </a:endParaRPr>
          </a:p>
        </p:txBody>
      </p:sp>
      <p:sp>
        <p:nvSpPr>
          <p:cNvPr id="1373" name="Google Shape;1373;g33bdf6ef9a7_0_5"/>
          <p:cNvSpPr txBox="1"/>
          <p:nvPr/>
        </p:nvSpPr>
        <p:spPr>
          <a:xfrm>
            <a:off x="821150" y="3298267"/>
            <a:ext cx="3267600" cy="1818300"/>
          </a:xfrm>
          <a:prstGeom prst="rect">
            <a:avLst/>
          </a:prstGeom>
          <a:noFill/>
          <a:ln>
            <a:noFill/>
          </a:ln>
        </p:spPr>
        <p:txBody>
          <a:bodyPr anchorCtr="0" anchor="t" bIns="60950" lIns="60950" spcFirstLastPara="1" rIns="60950" wrap="square" tIns="60950">
            <a:no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Amiko"/>
                <a:ea typeface="Amiko"/>
                <a:cs typeface="Amiko"/>
                <a:sym typeface="Amiko"/>
              </a:rPr>
              <a:t>Modules Cover:</a:t>
            </a:r>
            <a:endParaRPr b="1" i="1" sz="2000" u="none" cap="none" strike="noStrike">
              <a:solidFill>
                <a:schemeClr val="lt1"/>
              </a:solidFill>
              <a:latin typeface="Amiko"/>
              <a:ea typeface="Amiko"/>
              <a:cs typeface="Amiko"/>
              <a:sym typeface="Amiko"/>
            </a:endParaRPr>
          </a:p>
          <a:p>
            <a:pPr indent="0" lvl="0" marL="0" marR="0" rtl="0" algn="l">
              <a:lnSpc>
                <a:spcPct val="100000"/>
              </a:lnSpc>
              <a:spcBef>
                <a:spcPts val="0"/>
              </a:spcBef>
              <a:spcAft>
                <a:spcPts val="0"/>
              </a:spcAft>
              <a:buClr>
                <a:srgbClr val="000000"/>
              </a:buClr>
              <a:buSzPts val="700"/>
              <a:buFont typeface="Arial"/>
              <a:buNone/>
            </a:pPr>
            <a:r>
              <a:t/>
            </a:r>
            <a:endParaRPr b="1" i="1" sz="700" u="none" cap="none" strike="noStrike">
              <a:solidFill>
                <a:schemeClr val="lt1"/>
              </a:solidFill>
              <a:latin typeface="Amiko"/>
              <a:ea typeface="Amiko"/>
              <a:cs typeface="Amiko"/>
              <a:sym typeface="Amiko"/>
            </a:endParaRPr>
          </a:p>
          <a:p>
            <a:pPr indent="-279400" lvl="0" marL="914400" marR="0" rtl="0" algn="l">
              <a:lnSpc>
                <a:spcPct val="100000"/>
              </a:lnSpc>
              <a:spcBef>
                <a:spcPts val="0"/>
              </a:spcBef>
              <a:spcAft>
                <a:spcPts val="0"/>
              </a:spcAft>
              <a:buClr>
                <a:schemeClr val="lt1"/>
              </a:buClr>
              <a:buSzPts val="2000"/>
              <a:buFont typeface="Amiko"/>
              <a:buChar char="●"/>
            </a:pPr>
            <a:r>
              <a:rPr b="0" i="0" lang="en-US" sz="2000" u="none" cap="none" strike="noStrike">
                <a:solidFill>
                  <a:schemeClr val="lt1"/>
                </a:solidFill>
                <a:latin typeface="Amiko"/>
                <a:ea typeface="Amiko"/>
                <a:cs typeface="Amiko"/>
                <a:sym typeface="Amiko"/>
              </a:rPr>
              <a:t>AI Security</a:t>
            </a:r>
            <a:endParaRPr b="0" i="0" sz="2000" u="none" cap="none" strike="noStrike">
              <a:solidFill>
                <a:schemeClr val="lt1"/>
              </a:solidFill>
              <a:latin typeface="Amiko"/>
              <a:ea typeface="Amiko"/>
              <a:cs typeface="Amiko"/>
              <a:sym typeface="Amiko"/>
            </a:endParaRPr>
          </a:p>
          <a:p>
            <a:pPr indent="-279400" lvl="0" marL="914400" marR="0" rtl="0" algn="l">
              <a:lnSpc>
                <a:spcPct val="100000"/>
              </a:lnSpc>
              <a:spcBef>
                <a:spcPts val="0"/>
              </a:spcBef>
              <a:spcAft>
                <a:spcPts val="0"/>
              </a:spcAft>
              <a:buClr>
                <a:schemeClr val="lt1"/>
              </a:buClr>
              <a:buSzPts val="2000"/>
              <a:buFont typeface="Amiko"/>
              <a:buChar char="●"/>
            </a:pPr>
            <a:r>
              <a:rPr b="0" i="0" lang="en-US" sz="2000" u="none" cap="none" strike="noStrike">
                <a:solidFill>
                  <a:schemeClr val="lt1"/>
                </a:solidFill>
                <a:latin typeface="Amiko"/>
                <a:ea typeface="Amiko"/>
                <a:cs typeface="Amiko"/>
                <a:sym typeface="Amiko"/>
              </a:rPr>
              <a:t>Privacy</a:t>
            </a:r>
            <a:endParaRPr b="0" i="0" sz="2000" u="none" cap="none" strike="noStrike">
              <a:solidFill>
                <a:schemeClr val="lt1"/>
              </a:solidFill>
              <a:latin typeface="Amiko"/>
              <a:ea typeface="Amiko"/>
              <a:cs typeface="Amiko"/>
              <a:sym typeface="Amiko"/>
            </a:endParaRPr>
          </a:p>
          <a:p>
            <a:pPr indent="-279400" lvl="0" marL="914400" marR="0" rtl="0" algn="l">
              <a:lnSpc>
                <a:spcPct val="100000"/>
              </a:lnSpc>
              <a:spcBef>
                <a:spcPts val="0"/>
              </a:spcBef>
              <a:spcAft>
                <a:spcPts val="0"/>
              </a:spcAft>
              <a:buClr>
                <a:schemeClr val="lt1"/>
              </a:buClr>
              <a:buSzPts val="2000"/>
              <a:buFont typeface="Amiko"/>
              <a:buChar char="●"/>
            </a:pPr>
            <a:r>
              <a:rPr b="0" i="0" lang="en-US" sz="2000" u="none" cap="none" strike="noStrike">
                <a:solidFill>
                  <a:schemeClr val="lt1"/>
                </a:solidFill>
                <a:latin typeface="Amiko"/>
                <a:ea typeface="Amiko"/>
                <a:cs typeface="Amiko"/>
                <a:sym typeface="Amiko"/>
              </a:rPr>
              <a:t>Ethics</a:t>
            </a:r>
            <a:endParaRPr b="0" i="0" sz="2000" u="none" cap="none" strike="noStrike">
              <a:solidFill>
                <a:schemeClr val="lt1"/>
              </a:solidFill>
              <a:latin typeface="Amiko"/>
              <a:ea typeface="Amiko"/>
              <a:cs typeface="Amiko"/>
              <a:sym typeface="Amiko"/>
            </a:endParaRPr>
          </a:p>
          <a:p>
            <a:pPr indent="-279400" lvl="0" marL="914400" marR="0" rtl="0" algn="l">
              <a:lnSpc>
                <a:spcPct val="100000"/>
              </a:lnSpc>
              <a:spcBef>
                <a:spcPts val="0"/>
              </a:spcBef>
              <a:spcAft>
                <a:spcPts val="0"/>
              </a:spcAft>
              <a:buClr>
                <a:schemeClr val="lt1"/>
              </a:buClr>
              <a:buSzPts val="2000"/>
              <a:buFont typeface="Amiko"/>
              <a:buChar char="●"/>
            </a:pPr>
            <a:r>
              <a:rPr b="0" i="0" lang="en-US" sz="2000" u="none" cap="none" strike="noStrike">
                <a:solidFill>
                  <a:schemeClr val="lt1"/>
                </a:solidFill>
                <a:latin typeface="Amiko"/>
                <a:ea typeface="Amiko"/>
                <a:cs typeface="Amiko"/>
                <a:sym typeface="Amiko"/>
              </a:rPr>
              <a:t>Governance</a:t>
            </a:r>
            <a:endParaRPr b="0" i="0" sz="2000" u="none" cap="none" strike="noStrike">
              <a:solidFill>
                <a:schemeClr val="lt1"/>
              </a:solidFill>
              <a:latin typeface="Amiko"/>
              <a:ea typeface="Amiko"/>
              <a:cs typeface="Amiko"/>
              <a:sym typeface="Amiko"/>
            </a:endParaRPr>
          </a:p>
        </p:txBody>
      </p:sp>
      <p:sp>
        <p:nvSpPr>
          <p:cNvPr id="1374" name="Google Shape;1374;g33bdf6ef9a7_0_5"/>
          <p:cNvSpPr txBox="1"/>
          <p:nvPr/>
        </p:nvSpPr>
        <p:spPr>
          <a:xfrm>
            <a:off x="1665717" y="5485900"/>
            <a:ext cx="2283300" cy="1014300"/>
          </a:xfrm>
          <a:prstGeom prst="rect">
            <a:avLst/>
          </a:prstGeom>
          <a:noFill/>
          <a:ln>
            <a:noFill/>
          </a:ln>
        </p:spPr>
        <p:txBody>
          <a:bodyPr anchorCtr="0" anchor="t"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chemeClr val="lt1"/>
                </a:solidFill>
                <a:latin typeface="Amiko SemiBold"/>
                <a:ea typeface="Amiko SemiBold"/>
                <a:cs typeface="Amiko SemiBold"/>
                <a:sym typeface="Amiko SemiBold"/>
              </a:rPr>
              <a:t>DOWNLOAD TODAY!</a:t>
            </a:r>
            <a:endParaRPr b="0" i="0" sz="1900" u="none" cap="none" strike="noStrike">
              <a:solidFill>
                <a:schemeClr val="dk1"/>
              </a:solidFill>
              <a:latin typeface="Calibri"/>
              <a:ea typeface="Calibri"/>
              <a:cs typeface="Calibri"/>
              <a:sym typeface="Calibri"/>
            </a:endParaRPr>
          </a:p>
        </p:txBody>
      </p:sp>
      <p:pic>
        <p:nvPicPr>
          <p:cNvPr id="1375" name="Google Shape;1375;g33bdf6ef9a7_0_5"/>
          <p:cNvPicPr preferRelativeResize="0"/>
          <p:nvPr/>
        </p:nvPicPr>
        <p:blipFill rotWithShape="1">
          <a:blip r:embed="rId4">
            <a:alphaModFix/>
          </a:blip>
          <a:srcRect b="24879" l="0" r="0" t="0"/>
          <a:stretch/>
        </p:blipFill>
        <p:spPr>
          <a:xfrm>
            <a:off x="4836037" y="1356600"/>
            <a:ext cx="7051612" cy="5078251"/>
          </a:xfrm>
          <a:prstGeom prst="rect">
            <a:avLst/>
          </a:prstGeom>
          <a:noFill/>
          <a:ln cap="flat" cmpd="sng" w="9525">
            <a:solidFill>
              <a:schemeClr val="dk2"/>
            </a:solidFill>
            <a:prstDash val="solid"/>
            <a:round/>
            <a:headEnd len="sm" w="sm" type="none"/>
            <a:tailEnd len="sm" w="sm" type="none"/>
          </a:ln>
          <a:effectLst>
            <a:outerShdw blurRad="142875" rotWithShape="0" algn="bl" dir="5400000" dist="95250">
              <a:srgbClr val="002866">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9" name="Shape 1379"/>
        <p:cNvGrpSpPr/>
        <p:nvPr/>
      </p:nvGrpSpPr>
      <p:grpSpPr>
        <a:xfrm>
          <a:off x="0" y="0"/>
          <a:ext cx="0" cy="0"/>
          <a:chOff x="0" y="0"/>
          <a:chExt cx="0" cy="0"/>
        </a:xfrm>
      </p:grpSpPr>
      <p:sp>
        <p:nvSpPr>
          <p:cNvPr id="1380" name="Google Shape;1380;p18"/>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Question marks in a line and one question mark is lit" id="1381" name="Google Shape;1381;p18"/>
          <p:cNvPicPr preferRelativeResize="0"/>
          <p:nvPr/>
        </p:nvPicPr>
        <p:blipFill rotWithShape="1">
          <a:blip r:embed="rId3">
            <a:alphaModFix/>
          </a:blip>
          <a:srcRect b="14349" l="0" r="0" t="1381"/>
          <a:stretch/>
        </p:blipFill>
        <p:spPr>
          <a:xfrm>
            <a:off x="-3047" y="10"/>
            <a:ext cx="12191999" cy="6857990"/>
          </a:xfrm>
          <a:prstGeom prst="rect">
            <a:avLst/>
          </a:prstGeom>
          <a:noFill/>
          <a:ln>
            <a:noFill/>
          </a:ln>
        </p:spPr>
      </p:pic>
      <p:sp>
        <p:nvSpPr>
          <p:cNvPr id="1382" name="Google Shape;1382;p18"/>
          <p:cNvSpPr/>
          <p:nvPr/>
        </p:nvSpPr>
        <p:spPr>
          <a:xfrm>
            <a:off x="0" y="2207602"/>
            <a:ext cx="12191999" cy="3162146"/>
          </a:xfrm>
          <a:prstGeom prst="rect">
            <a:avLst/>
          </a:prstGeom>
          <a:gradFill>
            <a:gsLst>
              <a:gs pos="0">
                <a:srgbClr val="000000">
                  <a:alpha val="0"/>
                </a:srgbClr>
              </a:gs>
              <a:gs pos="25000">
                <a:srgbClr val="000000">
                  <a:alpha val="14117"/>
                </a:srgbClr>
              </a:gs>
              <a:gs pos="50000">
                <a:srgbClr val="000000">
                  <a:alpha val="29019"/>
                </a:srgbClr>
              </a:gs>
              <a:gs pos="75000">
                <a:srgbClr val="000000">
                  <a:alpha val="14117"/>
                </a:srgbClr>
              </a:gs>
              <a:gs pos="100000">
                <a:srgbClr val="000000">
                  <a:alpha val="0"/>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3" name="Google Shape;1383;p18"/>
          <p:cNvSpPr txBox="1"/>
          <p:nvPr>
            <p:ph type="title"/>
          </p:nvPr>
        </p:nvSpPr>
        <p:spPr>
          <a:xfrm>
            <a:off x="1097280" y="325550"/>
            <a:ext cx="10058400" cy="3574778"/>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5200"/>
              <a:buFont typeface="Play"/>
              <a:buNone/>
            </a:pPr>
            <a:r>
              <a:rPr i="1" lang="en-US" sz="5200" cap="none">
                <a:solidFill>
                  <a:srgbClr val="FFFFFF"/>
                </a:solidFill>
                <a:latin typeface="Play"/>
                <a:ea typeface="Play"/>
                <a:cs typeface="Play"/>
                <a:sym typeface="Play"/>
              </a:rPr>
              <a:t>QUESTIONS?</a:t>
            </a:r>
            <a:endParaRPr/>
          </a:p>
        </p:txBody>
      </p:sp>
      <p:sp>
        <p:nvSpPr>
          <p:cNvPr id="1384" name="Google Shape;1384;p18"/>
          <p:cNvSpPr txBox="1"/>
          <p:nvPr>
            <p:ph idx="12" type="sldNum"/>
          </p:nvPr>
        </p:nvSpPr>
        <p:spPr>
          <a:xfrm>
            <a:off x="101269" y="6356349"/>
            <a:ext cx="3930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ight Slides">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s - Light">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Light Slides">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2024-04-24T12:22:32Z</dcterms:created>
  <dc:creator>DAVID 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0x010100013AB7F10D07984AB49141B19AE72474</vt:lpwstr>
  </property>
  <property fmtid="{D5CDD505-2E9C-101B-9397-08002B2CF9AE}" pid="3" name="MediaServiceImageTags">
    <vt:lpwstr/>
  </property>
</Properties>
</file>