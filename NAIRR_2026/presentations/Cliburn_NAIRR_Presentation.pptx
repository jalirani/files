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8" r:id="rId4"/>
    <p:sldId id="264" r:id="rId5"/>
    <p:sldId id="259" r:id="rId6"/>
    <p:sldId id="265" r:id="rId7"/>
    <p:sldId id="266" r:id="rId8"/>
    <p:sldId id="267" r:id="rId9"/>
    <p:sldId id="268" r:id="rId10"/>
    <p:sldId id="269" r:id="rId11"/>
    <p:sldId id="270" r:id="rId12"/>
    <p:sldId id="26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895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9477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6578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5316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3283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6164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5005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- Blank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5" descr="A blue square with a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A blue square with a white letter f on i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 descr="A blue square with white letters on i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descr="A white butterfly in a blue circl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close-up of a logo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9" descr="CRA PPT_page ba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5"/>
          <p:cNvGrpSpPr/>
          <p:nvPr/>
        </p:nvGrpSpPr>
        <p:grpSpPr>
          <a:xfrm>
            <a:off x="285525" y="618775"/>
            <a:ext cx="7842475" cy="3254925"/>
            <a:chOff x="837550" y="656850"/>
            <a:chExt cx="7842475" cy="3254925"/>
          </a:xfrm>
        </p:grpSpPr>
        <p:sp>
          <p:nvSpPr>
            <p:cNvPr id="76" name="Google Shape;76;p15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7" name="Google Shape;77;p15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717176" y="2642306"/>
            <a:ext cx="10425953" cy="14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sz="5400" dirty="0"/>
              <a:t>Panel: Seeking Accreditation for Artificial Intelligence Majors </a:t>
            </a:r>
            <a:endParaRPr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Questions for the Audience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many of you are pursuing a standalone AI major versus a concentration within the Computer Science major or an interdisciplinary major?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your institution pursue ABET accreditation when it is possible to do so?</a:t>
            </a:r>
          </a:p>
        </p:txBody>
      </p:sp>
    </p:spTree>
    <p:extLst>
      <p:ext uri="{BB962C8B-B14F-4D97-AF65-F5344CB8AC3E}">
        <p14:creationId xmlns:p14="http://schemas.microsoft.com/office/powerpoint/2010/main" val="1171158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/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Panelists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Chadi El Kari – University of the Pacific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Vasil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Hnatyshin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Rowan University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Hyoil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Han – Illinois State University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Guangzhi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Qu – Oakland University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Daniel Cliburn – University of the Pacific (Moderator)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5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Question 1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What barriers to developing accredited AI majors exist at your institutions and how are you attempting to overcome these barriers?</a:t>
            </a:r>
          </a:p>
        </p:txBody>
      </p:sp>
    </p:spTree>
    <p:extLst>
      <p:ext uri="{BB962C8B-B14F-4D97-AF65-F5344CB8AC3E}">
        <p14:creationId xmlns:p14="http://schemas.microsoft.com/office/powerpoint/2010/main" val="162991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5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Question 2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Based on your experience with program accreditation, what advice would you give to an institution that is preparing a new major program in AI for which they plan to seek ABET accreditation?</a:t>
            </a:r>
          </a:p>
        </p:txBody>
      </p:sp>
    </p:spTree>
    <p:extLst>
      <p:ext uri="{BB962C8B-B14F-4D97-AF65-F5344CB8AC3E}">
        <p14:creationId xmlns:p14="http://schemas.microsoft.com/office/powerpoint/2010/main" val="2405908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5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Question 3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What mathematical foundations and course sequencing should AI majors include, and should these be taught within the department or through mathematics departments?</a:t>
            </a:r>
          </a:p>
        </p:txBody>
      </p:sp>
    </p:spTree>
    <p:extLst>
      <p:ext uri="{BB962C8B-B14F-4D97-AF65-F5344CB8AC3E}">
        <p14:creationId xmlns:p14="http://schemas.microsoft.com/office/powerpoint/2010/main" val="160799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5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Question 4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What do AI majors need to know about principles and practices of security and privacy in computing?</a:t>
            </a:r>
          </a:p>
        </p:txBody>
      </p:sp>
    </p:spTree>
    <p:extLst>
      <p:ext uri="{BB962C8B-B14F-4D97-AF65-F5344CB8AC3E}">
        <p14:creationId xmlns:p14="http://schemas.microsoft.com/office/powerpoint/2010/main" val="3087379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5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Question 5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What do AI majors need to know about AI system architecture and infrastructure and how should this be covered in an AI major?</a:t>
            </a:r>
          </a:p>
        </p:txBody>
      </p:sp>
    </p:spTree>
    <p:extLst>
      <p:ext uri="{BB962C8B-B14F-4D97-AF65-F5344CB8AC3E}">
        <p14:creationId xmlns:p14="http://schemas.microsoft.com/office/powerpoint/2010/main" val="98473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51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 sz="4400" dirty="0"/>
              <a:t>Questions from the Audience?</a:t>
            </a:r>
            <a:endParaRPr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2D6819-E796-2B17-CE37-488974174C1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90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Follow CRA on social media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  <p:grpSp>
        <p:nvGrpSpPr>
          <p:cNvPr id="129" name="Google Shape;129;p22"/>
          <p:cNvGrpSpPr/>
          <p:nvPr/>
        </p:nvGrpSpPr>
        <p:grpSpPr>
          <a:xfrm>
            <a:off x="1762409" y="245754"/>
            <a:ext cx="5073597" cy="1619531"/>
            <a:chOff x="1675200" y="1925919"/>
            <a:chExt cx="8622700" cy="2752431"/>
          </a:xfrm>
        </p:grpSpPr>
        <p:sp>
          <p:nvSpPr>
            <p:cNvPr id="130" name="Google Shape;130;p22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3775" tIns="53775" rIns="53775" bIns="53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24"/>
            </a:p>
          </p:txBody>
        </p:sp>
        <p:pic>
          <p:nvPicPr>
            <p:cNvPr id="131" name="Google Shape;131;p22" title="NAIRR Expansion Conference_General Logo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228</Words>
  <Application>Microsoft Office PowerPoint</Application>
  <PresentationFormat>Widescreen</PresentationFormat>
  <Paragraphs>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Helvetica Neue</vt:lpstr>
      <vt:lpstr>Office Theme</vt:lpstr>
      <vt:lpstr>Office Theme</vt:lpstr>
      <vt:lpstr>PowerPoint Presentation</vt:lpstr>
      <vt:lpstr>Panel: Seeking Accreditation for Artificial Intelligence Majors </vt:lpstr>
      <vt:lpstr>Questions for the Audience</vt:lpstr>
      <vt:lpstr>Panelists</vt:lpstr>
      <vt:lpstr>Question 1</vt:lpstr>
      <vt:lpstr>Question 2</vt:lpstr>
      <vt:lpstr>Question 3</vt:lpstr>
      <vt:lpstr>Question 4</vt:lpstr>
      <vt:lpstr>Question 5</vt:lpstr>
      <vt:lpstr>Questions from the Audience?</vt:lpstr>
      <vt:lpstr>Stay Connected!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Daniel Cliburn</cp:lastModifiedBy>
  <cp:revision>2</cp:revision>
  <dcterms:modified xsi:type="dcterms:W3CDTF">2026-06-08T18:55:31Z</dcterms:modified>
</cp:coreProperties>
</file>