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9"/>
  </p:notesMasterIdLst>
  <p:sldIdLst>
    <p:sldId id="256" r:id="rId2"/>
    <p:sldId id="260" r:id="rId3"/>
    <p:sldId id="269" r:id="rId4"/>
    <p:sldId id="270" r:id="rId5"/>
    <p:sldId id="261" r:id="rId6"/>
    <p:sldId id="273" r:id="rId7"/>
    <p:sldId id="262" r:id="rId8"/>
    <p:sldId id="271" r:id="rId9"/>
    <p:sldId id="263" r:id="rId10"/>
    <p:sldId id="274" r:id="rId11"/>
    <p:sldId id="264" r:id="rId12"/>
    <p:sldId id="276" r:id="rId13"/>
    <p:sldId id="277" r:id="rId14"/>
    <p:sldId id="266" r:id="rId15"/>
    <p:sldId id="267" r:id="rId16"/>
    <p:sldId id="268"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82E"/>
    <a:srgbClr val="502D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EB47C3-1CB7-DC45-B8EB-1C58321C619C}" v="47" dt="2026-06-16T15:06:46.393"/>
    <p1510:client id="{AFAEDDA6-63A5-944B-8FA8-734D6B98067C}" v="21" dt="2026-06-15T16:29:23.9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049"/>
    <p:restoredTop sz="94647"/>
  </p:normalViewPr>
  <p:slideViewPr>
    <p:cSldViewPr snapToGrid="0">
      <p:cViewPr varScale="1">
        <p:scale>
          <a:sx n="136" d="100"/>
          <a:sy n="136" d="100"/>
        </p:scale>
        <p:origin x="191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t, David Marvin" userId="28b62720-6597-4632-b5b0-cde05b8289de" providerId="ADAL" clId="{B0DA991C-222B-575F-94F9-4A442E0E1DFF}"/>
    <pc:docChg chg="undo custSel addSld delSld modSld sldOrd">
      <pc:chgData name="Hart, David Marvin" userId="28b62720-6597-4632-b5b0-cde05b8289de" providerId="ADAL" clId="{B0DA991C-222B-575F-94F9-4A442E0E1DFF}" dt="2026-06-15T16:30:59.118" v="4817" actId="2696"/>
      <pc:docMkLst>
        <pc:docMk/>
      </pc:docMkLst>
      <pc:sldChg chg="modSp mod">
        <pc:chgData name="Hart, David Marvin" userId="28b62720-6597-4632-b5b0-cde05b8289de" providerId="ADAL" clId="{B0DA991C-222B-575F-94F9-4A442E0E1DFF}" dt="2026-06-15T14:50:48.688" v="64" actId="20577"/>
        <pc:sldMkLst>
          <pc:docMk/>
          <pc:sldMk cId="3988532603" sldId="256"/>
        </pc:sldMkLst>
        <pc:spChg chg="mod">
          <ac:chgData name="Hart, David Marvin" userId="28b62720-6597-4632-b5b0-cde05b8289de" providerId="ADAL" clId="{B0DA991C-222B-575F-94F9-4A442E0E1DFF}" dt="2026-06-15T14:50:48.688" v="64" actId="20577"/>
          <ac:spMkLst>
            <pc:docMk/>
            <pc:sldMk cId="3988532603" sldId="256"/>
            <ac:spMk id="2" creationId="{70AF62F3-3775-2F86-3540-8BC8C3FDB5C7}"/>
          </ac:spMkLst>
        </pc:spChg>
      </pc:sldChg>
      <pc:sldChg chg="addSp modSp mod modAnim">
        <pc:chgData name="Hart, David Marvin" userId="28b62720-6597-4632-b5b0-cde05b8289de" providerId="ADAL" clId="{B0DA991C-222B-575F-94F9-4A442E0E1DFF}" dt="2026-06-15T15:46:56.904" v="1882" actId="20577"/>
        <pc:sldMkLst>
          <pc:docMk/>
          <pc:sldMk cId="1252396598" sldId="260"/>
        </pc:sldMkLst>
        <pc:spChg chg="mod">
          <ac:chgData name="Hart, David Marvin" userId="28b62720-6597-4632-b5b0-cde05b8289de" providerId="ADAL" clId="{B0DA991C-222B-575F-94F9-4A442E0E1DFF}" dt="2026-06-15T15:46:56.904" v="1882" actId="20577"/>
          <ac:spMkLst>
            <pc:docMk/>
            <pc:sldMk cId="1252396598" sldId="260"/>
            <ac:spMk id="2" creationId="{15E741C2-F341-CA90-6BE3-BA602445E9BF}"/>
          </ac:spMkLst>
        </pc:spChg>
        <pc:spChg chg="mod">
          <ac:chgData name="Hart, David Marvin" userId="28b62720-6597-4632-b5b0-cde05b8289de" providerId="ADAL" clId="{B0DA991C-222B-575F-94F9-4A442E0E1DFF}" dt="2026-06-15T15:46:15.172" v="1839" actId="14100"/>
          <ac:spMkLst>
            <pc:docMk/>
            <pc:sldMk cId="1252396598" sldId="260"/>
            <ac:spMk id="3" creationId="{9AA34F5C-5B6F-EA39-C619-4F980D70A348}"/>
          </ac:spMkLst>
        </pc:spChg>
        <pc:spChg chg="add mod">
          <ac:chgData name="Hart, David Marvin" userId="28b62720-6597-4632-b5b0-cde05b8289de" providerId="ADAL" clId="{B0DA991C-222B-575F-94F9-4A442E0E1DFF}" dt="2026-06-15T15:46:44.152" v="1873" actId="207"/>
          <ac:spMkLst>
            <pc:docMk/>
            <pc:sldMk cId="1252396598" sldId="260"/>
            <ac:spMk id="6" creationId="{0B779865-AE3D-BDBB-01E9-B741E5C3BBE6}"/>
          </ac:spMkLst>
        </pc:spChg>
      </pc:sldChg>
      <pc:sldChg chg="modSp new mod ord">
        <pc:chgData name="Hart, David Marvin" userId="28b62720-6597-4632-b5b0-cde05b8289de" providerId="ADAL" clId="{B0DA991C-222B-575F-94F9-4A442E0E1DFF}" dt="2026-06-15T16:17:38.784" v="4465" actId="20577"/>
        <pc:sldMkLst>
          <pc:docMk/>
          <pc:sldMk cId="2950760079" sldId="261"/>
        </pc:sldMkLst>
        <pc:spChg chg="mod">
          <ac:chgData name="Hart, David Marvin" userId="28b62720-6597-4632-b5b0-cde05b8289de" providerId="ADAL" clId="{B0DA991C-222B-575F-94F9-4A442E0E1DFF}" dt="2026-06-15T14:52:34.740" v="224" actId="20577"/>
          <ac:spMkLst>
            <pc:docMk/>
            <pc:sldMk cId="2950760079" sldId="261"/>
            <ac:spMk id="2" creationId="{C9E9A547-340E-88A8-4936-ED35CAAC12DA}"/>
          </ac:spMkLst>
        </pc:spChg>
        <pc:spChg chg="mod">
          <ac:chgData name="Hart, David Marvin" userId="28b62720-6597-4632-b5b0-cde05b8289de" providerId="ADAL" clId="{B0DA991C-222B-575F-94F9-4A442E0E1DFF}" dt="2026-06-15T16:17:38.784" v="4465" actId="20577"/>
          <ac:spMkLst>
            <pc:docMk/>
            <pc:sldMk cId="2950760079" sldId="261"/>
            <ac:spMk id="3" creationId="{27877EF9-AB7F-0DB4-74A3-8060D02D6E68}"/>
          </ac:spMkLst>
        </pc:spChg>
      </pc:sldChg>
      <pc:sldChg chg="addSp delSp modSp new mod">
        <pc:chgData name="Hart, David Marvin" userId="28b62720-6597-4632-b5b0-cde05b8289de" providerId="ADAL" clId="{B0DA991C-222B-575F-94F9-4A442E0E1DFF}" dt="2026-06-15T16:07:53.333" v="3374" actId="1076"/>
        <pc:sldMkLst>
          <pc:docMk/>
          <pc:sldMk cId="3629847863" sldId="262"/>
        </pc:sldMkLst>
        <pc:spChg chg="del mod">
          <ac:chgData name="Hart, David Marvin" userId="28b62720-6597-4632-b5b0-cde05b8289de" providerId="ADAL" clId="{B0DA991C-222B-575F-94F9-4A442E0E1DFF}" dt="2026-06-15T16:07:39.076" v="3368" actId="478"/>
          <ac:spMkLst>
            <pc:docMk/>
            <pc:sldMk cId="3629847863" sldId="262"/>
            <ac:spMk id="2" creationId="{9BC6540F-8A75-95BC-BBA4-3AC70295EAEA}"/>
          </ac:spMkLst>
        </pc:spChg>
        <pc:spChg chg="del">
          <ac:chgData name="Hart, David Marvin" userId="28b62720-6597-4632-b5b0-cde05b8289de" providerId="ADAL" clId="{B0DA991C-222B-575F-94F9-4A442E0E1DFF}" dt="2026-06-15T16:07:24.780" v="3359" actId="478"/>
          <ac:spMkLst>
            <pc:docMk/>
            <pc:sldMk cId="3629847863" sldId="262"/>
            <ac:spMk id="3" creationId="{BE917C65-667E-829B-8F0E-E2BE5A36213C}"/>
          </ac:spMkLst>
        </pc:spChg>
        <pc:spChg chg="add del mod">
          <ac:chgData name="Hart, David Marvin" userId="28b62720-6597-4632-b5b0-cde05b8289de" providerId="ADAL" clId="{B0DA991C-222B-575F-94F9-4A442E0E1DFF}" dt="2026-06-15T16:07:40.705" v="3369" actId="478"/>
          <ac:spMkLst>
            <pc:docMk/>
            <pc:sldMk cId="3629847863" sldId="262"/>
            <ac:spMk id="9" creationId="{97842360-2C71-D3FC-132D-B068F0CAA079}"/>
          </ac:spMkLst>
        </pc:spChg>
        <pc:picChg chg="add mod">
          <ac:chgData name="Hart, David Marvin" userId="28b62720-6597-4632-b5b0-cde05b8289de" providerId="ADAL" clId="{B0DA991C-222B-575F-94F9-4A442E0E1DFF}" dt="2026-06-15T16:07:53.333" v="3374" actId="1076"/>
          <ac:picMkLst>
            <pc:docMk/>
            <pc:sldMk cId="3629847863" sldId="262"/>
            <ac:picMk id="7" creationId="{B76D9DEB-10BE-13C9-BF91-09DB3C1AF6C2}"/>
          </ac:picMkLst>
        </pc:picChg>
      </pc:sldChg>
      <pc:sldChg chg="addSp delSp modSp new mod">
        <pc:chgData name="Hart, David Marvin" userId="28b62720-6597-4632-b5b0-cde05b8289de" providerId="ADAL" clId="{B0DA991C-222B-575F-94F9-4A442E0E1DFF}" dt="2026-06-15T16:30:26.701" v="4816" actId="1076"/>
        <pc:sldMkLst>
          <pc:docMk/>
          <pc:sldMk cId="2374588903" sldId="263"/>
        </pc:sldMkLst>
        <pc:spChg chg="mod">
          <ac:chgData name="Hart, David Marvin" userId="28b62720-6597-4632-b5b0-cde05b8289de" providerId="ADAL" clId="{B0DA991C-222B-575F-94F9-4A442E0E1DFF}" dt="2026-06-15T14:54:34.336" v="632" actId="20577"/>
          <ac:spMkLst>
            <pc:docMk/>
            <pc:sldMk cId="2374588903" sldId="263"/>
            <ac:spMk id="2" creationId="{185A67A5-567F-594D-DB04-6A8CEC77FB17}"/>
          </ac:spMkLst>
        </pc:spChg>
        <pc:spChg chg="mod">
          <ac:chgData name="Hart, David Marvin" userId="28b62720-6597-4632-b5b0-cde05b8289de" providerId="ADAL" clId="{B0DA991C-222B-575F-94F9-4A442E0E1DFF}" dt="2026-06-15T16:30:16.440" v="4814" actId="27636"/>
          <ac:spMkLst>
            <pc:docMk/>
            <pc:sldMk cId="2374588903" sldId="263"/>
            <ac:spMk id="3" creationId="{A276FDB1-B28E-B560-E84D-4BD93B3BCBDE}"/>
          </ac:spMkLst>
        </pc:spChg>
        <pc:graphicFrameChg chg="add del mod">
          <ac:chgData name="Hart, David Marvin" userId="28b62720-6597-4632-b5b0-cde05b8289de" providerId="ADAL" clId="{B0DA991C-222B-575F-94F9-4A442E0E1DFF}" dt="2026-06-15T16:28:02.756" v="4600" actId="478"/>
          <ac:graphicFrameMkLst>
            <pc:docMk/>
            <pc:sldMk cId="2374588903" sldId="263"/>
            <ac:graphicFrameMk id="6" creationId="{8D1C7FBA-C722-D0F1-EE89-518AD4C2CDD8}"/>
          </ac:graphicFrameMkLst>
        </pc:graphicFrameChg>
        <pc:graphicFrameChg chg="add mod">
          <ac:chgData name="Hart, David Marvin" userId="28b62720-6597-4632-b5b0-cde05b8289de" providerId="ADAL" clId="{B0DA991C-222B-575F-94F9-4A442E0E1DFF}" dt="2026-06-15T16:30:26.701" v="4816" actId="1076"/>
          <ac:graphicFrameMkLst>
            <pc:docMk/>
            <pc:sldMk cId="2374588903" sldId="263"/>
            <ac:graphicFrameMk id="8" creationId="{FE52D01D-4941-061F-C279-99A0BA3D5C22}"/>
          </ac:graphicFrameMkLst>
        </pc:graphicFrameChg>
      </pc:sldChg>
      <pc:sldChg chg="modSp new mod">
        <pc:chgData name="Hart, David Marvin" userId="28b62720-6597-4632-b5b0-cde05b8289de" providerId="ADAL" clId="{B0DA991C-222B-575F-94F9-4A442E0E1DFF}" dt="2026-06-15T14:55:22.542" v="780" actId="20577"/>
        <pc:sldMkLst>
          <pc:docMk/>
          <pc:sldMk cId="1504565953" sldId="264"/>
        </pc:sldMkLst>
        <pc:spChg chg="mod">
          <ac:chgData name="Hart, David Marvin" userId="28b62720-6597-4632-b5b0-cde05b8289de" providerId="ADAL" clId="{B0DA991C-222B-575F-94F9-4A442E0E1DFF}" dt="2026-06-15T14:55:22.542" v="780" actId="20577"/>
          <ac:spMkLst>
            <pc:docMk/>
            <pc:sldMk cId="1504565953" sldId="264"/>
            <ac:spMk id="2" creationId="{BCC1FC2B-D346-3F39-8793-338893798C2E}"/>
          </ac:spMkLst>
        </pc:spChg>
      </pc:sldChg>
      <pc:sldChg chg="modSp add del mod">
        <pc:chgData name="Hart, David Marvin" userId="28b62720-6597-4632-b5b0-cde05b8289de" providerId="ADAL" clId="{B0DA991C-222B-575F-94F9-4A442E0E1DFF}" dt="2026-06-15T16:30:59.118" v="4817" actId="2696"/>
        <pc:sldMkLst>
          <pc:docMk/>
          <pc:sldMk cId="2288166920" sldId="265"/>
        </pc:sldMkLst>
        <pc:spChg chg="mod">
          <ac:chgData name="Hart, David Marvin" userId="28b62720-6597-4632-b5b0-cde05b8289de" providerId="ADAL" clId="{B0DA991C-222B-575F-94F9-4A442E0E1DFF}" dt="2026-06-15T14:56:04.209" v="801" actId="20577"/>
          <ac:spMkLst>
            <pc:docMk/>
            <pc:sldMk cId="2288166920" sldId="265"/>
            <ac:spMk id="2" creationId="{89E76AA4-CB56-984A-69C4-0D207C18A46E}"/>
          </ac:spMkLst>
        </pc:spChg>
      </pc:sldChg>
      <pc:sldChg chg="modSp new mod">
        <pc:chgData name="Hart, David Marvin" userId="28b62720-6597-4632-b5b0-cde05b8289de" providerId="ADAL" clId="{B0DA991C-222B-575F-94F9-4A442E0E1DFF}" dt="2026-06-15T14:58:52.094" v="1098" actId="20577"/>
        <pc:sldMkLst>
          <pc:docMk/>
          <pc:sldMk cId="1643318042" sldId="266"/>
        </pc:sldMkLst>
        <pc:spChg chg="mod">
          <ac:chgData name="Hart, David Marvin" userId="28b62720-6597-4632-b5b0-cde05b8289de" providerId="ADAL" clId="{B0DA991C-222B-575F-94F9-4A442E0E1DFF}" dt="2026-06-15T14:57:47.090" v="911" actId="20577"/>
          <ac:spMkLst>
            <pc:docMk/>
            <pc:sldMk cId="1643318042" sldId="266"/>
            <ac:spMk id="2" creationId="{EA121760-4FDF-C642-C813-33E5790FB59C}"/>
          </ac:spMkLst>
        </pc:spChg>
        <pc:spChg chg="mod">
          <ac:chgData name="Hart, David Marvin" userId="28b62720-6597-4632-b5b0-cde05b8289de" providerId="ADAL" clId="{B0DA991C-222B-575F-94F9-4A442E0E1DFF}" dt="2026-06-15T14:58:52.094" v="1098" actId="20577"/>
          <ac:spMkLst>
            <pc:docMk/>
            <pc:sldMk cId="1643318042" sldId="266"/>
            <ac:spMk id="3" creationId="{3CFFBE6C-F752-B5F4-257A-26DDE0971F3A}"/>
          </ac:spMkLst>
        </pc:spChg>
      </pc:sldChg>
      <pc:sldChg chg="modSp add mod">
        <pc:chgData name="Hart, David Marvin" userId="28b62720-6597-4632-b5b0-cde05b8289de" providerId="ADAL" clId="{B0DA991C-222B-575F-94F9-4A442E0E1DFF}" dt="2026-06-15T15:01:13.395" v="1271" actId="20577"/>
        <pc:sldMkLst>
          <pc:docMk/>
          <pc:sldMk cId="1955389470" sldId="267"/>
        </pc:sldMkLst>
        <pc:spChg chg="mod">
          <ac:chgData name="Hart, David Marvin" userId="28b62720-6597-4632-b5b0-cde05b8289de" providerId="ADAL" clId="{B0DA991C-222B-575F-94F9-4A442E0E1DFF}" dt="2026-06-15T14:57:55.425" v="927" actId="20577"/>
          <ac:spMkLst>
            <pc:docMk/>
            <pc:sldMk cId="1955389470" sldId="267"/>
            <ac:spMk id="2" creationId="{64642EB6-B1F2-7C6E-5C6E-92760D96A5DB}"/>
          </ac:spMkLst>
        </pc:spChg>
        <pc:spChg chg="mod">
          <ac:chgData name="Hart, David Marvin" userId="28b62720-6597-4632-b5b0-cde05b8289de" providerId="ADAL" clId="{B0DA991C-222B-575F-94F9-4A442E0E1DFF}" dt="2026-06-15T15:01:13.395" v="1271" actId="20577"/>
          <ac:spMkLst>
            <pc:docMk/>
            <pc:sldMk cId="1955389470" sldId="267"/>
            <ac:spMk id="3" creationId="{59A34FAF-8B60-7C6F-43EC-5B2E099D4FBA}"/>
          </ac:spMkLst>
        </pc:spChg>
      </pc:sldChg>
      <pc:sldChg chg="modSp add mod">
        <pc:chgData name="Hart, David Marvin" userId="28b62720-6597-4632-b5b0-cde05b8289de" providerId="ADAL" clId="{B0DA991C-222B-575F-94F9-4A442E0E1DFF}" dt="2026-06-15T15:04:01.391" v="1634" actId="20577"/>
        <pc:sldMkLst>
          <pc:docMk/>
          <pc:sldMk cId="3937944046" sldId="268"/>
        </pc:sldMkLst>
        <pc:spChg chg="mod">
          <ac:chgData name="Hart, David Marvin" userId="28b62720-6597-4632-b5b0-cde05b8289de" providerId="ADAL" clId="{B0DA991C-222B-575F-94F9-4A442E0E1DFF}" dt="2026-06-15T14:58:07.466" v="961" actId="20577"/>
          <ac:spMkLst>
            <pc:docMk/>
            <pc:sldMk cId="3937944046" sldId="268"/>
            <ac:spMk id="2" creationId="{52A9D824-0B12-E587-3303-9A69FDEB013C}"/>
          </ac:spMkLst>
        </pc:spChg>
        <pc:spChg chg="mod">
          <ac:chgData name="Hart, David Marvin" userId="28b62720-6597-4632-b5b0-cde05b8289de" providerId="ADAL" clId="{B0DA991C-222B-575F-94F9-4A442E0E1DFF}" dt="2026-06-15T15:04:01.391" v="1634" actId="20577"/>
          <ac:spMkLst>
            <pc:docMk/>
            <pc:sldMk cId="3937944046" sldId="268"/>
            <ac:spMk id="3" creationId="{79849D5F-CD04-CCBC-BEB4-105FE0A89925}"/>
          </ac:spMkLst>
        </pc:spChg>
      </pc:sldChg>
      <pc:sldChg chg="modSp add mod ord">
        <pc:chgData name="Hart, David Marvin" userId="28b62720-6597-4632-b5b0-cde05b8289de" providerId="ADAL" clId="{B0DA991C-222B-575F-94F9-4A442E0E1DFF}" dt="2026-06-15T15:53:05.433" v="2764" actId="27636"/>
        <pc:sldMkLst>
          <pc:docMk/>
          <pc:sldMk cId="4133830246" sldId="269"/>
        </pc:sldMkLst>
        <pc:spChg chg="mod">
          <ac:chgData name="Hart, David Marvin" userId="28b62720-6597-4632-b5b0-cde05b8289de" providerId="ADAL" clId="{B0DA991C-222B-575F-94F9-4A442E0E1DFF}" dt="2026-06-15T15:47:21.650" v="1898" actId="20577"/>
          <ac:spMkLst>
            <pc:docMk/>
            <pc:sldMk cId="4133830246" sldId="269"/>
            <ac:spMk id="2" creationId="{C58B26B2-271F-8690-C954-B6516A2F587E}"/>
          </ac:spMkLst>
        </pc:spChg>
        <pc:spChg chg="mod">
          <ac:chgData name="Hart, David Marvin" userId="28b62720-6597-4632-b5b0-cde05b8289de" providerId="ADAL" clId="{B0DA991C-222B-575F-94F9-4A442E0E1DFF}" dt="2026-06-15T15:53:05.433" v="2764" actId="27636"/>
          <ac:spMkLst>
            <pc:docMk/>
            <pc:sldMk cId="4133830246" sldId="269"/>
            <ac:spMk id="3" creationId="{603D2BD7-16E6-C818-65C3-934E2565CA6E}"/>
          </ac:spMkLst>
        </pc:spChg>
      </pc:sldChg>
      <pc:sldChg chg="addSp delSp modSp add mod ord delAnim modAnim">
        <pc:chgData name="Hart, David Marvin" userId="28b62720-6597-4632-b5b0-cde05b8289de" providerId="ADAL" clId="{B0DA991C-222B-575F-94F9-4A442E0E1DFF}" dt="2026-06-15T15:53:47.198" v="2801"/>
        <pc:sldMkLst>
          <pc:docMk/>
          <pc:sldMk cId="483489626" sldId="270"/>
        </pc:sldMkLst>
        <pc:spChg chg="del">
          <ac:chgData name="Hart, David Marvin" userId="28b62720-6597-4632-b5b0-cde05b8289de" providerId="ADAL" clId="{B0DA991C-222B-575F-94F9-4A442E0E1DFF}" dt="2026-06-15T15:53:14.878" v="2767" actId="478"/>
          <ac:spMkLst>
            <pc:docMk/>
            <pc:sldMk cId="483489626" sldId="270"/>
            <ac:spMk id="2" creationId="{2B55CE51-1714-9FF7-416C-AE6746C5B9E2}"/>
          </ac:spMkLst>
        </pc:spChg>
        <pc:spChg chg="mod">
          <ac:chgData name="Hart, David Marvin" userId="28b62720-6597-4632-b5b0-cde05b8289de" providerId="ADAL" clId="{B0DA991C-222B-575F-94F9-4A442E0E1DFF}" dt="2026-06-15T15:53:43.654" v="2800" actId="1076"/>
          <ac:spMkLst>
            <pc:docMk/>
            <pc:sldMk cId="483489626" sldId="270"/>
            <ac:spMk id="3" creationId="{CCA01209-05D6-C7A7-26B1-9F61A4B2FBC8}"/>
          </ac:spMkLst>
        </pc:spChg>
        <pc:spChg chg="del">
          <ac:chgData name="Hart, David Marvin" userId="28b62720-6597-4632-b5b0-cde05b8289de" providerId="ADAL" clId="{B0DA991C-222B-575F-94F9-4A442E0E1DFF}" dt="2026-06-15T15:53:31.787" v="2796" actId="478"/>
          <ac:spMkLst>
            <pc:docMk/>
            <pc:sldMk cId="483489626" sldId="270"/>
            <ac:spMk id="6" creationId="{D24977CA-37BC-5E0A-965E-28D4D2C66465}"/>
          </ac:spMkLst>
        </pc:spChg>
        <pc:spChg chg="add del mod">
          <ac:chgData name="Hart, David Marvin" userId="28b62720-6597-4632-b5b0-cde05b8289de" providerId="ADAL" clId="{B0DA991C-222B-575F-94F9-4A442E0E1DFF}" dt="2026-06-15T15:53:16.793" v="2768" actId="478"/>
          <ac:spMkLst>
            <pc:docMk/>
            <pc:sldMk cId="483489626" sldId="270"/>
            <ac:spMk id="8" creationId="{9482EE91-FC88-3533-EFD4-7E3C95EC8151}"/>
          </ac:spMkLst>
        </pc:spChg>
      </pc:sldChg>
      <pc:sldChg chg="addSp modSp new mod ord">
        <pc:chgData name="Hart, David Marvin" userId="28b62720-6597-4632-b5b0-cde05b8289de" providerId="ADAL" clId="{B0DA991C-222B-575F-94F9-4A442E0E1DFF}" dt="2026-06-15T16:18:46.424" v="4466" actId="20577"/>
        <pc:sldMkLst>
          <pc:docMk/>
          <pc:sldMk cId="1425502953" sldId="271"/>
        </pc:sldMkLst>
        <pc:spChg chg="mod">
          <ac:chgData name="Hart, David Marvin" userId="28b62720-6597-4632-b5b0-cde05b8289de" providerId="ADAL" clId="{B0DA991C-222B-575F-94F9-4A442E0E1DFF}" dt="2026-06-15T15:55:20.900" v="2961" actId="20577"/>
          <ac:spMkLst>
            <pc:docMk/>
            <pc:sldMk cId="1425502953" sldId="271"/>
            <ac:spMk id="2" creationId="{FD119DC4-87B2-B93F-2C49-FB24F2CA4ADA}"/>
          </ac:spMkLst>
        </pc:spChg>
        <pc:spChg chg="mod">
          <ac:chgData name="Hart, David Marvin" userId="28b62720-6597-4632-b5b0-cde05b8289de" providerId="ADAL" clId="{B0DA991C-222B-575F-94F9-4A442E0E1DFF}" dt="2026-06-15T16:15:22.397" v="4459" actId="1076"/>
          <ac:spMkLst>
            <pc:docMk/>
            <pc:sldMk cId="1425502953" sldId="271"/>
            <ac:spMk id="3" creationId="{3131D249-B589-0A80-6369-4CE50A242FDA}"/>
          </ac:spMkLst>
        </pc:spChg>
        <pc:spChg chg="add mod">
          <ac:chgData name="Hart, David Marvin" userId="28b62720-6597-4632-b5b0-cde05b8289de" providerId="ADAL" clId="{B0DA991C-222B-575F-94F9-4A442E0E1DFF}" dt="2026-06-15T16:18:46.424" v="4466" actId="20577"/>
          <ac:spMkLst>
            <pc:docMk/>
            <pc:sldMk cId="1425502953" sldId="271"/>
            <ac:spMk id="6" creationId="{6A2F37B2-5809-B8C6-0A3D-4F684A17CBC0}"/>
          </ac:spMkLst>
        </pc:spChg>
      </pc:sldChg>
      <pc:sldChg chg="modSp new mod">
        <pc:chgData name="Hart, David Marvin" userId="28b62720-6597-4632-b5b0-cde05b8289de" providerId="ADAL" clId="{B0DA991C-222B-575F-94F9-4A442E0E1DFF}" dt="2026-06-15T15:55:55.019" v="3013" actId="1076"/>
        <pc:sldMkLst>
          <pc:docMk/>
          <pc:sldMk cId="3659224576" sldId="272"/>
        </pc:sldMkLst>
        <pc:spChg chg="mod">
          <ac:chgData name="Hart, David Marvin" userId="28b62720-6597-4632-b5b0-cde05b8289de" providerId="ADAL" clId="{B0DA991C-222B-575F-94F9-4A442E0E1DFF}" dt="2026-06-15T15:55:53.696" v="3012" actId="1076"/>
          <ac:spMkLst>
            <pc:docMk/>
            <pc:sldMk cId="3659224576" sldId="272"/>
            <ac:spMk id="2" creationId="{D8AF274E-F3FF-735D-0456-0FFDEA1ECF1A}"/>
          </ac:spMkLst>
        </pc:spChg>
        <pc:spChg chg="mod">
          <ac:chgData name="Hart, David Marvin" userId="28b62720-6597-4632-b5b0-cde05b8289de" providerId="ADAL" clId="{B0DA991C-222B-575F-94F9-4A442E0E1DFF}" dt="2026-06-15T15:55:55.019" v="3013" actId="1076"/>
          <ac:spMkLst>
            <pc:docMk/>
            <pc:sldMk cId="3659224576" sldId="272"/>
            <ac:spMk id="3" creationId="{D9FC7AC5-2632-C31B-583E-67B519DD551B}"/>
          </ac:spMkLst>
        </pc:spChg>
      </pc:sldChg>
      <pc:sldChg chg="modSp new mod">
        <pc:chgData name="Hart, David Marvin" userId="28b62720-6597-4632-b5b0-cde05b8289de" providerId="ADAL" clId="{B0DA991C-222B-575F-94F9-4A442E0E1DFF}" dt="2026-06-15T16:10:46.082" v="3885"/>
        <pc:sldMkLst>
          <pc:docMk/>
          <pc:sldMk cId="3032868227" sldId="273"/>
        </pc:sldMkLst>
        <pc:spChg chg="mod">
          <ac:chgData name="Hart, David Marvin" userId="28b62720-6597-4632-b5b0-cde05b8289de" providerId="ADAL" clId="{B0DA991C-222B-575F-94F9-4A442E0E1DFF}" dt="2026-06-15T16:08:09.161" v="3419" actId="20577"/>
          <ac:spMkLst>
            <pc:docMk/>
            <pc:sldMk cId="3032868227" sldId="273"/>
            <ac:spMk id="2" creationId="{3273328C-5349-CC05-5EF3-266DD9C932D5}"/>
          </ac:spMkLst>
        </pc:spChg>
        <pc:spChg chg="mod">
          <ac:chgData name="Hart, David Marvin" userId="28b62720-6597-4632-b5b0-cde05b8289de" providerId="ADAL" clId="{B0DA991C-222B-575F-94F9-4A442E0E1DFF}" dt="2026-06-15T16:10:46.082" v="3885"/>
          <ac:spMkLst>
            <pc:docMk/>
            <pc:sldMk cId="3032868227" sldId="273"/>
            <ac:spMk id="3" creationId="{40D48AF1-E0D7-5BA5-4B29-E4A46646338E}"/>
          </ac:spMkLst>
        </pc:spChg>
      </pc:sldChg>
    </pc:docChg>
  </pc:docChgLst>
  <pc:docChgLst>
    <pc:chgData name="Hart, David Marvin" userId="28b62720-6597-4632-b5b0-cde05b8289de" providerId="ADAL" clId="{9D4744D5-FB48-5191-B213-A34C32DFECF1}"/>
    <pc:docChg chg="undo custSel addSld delSld modSld">
      <pc:chgData name="Hart, David Marvin" userId="28b62720-6597-4632-b5b0-cde05b8289de" providerId="ADAL" clId="{9D4744D5-FB48-5191-B213-A34C32DFECF1}" dt="2026-06-16T15:06:46.392" v="2578"/>
      <pc:docMkLst>
        <pc:docMk/>
      </pc:docMkLst>
      <pc:sldChg chg="modAnim">
        <pc:chgData name="Hart, David Marvin" userId="28b62720-6597-4632-b5b0-cde05b8289de" providerId="ADAL" clId="{9D4744D5-FB48-5191-B213-A34C32DFECF1}" dt="2026-06-16T15:06:46.392" v="2578"/>
        <pc:sldMkLst>
          <pc:docMk/>
          <pc:sldMk cId="2950760079" sldId="261"/>
        </pc:sldMkLst>
      </pc:sldChg>
      <pc:sldChg chg="addSp delSp modSp mod">
        <pc:chgData name="Hart, David Marvin" userId="28b62720-6597-4632-b5b0-cde05b8289de" providerId="ADAL" clId="{9D4744D5-FB48-5191-B213-A34C32DFECF1}" dt="2026-06-16T14:31:26.802" v="5" actId="21"/>
        <pc:sldMkLst>
          <pc:docMk/>
          <pc:sldMk cId="2374588903" sldId="263"/>
        </pc:sldMkLst>
        <pc:graphicFrameChg chg="mod">
          <ac:chgData name="Hart, David Marvin" userId="28b62720-6597-4632-b5b0-cde05b8289de" providerId="ADAL" clId="{9D4744D5-FB48-5191-B213-A34C32DFECF1}" dt="2026-06-16T14:30:38.951" v="1"/>
          <ac:graphicFrameMkLst>
            <pc:docMk/>
            <pc:sldMk cId="2374588903" sldId="263"/>
            <ac:graphicFrameMk id="8" creationId="{FE52D01D-4941-061F-C279-99A0BA3D5C22}"/>
          </ac:graphicFrameMkLst>
        </pc:graphicFrameChg>
        <pc:picChg chg="add del mod">
          <ac:chgData name="Hart, David Marvin" userId="28b62720-6597-4632-b5b0-cde05b8289de" providerId="ADAL" clId="{9D4744D5-FB48-5191-B213-A34C32DFECF1}" dt="2026-06-16T14:31:26.802" v="5" actId="21"/>
          <ac:picMkLst>
            <pc:docMk/>
            <pc:sldMk cId="2374588903" sldId="263"/>
            <ac:picMk id="7" creationId="{98B2A66C-766D-8BD7-B9AA-083594838BEE}"/>
          </ac:picMkLst>
        </pc:picChg>
      </pc:sldChg>
      <pc:sldChg chg="modSp mod">
        <pc:chgData name="Hart, David Marvin" userId="28b62720-6597-4632-b5b0-cde05b8289de" providerId="ADAL" clId="{9D4744D5-FB48-5191-B213-A34C32DFECF1}" dt="2026-06-16T14:54:10.723" v="1964" actId="20577"/>
        <pc:sldMkLst>
          <pc:docMk/>
          <pc:sldMk cId="1504565953" sldId="264"/>
        </pc:sldMkLst>
        <pc:spChg chg="mod">
          <ac:chgData name="Hart, David Marvin" userId="28b62720-6597-4632-b5b0-cde05b8289de" providerId="ADAL" clId="{9D4744D5-FB48-5191-B213-A34C32DFECF1}" dt="2026-06-16T14:54:10.723" v="1964" actId="20577"/>
          <ac:spMkLst>
            <pc:docMk/>
            <pc:sldMk cId="1504565953" sldId="264"/>
            <ac:spMk id="3" creationId="{FF5C9999-BF5D-1F9E-DF56-3E42991EAFA5}"/>
          </ac:spMkLst>
        </pc:spChg>
      </pc:sldChg>
      <pc:sldChg chg="modSp mod modAnim">
        <pc:chgData name="Hart, David Marvin" userId="28b62720-6597-4632-b5b0-cde05b8289de" providerId="ADAL" clId="{9D4744D5-FB48-5191-B213-A34C32DFECF1}" dt="2026-06-16T14:47:16.049" v="1268"/>
        <pc:sldMkLst>
          <pc:docMk/>
          <pc:sldMk cId="1643318042" sldId="266"/>
        </pc:sldMkLst>
        <pc:spChg chg="mod">
          <ac:chgData name="Hart, David Marvin" userId="28b62720-6597-4632-b5b0-cde05b8289de" providerId="ADAL" clId="{9D4744D5-FB48-5191-B213-A34C32DFECF1}" dt="2026-06-16T14:42:19.353" v="554" actId="313"/>
          <ac:spMkLst>
            <pc:docMk/>
            <pc:sldMk cId="1643318042" sldId="266"/>
            <ac:spMk id="3" creationId="{3CFFBE6C-F752-B5F4-257A-26DDE0971F3A}"/>
          </ac:spMkLst>
        </pc:spChg>
      </pc:sldChg>
      <pc:sldChg chg="modSp mod modAnim">
        <pc:chgData name="Hart, David Marvin" userId="28b62720-6597-4632-b5b0-cde05b8289de" providerId="ADAL" clId="{9D4744D5-FB48-5191-B213-A34C32DFECF1}" dt="2026-06-16T14:47:29.352" v="1271"/>
        <pc:sldMkLst>
          <pc:docMk/>
          <pc:sldMk cId="1955389470" sldId="267"/>
        </pc:sldMkLst>
        <pc:spChg chg="mod">
          <ac:chgData name="Hart, David Marvin" userId="28b62720-6597-4632-b5b0-cde05b8289de" providerId="ADAL" clId="{9D4744D5-FB48-5191-B213-A34C32DFECF1}" dt="2026-06-16T14:45:01.975" v="976" actId="20577"/>
          <ac:spMkLst>
            <pc:docMk/>
            <pc:sldMk cId="1955389470" sldId="267"/>
            <ac:spMk id="3" creationId="{59A34FAF-8B60-7C6F-43EC-5B2E099D4FBA}"/>
          </ac:spMkLst>
        </pc:spChg>
      </pc:sldChg>
      <pc:sldChg chg="modSp mod modAnim">
        <pc:chgData name="Hart, David Marvin" userId="28b62720-6597-4632-b5b0-cde05b8289de" providerId="ADAL" clId="{9D4744D5-FB48-5191-B213-A34C32DFECF1}" dt="2026-06-16T15:05:21.227" v="2572" actId="20577"/>
        <pc:sldMkLst>
          <pc:docMk/>
          <pc:sldMk cId="3937944046" sldId="268"/>
        </pc:sldMkLst>
        <pc:spChg chg="mod">
          <ac:chgData name="Hart, David Marvin" userId="28b62720-6597-4632-b5b0-cde05b8289de" providerId="ADAL" clId="{9D4744D5-FB48-5191-B213-A34C32DFECF1}" dt="2026-06-16T15:05:21.227" v="2572" actId="20577"/>
          <ac:spMkLst>
            <pc:docMk/>
            <pc:sldMk cId="3937944046" sldId="268"/>
            <ac:spMk id="3" creationId="{79849D5F-CD04-CCBC-BEB4-105FE0A89925}"/>
          </ac:spMkLst>
        </pc:spChg>
      </pc:sldChg>
      <pc:sldChg chg="modAnim">
        <pc:chgData name="Hart, David Marvin" userId="28b62720-6597-4632-b5b0-cde05b8289de" providerId="ADAL" clId="{9D4744D5-FB48-5191-B213-A34C32DFECF1}" dt="2026-06-16T15:06:31.802" v="2575"/>
        <pc:sldMkLst>
          <pc:docMk/>
          <pc:sldMk cId="4133830246" sldId="269"/>
        </pc:sldMkLst>
      </pc:sldChg>
      <pc:sldChg chg="modSp mod">
        <pc:chgData name="Hart, David Marvin" userId="28b62720-6597-4632-b5b0-cde05b8289de" providerId="ADAL" clId="{9D4744D5-FB48-5191-B213-A34C32DFECF1}" dt="2026-06-16T15:05:31.690" v="2573" actId="20577"/>
        <pc:sldMkLst>
          <pc:docMk/>
          <pc:sldMk cId="3659224576" sldId="272"/>
        </pc:sldMkLst>
        <pc:spChg chg="mod">
          <ac:chgData name="Hart, David Marvin" userId="28b62720-6597-4632-b5b0-cde05b8289de" providerId="ADAL" clId="{9D4744D5-FB48-5191-B213-A34C32DFECF1}" dt="2026-06-16T15:05:31.690" v="2573" actId="20577"/>
          <ac:spMkLst>
            <pc:docMk/>
            <pc:sldMk cId="3659224576" sldId="272"/>
            <ac:spMk id="2" creationId="{D8AF274E-F3FF-735D-0456-0FFDEA1ECF1A}"/>
          </ac:spMkLst>
        </pc:spChg>
      </pc:sldChg>
      <pc:sldChg chg="addSp delSp modSp new mod">
        <pc:chgData name="Hart, David Marvin" userId="28b62720-6597-4632-b5b0-cde05b8289de" providerId="ADAL" clId="{9D4744D5-FB48-5191-B213-A34C32DFECF1}" dt="2026-06-16T14:31:50.188" v="14" actId="732"/>
        <pc:sldMkLst>
          <pc:docMk/>
          <pc:sldMk cId="2115398793" sldId="274"/>
        </pc:sldMkLst>
        <pc:spChg chg="del">
          <ac:chgData name="Hart, David Marvin" userId="28b62720-6597-4632-b5b0-cde05b8289de" providerId="ADAL" clId="{9D4744D5-FB48-5191-B213-A34C32DFECF1}" dt="2026-06-16T14:31:32.062" v="8" actId="478"/>
          <ac:spMkLst>
            <pc:docMk/>
            <pc:sldMk cId="2115398793" sldId="274"/>
            <ac:spMk id="2" creationId="{218F4152-D2C8-9AEB-4C18-B43270BEE9D8}"/>
          </ac:spMkLst>
        </pc:spChg>
        <pc:spChg chg="del">
          <ac:chgData name="Hart, David Marvin" userId="28b62720-6597-4632-b5b0-cde05b8289de" providerId="ADAL" clId="{9D4744D5-FB48-5191-B213-A34C32DFECF1}" dt="2026-06-16T14:31:31.392" v="7" actId="478"/>
          <ac:spMkLst>
            <pc:docMk/>
            <pc:sldMk cId="2115398793" sldId="274"/>
            <ac:spMk id="3" creationId="{98D68054-3FD7-21D5-C03C-679B35155B2A}"/>
          </ac:spMkLst>
        </pc:spChg>
        <pc:picChg chg="add mod modCrop">
          <ac:chgData name="Hart, David Marvin" userId="28b62720-6597-4632-b5b0-cde05b8289de" providerId="ADAL" clId="{9D4744D5-FB48-5191-B213-A34C32DFECF1}" dt="2026-06-16T14:31:50.188" v="14" actId="732"/>
          <ac:picMkLst>
            <pc:docMk/>
            <pc:sldMk cId="2115398793" sldId="274"/>
            <ac:picMk id="6" creationId="{F82C0DE8-3C64-35E9-713E-9A7FF3D43D35}"/>
          </ac:picMkLst>
        </pc:picChg>
      </pc:sldChg>
      <pc:sldChg chg="modSp new del mod">
        <pc:chgData name="Hart, David Marvin" userId="28b62720-6597-4632-b5b0-cde05b8289de" providerId="ADAL" clId="{9D4744D5-FB48-5191-B213-A34C32DFECF1}" dt="2026-06-16T14:58:06.981" v="2138" actId="2696"/>
        <pc:sldMkLst>
          <pc:docMk/>
          <pc:sldMk cId="1936884698" sldId="275"/>
        </pc:sldMkLst>
        <pc:spChg chg="mod">
          <ac:chgData name="Hart, David Marvin" userId="28b62720-6597-4632-b5b0-cde05b8289de" providerId="ADAL" clId="{9D4744D5-FB48-5191-B213-A34C32DFECF1}" dt="2026-06-16T14:54:50.827" v="2036" actId="255"/>
          <ac:spMkLst>
            <pc:docMk/>
            <pc:sldMk cId="1936884698" sldId="275"/>
            <ac:spMk id="2" creationId="{CFBFD9C8-0CFF-DA04-1663-BFD7A4CB7AD2}"/>
          </ac:spMkLst>
        </pc:spChg>
        <pc:spChg chg="mod">
          <ac:chgData name="Hart, David Marvin" userId="28b62720-6597-4632-b5b0-cde05b8289de" providerId="ADAL" clId="{9D4744D5-FB48-5191-B213-A34C32DFECF1}" dt="2026-06-16T14:56:29.794" v="2076" actId="114"/>
          <ac:spMkLst>
            <pc:docMk/>
            <pc:sldMk cId="1936884698" sldId="275"/>
            <ac:spMk id="3" creationId="{DED904F4-6CB6-0AB8-F68A-9818F254E6C7}"/>
          </ac:spMkLst>
        </pc:spChg>
      </pc:sldChg>
      <pc:sldChg chg="modSp add mod modAnim">
        <pc:chgData name="Hart, David Marvin" userId="28b62720-6597-4632-b5b0-cde05b8289de" providerId="ADAL" clId="{9D4744D5-FB48-5191-B213-A34C32DFECF1}" dt="2026-06-16T14:57:51.974" v="2137" actId="20577"/>
        <pc:sldMkLst>
          <pc:docMk/>
          <pc:sldMk cId="1629327653" sldId="276"/>
        </pc:sldMkLst>
        <pc:spChg chg="mod">
          <ac:chgData name="Hart, David Marvin" userId="28b62720-6597-4632-b5b0-cde05b8289de" providerId="ADAL" clId="{9D4744D5-FB48-5191-B213-A34C32DFECF1}" dt="2026-06-16T14:57:51.974" v="2137" actId="20577"/>
          <ac:spMkLst>
            <pc:docMk/>
            <pc:sldMk cId="1629327653" sldId="276"/>
            <ac:spMk id="2" creationId="{2D0F96A8-3E06-8FA1-7C16-5A85D1EA6C6D}"/>
          </ac:spMkLst>
        </pc:spChg>
        <pc:spChg chg="mod">
          <ac:chgData name="Hart, David Marvin" userId="28b62720-6597-4632-b5b0-cde05b8289de" providerId="ADAL" clId="{9D4744D5-FB48-5191-B213-A34C32DFECF1}" dt="2026-06-16T14:57:09.995" v="2104" actId="27636"/>
          <ac:spMkLst>
            <pc:docMk/>
            <pc:sldMk cId="1629327653" sldId="276"/>
            <ac:spMk id="3" creationId="{83252BBC-111D-ABA5-5C18-0B098FB34DA5}"/>
          </ac:spMkLst>
        </pc:spChg>
      </pc:sldChg>
      <pc:sldChg chg="modSp new mod modAnim">
        <pc:chgData name="Hart, David Marvin" userId="28b62720-6597-4632-b5b0-cde05b8289de" providerId="ADAL" clId="{9D4744D5-FB48-5191-B213-A34C32DFECF1}" dt="2026-06-16T15:05:08.808" v="2558"/>
        <pc:sldMkLst>
          <pc:docMk/>
          <pc:sldMk cId="1858259712" sldId="277"/>
        </pc:sldMkLst>
        <pc:spChg chg="mod">
          <ac:chgData name="Hart, David Marvin" userId="28b62720-6597-4632-b5b0-cde05b8289de" providerId="ADAL" clId="{9D4744D5-FB48-5191-B213-A34C32DFECF1}" dt="2026-06-16T14:59:16.187" v="2175" actId="20577"/>
          <ac:spMkLst>
            <pc:docMk/>
            <pc:sldMk cId="1858259712" sldId="277"/>
            <ac:spMk id="2" creationId="{6F9E6A89-ABF8-BA06-9D0E-884B30DADB44}"/>
          </ac:spMkLst>
        </pc:spChg>
        <pc:spChg chg="mod">
          <ac:chgData name="Hart, David Marvin" userId="28b62720-6597-4632-b5b0-cde05b8289de" providerId="ADAL" clId="{9D4744D5-FB48-5191-B213-A34C32DFECF1}" dt="2026-06-16T15:04:51.498" v="2555" actId="20577"/>
          <ac:spMkLst>
            <pc:docMk/>
            <pc:sldMk cId="1858259712" sldId="277"/>
            <ac:spMk id="3" creationId="{91EFB5EA-F597-3C00-E98A-868075707E4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09F49F-E3EA-9147-AAC6-CAF452039FFF}" type="datetimeFigureOut">
              <a:rPr lang="en-US" smtClean="0"/>
              <a:t>6/16/26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B88BEA-6800-0C49-BFB9-DF505ADA0491}" type="slidenum">
              <a:rPr lang="en-US" smtClean="0"/>
              <a:t>‹#›</a:t>
            </a:fld>
            <a:endParaRPr lang="en-US"/>
          </a:p>
        </p:txBody>
      </p:sp>
    </p:spTree>
    <p:extLst>
      <p:ext uri="{BB962C8B-B14F-4D97-AF65-F5344CB8AC3E}">
        <p14:creationId xmlns:p14="http://schemas.microsoft.com/office/powerpoint/2010/main" val="37061763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3B88BEA-6800-0C49-BFB9-DF505ADA0491}" type="slidenum">
              <a:rPr lang="en-US" smtClean="0"/>
              <a:t>1</a:t>
            </a:fld>
            <a:endParaRPr lang="en-US"/>
          </a:p>
        </p:txBody>
      </p:sp>
    </p:spTree>
    <p:extLst>
      <p:ext uri="{BB962C8B-B14F-4D97-AF65-F5344CB8AC3E}">
        <p14:creationId xmlns:p14="http://schemas.microsoft.com/office/powerpoint/2010/main" val="9347220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79A91-F41C-B212-8659-6E49F9A4AA7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38D43FB-0EFB-D6C0-5905-FAC3DC7EAC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A6A6DB6-E166-00AB-7D77-49C6294C6C71}"/>
              </a:ext>
            </a:extLst>
          </p:cNvPr>
          <p:cNvSpPr>
            <a:spLocks noGrp="1"/>
          </p:cNvSpPr>
          <p:nvPr>
            <p:ph type="dt" sz="half" idx="10"/>
          </p:nvPr>
        </p:nvSpPr>
        <p:spPr/>
        <p:txBody>
          <a:bodyPr/>
          <a:lstStyle/>
          <a:p>
            <a:fld id="{143E5DDB-42A5-C54F-A09C-DFABFF2DDAB0}" type="datetime1">
              <a:rPr lang="en-US" smtClean="0"/>
              <a:t>6/16/26</a:t>
            </a:fld>
            <a:endParaRPr lang="en-US"/>
          </a:p>
        </p:txBody>
      </p:sp>
      <p:sp>
        <p:nvSpPr>
          <p:cNvPr id="5" name="Footer Placeholder 4">
            <a:extLst>
              <a:ext uri="{FF2B5EF4-FFF2-40B4-BE49-F238E27FC236}">
                <a16:creationId xmlns:a16="http://schemas.microsoft.com/office/drawing/2014/main" id="{CB083A64-E6A9-FCED-FDCD-A16B64E710FC}"/>
              </a:ext>
            </a:extLst>
          </p:cNvPr>
          <p:cNvSpPr>
            <a:spLocks noGrp="1"/>
          </p:cNvSpPr>
          <p:nvPr>
            <p:ph type="ftr" sz="quarter" idx="11"/>
          </p:nvPr>
        </p:nvSpPr>
        <p:spPr/>
        <p:txBody>
          <a:bodyPr/>
          <a:lstStyle/>
          <a:p>
            <a:r>
              <a:rPr lang="en-US"/>
              <a:t>Teaching Technical Interdisciplinary AI</a:t>
            </a:r>
          </a:p>
        </p:txBody>
      </p:sp>
      <p:sp>
        <p:nvSpPr>
          <p:cNvPr id="6" name="Slide Number Placeholder 5">
            <a:extLst>
              <a:ext uri="{FF2B5EF4-FFF2-40B4-BE49-F238E27FC236}">
                <a16:creationId xmlns:a16="http://schemas.microsoft.com/office/drawing/2014/main" id="{CD29C472-C4ED-FD48-A357-499E3E129767}"/>
              </a:ext>
            </a:extLst>
          </p:cNvPr>
          <p:cNvSpPr>
            <a:spLocks noGrp="1"/>
          </p:cNvSpPr>
          <p:nvPr>
            <p:ph type="sldNum" sz="quarter" idx="12"/>
          </p:nvPr>
        </p:nvSpPr>
        <p:spPr/>
        <p:txBody>
          <a:bodyPr/>
          <a:lstStyle/>
          <a:p>
            <a:fld id="{A2FBCBCB-1857-134E-A886-B29ABF647EA7}" type="slidenum">
              <a:rPr lang="en-US" smtClean="0"/>
              <a:t>‹#›</a:t>
            </a:fld>
            <a:endParaRPr lang="en-US"/>
          </a:p>
        </p:txBody>
      </p:sp>
    </p:spTree>
    <p:extLst>
      <p:ext uri="{BB962C8B-B14F-4D97-AF65-F5344CB8AC3E}">
        <p14:creationId xmlns:p14="http://schemas.microsoft.com/office/powerpoint/2010/main" val="35261105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4A3EA-6FB1-E80E-2CF2-12E6CBFAF2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8F4BF8-AE05-9728-CF8A-C2F4DAA891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EBB255-255A-2616-CCBA-46C45A72D856}"/>
              </a:ext>
            </a:extLst>
          </p:cNvPr>
          <p:cNvSpPr>
            <a:spLocks noGrp="1"/>
          </p:cNvSpPr>
          <p:nvPr>
            <p:ph type="dt" sz="half" idx="10"/>
          </p:nvPr>
        </p:nvSpPr>
        <p:spPr/>
        <p:txBody>
          <a:bodyPr/>
          <a:lstStyle/>
          <a:p>
            <a:fld id="{D94F0750-44A1-5049-AF45-160ECAFC9DB4}" type="datetime1">
              <a:rPr lang="en-US" smtClean="0"/>
              <a:t>6/16/26</a:t>
            </a:fld>
            <a:endParaRPr lang="en-US" dirty="0"/>
          </a:p>
        </p:txBody>
      </p:sp>
      <p:sp>
        <p:nvSpPr>
          <p:cNvPr id="5" name="Footer Placeholder 4">
            <a:extLst>
              <a:ext uri="{FF2B5EF4-FFF2-40B4-BE49-F238E27FC236}">
                <a16:creationId xmlns:a16="http://schemas.microsoft.com/office/drawing/2014/main" id="{E2683E05-1FD1-F931-386E-BFDAD2ACA6B6}"/>
              </a:ext>
            </a:extLst>
          </p:cNvPr>
          <p:cNvSpPr>
            <a:spLocks noGrp="1"/>
          </p:cNvSpPr>
          <p:nvPr>
            <p:ph type="ftr" sz="quarter" idx="11"/>
          </p:nvPr>
        </p:nvSpPr>
        <p:spPr/>
        <p:txBody>
          <a:bodyPr/>
          <a:lstStyle/>
          <a:p>
            <a:r>
              <a:rPr lang="en-US"/>
              <a:t>Teaching Technical Interdisciplinary AI</a:t>
            </a:r>
            <a:endParaRPr lang="en-US" dirty="0"/>
          </a:p>
        </p:txBody>
      </p:sp>
      <p:sp>
        <p:nvSpPr>
          <p:cNvPr id="6" name="Slide Number Placeholder 5">
            <a:extLst>
              <a:ext uri="{FF2B5EF4-FFF2-40B4-BE49-F238E27FC236}">
                <a16:creationId xmlns:a16="http://schemas.microsoft.com/office/drawing/2014/main" id="{EB66E268-83EE-AB6A-BC86-F897D7DA86D8}"/>
              </a:ext>
            </a:extLst>
          </p:cNvPr>
          <p:cNvSpPr>
            <a:spLocks noGrp="1"/>
          </p:cNvSpPr>
          <p:nvPr>
            <p:ph type="sldNum" sz="quarter" idx="12"/>
          </p:nvPr>
        </p:nvSpPr>
        <p:spPr/>
        <p:txBody>
          <a:bodyPr/>
          <a:lstStyle/>
          <a:p>
            <a:fld id="{A2FBCBCB-1857-134E-A886-B29ABF647EA7}" type="slidenum">
              <a:rPr lang="en-US" smtClean="0"/>
              <a:t>‹#›</a:t>
            </a:fld>
            <a:endParaRPr lang="en-US"/>
          </a:p>
        </p:txBody>
      </p:sp>
    </p:spTree>
    <p:extLst>
      <p:ext uri="{BB962C8B-B14F-4D97-AF65-F5344CB8AC3E}">
        <p14:creationId xmlns:p14="http://schemas.microsoft.com/office/powerpoint/2010/main" val="3641118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35B5A-7FC1-5659-8151-6D12246FD1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21CD811-8DB6-CECB-3E7D-5DCE7B8FA7C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25DF9E-5DB9-FA8C-8B47-EF20A9AE56EC}"/>
              </a:ext>
            </a:extLst>
          </p:cNvPr>
          <p:cNvSpPr>
            <a:spLocks noGrp="1"/>
          </p:cNvSpPr>
          <p:nvPr>
            <p:ph type="dt" sz="half" idx="10"/>
          </p:nvPr>
        </p:nvSpPr>
        <p:spPr/>
        <p:txBody>
          <a:bodyPr/>
          <a:lstStyle/>
          <a:p>
            <a:fld id="{F87A1456-DAB2-294D-B81A-A935766A118E}" type="datetime1">
              <a:rPr lang="en-US" smtClean="0"/>
              <a:t>6/16/26</a:t>
            </a:fld>
            <a:endParaRPr lang="en-US"/>
          </a:p>
        </p:txBody>
      </p:sp>
      <p:sp>
        <p:nvSpPr>
          <p:cNvPr id="5" name="Footer Placeholder 4">
            <a:extLst>
              <a:ext uri="{FF2B5EF4-FFF2-40B4-BE49-F238E27FC236}">
                <a16:creationId xmlns:a16="http://schemas.microsoft.com/office/drawing/2014/main" id="{3E894E60-FFF5-F62A-FBD2-652525E94C9B}"/>
              </a:ext>
            </a:extLst>
          </p:cNvPr>
          <p:cNvSpPr>
            <a:spLocks noGrp="1"/>
          </p:cNvSpPr>
          <p:nvPr>
            <p:ph type="ftr" sz="quarter" idx="11"/>
          </p:nvPr>
        </p:nvSpPr>
        <p:spPr/>
        <p:txBody>
          <a:bodyPr/>
          <a:lstStyle/>
          <a:p>
            <a:r>
              <a:rPr lang="en-US"/>
              <a:t>Teaching Technical Interdisciplinary AI</a:t>
            </a:r>
          </a:p>
        </p:txBody>
      </p:sp>
      <p:sp>
        <p:nvSpPr>
          <p:cNvPr id="6" name="Slide Number Placeholder 5">
            <a:extLst>
              <a:ext uri="{FF2B5EF4-FFF2-40B4-BE49-F238E27FC236}">
                <a16:creationId xmlns:a16="http://schemas.microsoft.com/office/drawing/2014/main" id="{4E0F00C0-8F74-18FC-2518-56B8BDC6FE78}"/>
              </a:ext>
            </a:extLst>
          </p:cNvPr>
          <p:cNvSpPr>
            <a:spLocks noGrp="1"/>
          </p:cNvSpPr>
          <p:nvPr>
            <p:ph type="sldNum" sz="quarter" idx="12"/>
          </p:nvPr>
        </p:nvSpPr>
        <p:spPr/>
        <p:txBody>
          <a:bodyPr/>
          <a:lstStyle/>
          <a:p>
            <a:fld id="{A2FBCBCB-1857-134E-A886-B29ABF647EA7}" type="slidenum">
              <a:rPr lang="en-US" smtClean="0"/>
              <a:t>‹#›</a:t>
            </a:fld>
            <a:endParaRPr lang="en-US"/>
          </a:p>
        </p:txBody>
      </p:sp>
    </p:spTree>
    <p:extLst>
      <p:ext uri="{BB962C8B-B14F-4D97-AF65-F5344CB8AC3E}">
        <p14:creationId xmlns:p14="http://schemas.microsoft.com/office/powerpoint/2010/main" val="680326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82BEF-BE92-B0A5-2F1F-3B8DC7DB21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5B86C1-5144-8463-985B-5D1C8D3593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FCBB31-D655-18D8-462B-BEF438F1F2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6B5BD3C-FC70-11E6-BF74-099417D9FCA6}"/>
              </a:ext>
            </a:extLst>
          </p:cNvPr>
          <p:cNvSpPr>
            <a:spLocks noGrp="1"/>
          </p:cNvSpPr>
          <p:nvPr>
            <p:ph type="dt" sz="half" idx="10"/>
          </p:nvPr>
        </p:nvSpPr>
        <p:spPr/>
        <p:txBody>
          <a:bodyPr/>
          <a:lstStyle/>
          <a:p>
            <a:fld id="{6656E7B7-80B3-E044-84BC-61D7D26B1736}" type="datetime1">
              <a:rPr lang="en-US" smtClean="0"/>
              <a:t>6/16/26</a:t>
            </a:fld>
            <a:endParaRPr lang="en-US"/>
          </a:p>
        </p:txBody>
      </p:sp>
      <p:sp>
        <p:nvSpPr>
          <p:cNvPr id="6" name="Footer Placeholder 5">
            <a:extLst>
              <a:ext uri="{FF2B5EF4-FFF2-40B4-BE49-F238E27FC236}">
                <a16:creationId xmlns:a16="http://schemas.microsoft.com/office/drawing/2014/main" id="{83388B78-0565-549B-50A5-D4A837947075}"/>
              </a:ext>
            </a:extLst>
          </p:cNvPr>
          <p:cNvSpPr>
            <a:spLocks noGrp="1"/>
          </p:cNvSpPr>
          <p:nvPr>
            <p:ph type="ftr" sz="quarter" idx="11"/>
          </p:nvPr>
        </p:nvSpPr>
        <p:spPr/>
        <p:txBody>
          <a:bodyPr/>
          <a:lstStyle/>
          <a:p>
            <a:r>
              <a:rPr lang="en-US"/>
              <a:t>Teaching Technical Interdisciplinary AI</a:t>
            </a:r>
          </a:p>
        </p:txBody>
      </p:sp>
      <p:sp>
        <p:nvSpPr>
          <p:cNvPr id="7" name="Slide Number Placeholder 6">
            <a:extLst>
              <a:ext uri="{FF2B5EF4-FFF2-40B4-BE49-F238E27FC236}">
                <a16:creationId xmlns:a16="http://schemas.microsoft.com/office/drawing/2014/main" id="{2444CC53-E4DD-8122-43D3-B802F6DA64BF}"/>
              </a:ext>
            </a:extLst>
          </p:cNvPr>
          <p:cNvSpPr>
            <a:spLocks noGrp="1"/>
          </p:cNvSpPr>
          <p:nvPr>
            <p:ph type="sldNum" sz="quarter" idx="12"/>
          </p:nvPr>
        </p:nvSpPr>
        <p:spPr/>
        <p:txBody>
          <a:bodyPr/>
          <a:lstStyle/>
          <a:p>
            <a:fld id="{A2FBCBCB-1857-134E-A886-B29ABF647EA7}" type="slidenum">
              <a:rPr lang="en-US" smtClean="0"/>
              <a:t>‹#›</a:t>
            </a:fld>
            <a:endParaRPr lang="en-US"/>
          </a:p>
        </p:txBody>
      </p:sp>
    </p:spTree>
    <p:extLst>
      <p:ext uri="{BB962C8B-B14F-4D97-AF65-F5344CB8AC3E}">
        <p14:creationId xmlns:p14="http://schemas.microsoft.com/office/powerpoint/2010/main" val="1645196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16913-571A-99A6-3836-99526A5AC05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2944076-08E4-7ED7-566C-49C8C01838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5C00F7-D04E-892F-E85F-EDA18D5F338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4C81067-78E6-1310-AB39-92775A0A52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95620A-371D-B283-3E76-DE3033F3A03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94A4E25-C083-1F54-F13E-0EA781923AD8}"/>
              </a:ext>
            </a:extLst>
          </p:cNvPr>
          <p:cNvSpPr>
            <a:spLocks noGrp="1"/>
          </p:cNvSpPr>
          <p:nvPr>
            <p:ph type="dt" sz="half" idx="10"/>
          </p:nvPr>
        </p:nvSpPr>
        <p:spPr/>
        <p:txBody>
          <a:bodyPr/>
          <a:lstStyle/>
          <a:p>
            <a:fld id="{DF80947E-CF25-304C-A7E9-1F66FCDCC16D}" type="datetime1">
              <a:rPr lang="en-US" smtClean="0"/>
              <a:t>6/16/26</a:t>
            </a:fld>
            <a:endParaRPr lang="en-US"/>
          </a:p>
        </p:txBody>
      </p:sp>
      <p:sp>
        <p:nvSpPr>
          <p:cNvPr id="8" name="Footer Placeholder 7">
            <a:extLst>
              <a:ext uri="{FF2B5EF4-FFF2-40B4-BE49-F238E27FC236}">
                <a16:creationId xmlns:a16="http://schemas.microsoft.com/office/drawing/2014/main" id="{4E964A8B-7B50-5DC8-F036-9515ECF5F2E1}"/>
              </a:ext>
            </a:extLst>
          </p:cNvPr>
          <p:cNvSpPr>
            <a:spLocks noGrp="1"/>
          </p:cNvSpPr>
          <p:nvPr>
            <p:ph type="ftr" sz="quarter" idx="11"/>
          </p:nvPr>
        </p:nvSpPr>
        <p:spPr/>
        <p:txBody>
          <a:bodyPr/>
          <a:lstStyle/>
          <a:p>
            <a:r>
              <a:rPr lang="en-US"/>
              <a:t>Teaching Technical Interdisciplinary AI</a:t>
            </a:r>
          </a:p>
        </p:txBody>
      </p:sp>
      <p:sp>
        <p:nvSpPr>
          <p:cNvPr id="9" name="Slide Number Placeholder 8">
            <a:extLst>
              <a:ext uri="{FF2B5EF4-FFF2-40B4-BE49-F238E27FC236}">
                <a16:creationId xmlns:a16="http://schemas.microsoft.com/office/drawing/2014/main" id="{6E56D296-1BD2-B0E4-255F-D3CC3D753BC0}"/>
              </a:ext>
            </a:extLst>
          </p:cNvPr>
          <p:cNvSpPr>
            <a:spLocks noGrp="1"/>
          </p:cNvSpPr>
          <p:nvPr>
            <p:ph type="sldNum" sz="quarter" idx="12"/>
          </p:nvPr>
        </p:nvSpPr>
        <p:spPr/>
        <p:txBody>
          <a:bodyPr/>
          <a:lstStyle/>
          <a:p>
            <a:fld id="{A2FBCBCB-1857-134E-A886-B29ABF647EA7}" type="slidenum">
              <a:rPr lang="en-US" smtClean="0"/>
              <a:t>‹#›</a:t>
            </a:fld>
            <a:endParaRPr lang="en-US"/>
          </a:p>
        </p:txBody>
      </p:sp>
    </p:spTree>
    <p:extLst>
      <p:ext uri="{BB962C8B-B14F-4D97-AF65-F5344CB8AC3E}">
        <p14:creationId xmlns:p14="http://schemas.microsoft.com/office/powerpoint/2010/main" val="205934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EC68E-B99A-8468-2568-A3351EF6BA7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0579F21-96AA-0BE2-E0BF-9342AAA35731}"/>
              </a:ext>
            </a:extLst>
          </p:cNvPr>
          <p:cNvSpPr>
            <a:spLocks noGrp="1"/>
          </p:cNvSpPr>
          <p:nvPr>
            <p:ph type="dt" sz="half" idx="10"/>
          </p:nvPr>
        </p:nvSpPr>
        <p:spPr/>
        <p:txBody>
          <a:bodyPr/>
          <a:lstStyle/>
          <a:p>
            <a:fld id="{30051093-2923-5D48-A742-79FD4890CE7F}" type="datetime1">
              <a:rPr lang="en-US" smtClean="0"/>
              <a:t>6/16/26</a:t>
            </a:fld>
            <a:endParaRPr lang="en-US"/>
          </a:p>
        </p:txBody>
      </p:sp>
      <p:sp>
        <p:nvSpPr>
          <p:cNvPr id="4" name="Footer Placeholder 3">
            <a:extLst>
              <a:ext uri="{FF2B5EF4-FFF2-40B4-BE49-F238E27FC236}">
                <a16:creationId xmlns:a16="http://schemas.microsoft.com/office/drawing/2014/main" id="{DA074999-D67E-E416-7321-AA1305F3C18B}"/>
              </a:ext>
            </a:extLst>
          </p:cNvPr>
          <p:cNvSpPr>
            <a:spLocks noGrp="1"/>
          </p:cNvSpPr>
          <p:nvPr>
            <p:ph type="ftr" sz="quarter" idx="11"/>
          </p:nvPr>
        </p:nvSpPr>
        <p:spPr/>
        <p:txBody>
          <a:bodyPr/>
          <a:lstStyle/>
          <a:p>
            <a:r>
              <a:rPr lang="en-US"/>
              <a:t>Teaching Technical Interdisciplinary AI</a:t>
            </a:r>
          </a:p>
        </p:txBody>
      </p:sp>
      <p:sp>
        <p:nvSpPr>
          <p:cNvPr id="5" name="Slide Number Placeholder 4">
            <a:extLst>
              <a:ext uri="{FF2B5EF4-FFF2-40B4-BE49-F238E27FC236}">
                <a16:creationId xmlns:a16="http://schemas.microsoft.com/office/drawing/2014/main" id="{C849848A-C095-AA44-975A-A2433830DA68}"/>
              </a:ext>
            </a:extLst>
          </p:cNvPr>
          <p:cNvSpPr>
            <a:spLocks noGrp="1"/>
          </p:cNvSpPr>
          <p:nvPr>
            <p:ph type="sldNum" sz="quarter" idx="12"/>
          </p:nvPr>
        </p:nvSpPr>
        <p:spPr/>
        <p:txBody>
          <a:bodyPr/>
          <a:lstStyle/>
          <a:p>
            <a:fld id="{A2FBCBCB-1857-134E-A886-B29ABF647EA7}" type="slidenum">
              <a:rPr lang="en-US" smtClean="0"/>
              <a:t>‹#›</a:t>
            </a:fld>
            <a:endParaRPr lang="en-US"/>
          </a:p>
        </p:txBody>
      </p:sp>
    </p:spTree>
    <p:extLst>
      <p:ext uri="{BB962C8B-B14F-4D97-AF65-F5344CB8AC3E}">
        <p14:creationId xmlns:p14="http://schemas.microsoft.com/office/powerpoint/2010/main" val="1042381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5A47B2-F9B6-7A33-1324-D5764DD77206}"/>
              </a:ext>
            </a:extLst>
          </p:cNvPr>
          <p:cNvSpPr>
            <a:spLocks noGrp="1"/>
          </p:cNvSpPr>
          <p:nvPr>
            <p:ph type="dt" sz="half" idx="10"/>
          </p:nvPr>
        </p:nvSpPr>
        <p:spPr/>
        <p:txBody>
          <a:bodyPr/>
          <a:lstStyle/>
          <a:p>
            <a:fld id="{52C0D088-190C-4B4F-8E9C-A80731ABE804}" type="datetime1">
              <a:rPr lang="en-US" smtClean="0"/>
              <a:t>6/16/26</a:t>
            </a:fld>
            <a:endParaRPr lang="en-US"/>
          </a:p>
        </p:txBody>
      </p:sp>
      <p:sp>
        <p:nvSpPr>
          <p:cNvPr id="3" name="Footer Placeholder 2">
            <a:extLst>
              <a:ext uri="{FF2B5EF4-FFF2-40B4-BE49-F238E27FC236}">
                <a16:creationId xmlns:a16="http://schemas.microsoft.com/office/drawing/2014/main" id="{66A35BDB-7C1E-BC8A-68FC-2C4CE438BB2B}"/>
              </a:ext>
            </a:extLst>
          </p:cNvPr>
          <p:cNvSpPr>
            <a:spLocks noGrp="1"/>
          </p:cNvSpPr>
          <p:nvPr>
            <p:ph type="ftr" sz="quarter" idx="11"/>
          </p:nvPr>
        </p:nvSpPr>
        <p:spPr/>
        <p:txBody>
          <a:bodyPr/>
          <a:lstStyle/>
          <a:p>
            <a:r>
              <a:rPr lang="en-US"/>
              <a:t>Teaching Technical Interdisciplinary AI</a:t>
            </a:r>
          </a:p>
        </p:txBody>
      </p:sp>
      <p:sp>
        <p:nvSpPr>
          <p:cNvPr id="4" name="Slide Number Placeholder 3">
            <a:extLst>
              <a:ext uri="{FF2B5EF4-FFF2-40B4-BE49-F238E27FC236}">
                <a16:creationId xmlns:a16="http://schemas.microsoft.com/office/drawing/2014/main" id="{D175926D-85FB-7D4B-A9FE-CECAA5174F6A}"/>
              </a:ext>
            </a:extLst>
          </p:cNvPr>
          <p:cNvSpPr>
            <a:spLocks noGrp="1"/>
          </p:cNvSpPr>
          <p:nvPr>
            <p:ph type="sldNum" sz="quarter" idx="12"/>
          </p:nvPr>
        </p:nvSpPr>
        <p:spPr/>
        <p:txBody>
          <a:bodyPr/>
          <a:lstStyle/>
          <a:p>
            <a:fld id="{A2FBCBCB-1857-134E-A886-B29ABF647EA7}" type="slidenum">
              <a:rPr lang="en-US" smtClean="0"/>
              <a:t>‹#›</a:t>
            </a:fld>
            <a:endParaRPr lang="en-US"/>
          </a:p>
        </p:txBody>
      </p:sp>
    </p:spTree>
    <p:extLst>
      <p:ext uri="{BB962C8B-B14F-4D97-AF65-F5344CB8AC3E}">
        <p14:creationId xmlns:p14="http://schemas.microsoft.com/office/powerpoint/2010/main" val="869415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277C3-F9CA-02ED-1D71-2513399152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0606B3B-2C31-6CD2-2BB5-87A5E786B1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1D95A44-8CE0-6B71-F690-55C97545E7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A570C5-38A5-C7EA-F6C0-28396EEBF540}"/>
              </a:ext>
            </a:extLst>
          </p:cNvPr>
          <p:cNvSpPr>
            <a:spLocks noGrp="1"/>
          </p:cNvSpPr>
          <p:nvPr>
            <p:ph type="dt" sz="half" idx="10"/>
          </p:nvPr>
        </p:nvSpPr>
        <p:spPr/>
        <p:txBody>
          <a:bodyPr/>
          <a:lstStyle/>
          <a:p>
            <a:fld id="{6863CC4B-BD13-1E4C-9FA2-ECF70282C08C}" type="datetime1">
              <a:rPr lang="en-US" smtClean="0"/>
              <a:t>6/16/26</a:t>
            </a:fld>
            <a:endParaRPr lang="en-US"/>
          </a:p>
        </p:txBody>
      </p:sp>
      <p:sp>
        <p:nvSpPr>
          <p:cNvPr id="6" name="Footer Placeholder 5">
            <a:extLst>
              <a:ext uri="{FF2B5EF4-FFF2-40B4-BE49-F238E27FC236}">
                <a16:creationId xmlns:a16="http://schemas.microsoft.com/office/drawing/2014/main" id="{1AD0A0F4-C755-BF1B-3AD8-321B3FC5D0F1}"/>
              </a:ext>
            </a:extLst>
          </p:cNvPr>
          <p:cNvSpPr>
            <a:spLocks noGrp="1"/>
          </p:cNvSpPr>
          <p:nvPr>
            <p:ph type="ftr" sz="quarter" idx="11"/>
          </p:nvPr>
        </p:nvSpPr>
        <p:spPr/>
        <p:txBody>
          <a:bodyPr/>
          <a:lstStyle/>
          <a:p>
            <a:r>
              <a:rPr lang="en-US"/>
              <a:t>Teaching Technical Interdisciplinary AI</a:t>
            </a:r>
          </a:p>
        </p:txBody>
      </p:sp>
      <p:sp>
        <p:nvSpPr>
          <p:cNvPr id="7" name="Slide Number Placeholder 6">
            <a:extLst>
              <a:ext uri="{FF2B5EF4-FFF2-40B4-BE49-F238E27FC236}">
                <a16:creationId xmlns:a16="http://schemas.microsoft.com/office/drawing/2014/main" id="{DFBC0DE0-3414-3662-DE8D-C6E8015280F1}"/>
              </a:ext>
            </a:extLst>
          </p:cNvPr>
          <p:cNvSpPr>
            <a:spLocks noGrp="1"/>
          </p:cNvSpPr>
          <p:nvPr>
            <p:ph type="sldNum" sz="quarter" idx="12"/>
          </p:nvPr>
        </p:nvSpPr>
        <p:spPr/>
        <p:txBody>
          <a:bodyPr/>
          <a:lstStyle/>
          <a:p>
            <a:fld id="{A2FBCBCB-1857-134E-A886-B29ABF647EA7}" type="slidenum">
              <a:rPr lang="en-US" smtClean="0"/>
              <a:t>‹#›</a:t>
            </a:fld>
            <a:endParaRPr lang="en-US"/>
          </a:p>
        </p:txBody>
      </p:sp>
    </p:spTree>
    <p:extLst>
      <p:ext uri="{BB962C8B-B14F-4D97-AF65-F5344CB8AC3E}">
        <p14:creationId xmlns:p14="http://schemas.microsoft.com/office/powerpoint/2010/main" val="1756943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E741B-FE71-2C58-3814-C664A8BDF4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17BAF04-4EE6-EB53-272A-76337C6038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2A473BF-E9CB-F5BA-1502-A1C90C3776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3F4134-2CAE-475C-650B-05E6F1298DB7}"/>
              </a:ext>
            </a:extLst>
          </p:cNvPr>
          <p:cNvSpPr>
            <a:spLocks noGrp="1"/>
          </p:cNvSpPr>
          <p:nvPr>
            <p:ph type="dt" sz="half" idx="10"/>
          </p:nvPr>
        </p:nvSpPr>
        <p:spPr/>
        <p:txBody>
          <a:bodyPr/>
          <a:lstStyle/>
          <a:p>
            <a:fld id="{F208A5A0-0846-C94A-986A-E61A01B7C945}" type="datetime1">
              <a:rPr lang="en-US" smtClean="0"/>
              <a:t>6/16/26</a:t>
            </a:fld>
            <a:endParaRPr lang="en-US"/>
          </a:p>
        </p:txBody>
      </p:sp>
      <p:sp>
        <p:nvSpPr>
          <p:cNvPr id="6" name="Footer Placeholder 5">
            <a:extLst>
              <a:ext uri="{FF2B5EF4-FFF2-40B4-BE49-F238E27FC236}">
                <a16:creationId xmlns:a16="http://schemas.microsoft.com/office/drawing/2014/main" id="{73FCBE5B-94D6-B9B0-C4C5-2B28A5292499}"/>
              </a:ext>
            </a:extLst>
          </p:cNvPr>
          <p:cNvSpPr>
            <a:spLocks noGrp="1"/>
          </p:cNvSpPr>
          <p:nvPr>
            <p:ph type="ftr" sz="quarter" idx="11"/>
          </p:nvPr>
        </p:nvSpPr>
        <p:spPr/>
        <p:txBody>
          <a:bodyPr/>
          <a:lstStyle/>
          <a:p>
            <a:r>
              <a:rPr lang="en-US"/>
              <a:t>Teaching Technical Interdisciplinary AI</a:t>
            </a:r>
          </a:p>
        </p:txBody>
      </p:sp>
      <p:sp>
        <p:nvSpPr>
          <p:cNvPr id="7" name="Slide Number Placeholder 6">
            <a:extLst>
              <a:ext uri="{FF2B5EF4-FFF2-40B4-BE49-F238E27FC236}">
                <a16:creationId xmlns:a16="http://schemas.microsoft.com/office/drawing/2014/main" id="{514A8F60-2948-16AE-4CB0-95B19525705E}"/>
              </a:ext>
            </a:extLst>
          </p:cNvPr>
          <p:cNvSpPr>
            <a:spLocks noGrp="1"/>
          </p:cNvSpPr>
          <p:nvPr>
            <p:ph type="sldNum" sz="quarter" idx="12"/>
          </p:nvPr>
        </p:nvSpPr>
        <p:spPr/>
        <p:txBody>
          <a:bodyPr/>
          <a:lstStyle/>
          <a:p>
            <a:fld id="{A2FBCBCB-1857-134E-A886-B29ABF647EA7}" type="slidenum">
              <a:rPr lang="en-US" smtClean="0"/>
              <a:t>‹#›</a:t>
            </a:fld>
            <a:endParaRPr lang="en-US"/>
          </a:p>
        </p:txBody>
      </p:sp>
    </p:spTree>
    <p:extLst>
      <p:ext uri="{BB962C8B-B14F-4D97-AF65-F5344CB8AC3E}">
        <p14:creationId xmlns:p14="http://schemas.microsoft.com/office/powerpoint/2010/main" val="616764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60C7D-326D-76FE-90BC-3C4F299C2BD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5E3BFD7-4C94-0691-D659-CDB6AB712E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1EFD3A-1025-D690-E66E-D2C699D50791}"/>
              </a:ext>
            </a:extLst>
          </p:cNvPr>
          <p:cNvSpPr>
            <a:spLocks noGrp="1"/>
          </p:cNvSpPr>
          <p:nvPr>
            <p:ph type="dt" sz="half" idx="10"/>
          </p:nvPr>
        </p:nvSpPr>
        <p:spPr/>
        <p:txBody>
          <a:bodyPr/>
          <a:lstStyle/>
          <a:p>
            <a:fld id="{D8798214-68B3-FA45-A600-C98FB8CDF980}" type="datetime1">
              <a:rPr lang="en-US" smtClean="0"/>
              <a:t>6/16/26</a:t>
            </a:fld>
            <a:endParaRPr lang="en-US"/>
          </a:p>
        </p:txBody>
      </p:sp>
      <p:sp>
        <p:nvSpPr>
          <p:cNvPr id="5" name="Footer Placeholder 4">
            <a:extLst>
              <a:ext uri="{FF2B5EF4-FFF2-40B4-BE49-F238E27FC236}">
                <a16:creationId xmlns:a16="http://schemas.microsoft.com/office/drawing/2014/main" id="{8EE29E48-5129-C08D-987D-311C2FF0C8E6}"/>
              </a:ext>
            </a:extLst>
          </p:cNvPr>
          <p:cNvSpPr>
            <a:spLocks noGrp="1"/>
          </p:cNvSpPr>
          <p:nvPr>
            <p:ph type="ftr" sz="quarter" idx="11"/>
          </p:nvPr>
        </p:nvSpPr>
        <p:spPr/>
        <p:txBody>
          <a:bodyPr/>
          <a:lstStyle/>
          <a:p>
            <a:r>
              <a:rPr lang="en-US"/>
              <a:t>Teaching Technical Interdisciplinary AI</a:t>
            </a:r>
          </a:p>
        </p:txBody>
      </p:sp>
      <p:sp>
        <p:nvSpPr>
          <p:cNvPr id="6" name="Slide Number Placeholder 5">
            <a:extLst>
              <a:ext uri="{FF2B5EF4-FFF2-40B4-BE49-F238E27FC236}">
                <a16:creationId xmlns:a16="http://schemas.microsoft.com/office/drawing/2014/main" id="{293F7298-2602-B346-6C55-92F9DE1E8413}"/>
              </a:ext>
            </a:extLst>
          </p:cNvPr>
          <p:cNvSpPr>
            <a:spLocks noGrp="1"/>
          </p:cNvSpPr>
          <p:nvPr>
            <p:ph type="sldNum" sz="quarter" idx="12"/>
          </p:nvPr>
        </p:nvSpPr>
        <p:spPr/>
        <p:txBody>
          <a:bodyPr/>
          <a:lstStyle/>
          <a:p>
            <a:fld id="{A2FBCBCB-1857-134E-A886-B29ABF647EA7}" type="slidenum">
              <a:rPr lang="en-US" smtClean="0"/>
              <a:t>‹#›</a:t>
            </a:fld>
            <a:endParaRPr lang="en-US"/>
          </a:p>
        </p:txBody>
      </p:sp>
    </p:spTree>
    <p:extLst>
      <p:ext uri="{BB962C8B-B14F-4D97-AF65-F5344CB8AC3E}">
        <p14:creationId xmlns:p14="http://schemas.microsoft.com/office/powerpoint/2010/main" val="97700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747E97-3E37-CB3E-BF44-A6B1D43ED58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761356C-4305-2A2B-193E-E4FF8860894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1CA3D5-8874-6A7E-FDF4-F4609A54AD9E}"/>
              </a:ext>
            </a:extLst>
          </p:cNvPr>
          <p:cNvSpPr>
            <a:spLocks noGrp="1"/>
          </p:cNvSpPr>
          <p:nvPr>
            <p:ph type="dt" sz="half" idx="10"/>
          </p:nvPr>
        </p:nvSpPr>
        <p:spPr/>
        <p:txBody>
          <a:bodyPr/>
          <a:lstStyle/>
          <a:p>
            <a:fld id="{0A58ABB1-F9A6-454C-AE5F-FEA2B629A317}" type="datetime1">
              <a:rPr lang="en-US" smtClean="0"/>
              <a:t>6/16/26</a:t>
            </a:fld>
            <a:endParaRPr lang="en-US"/>
          </a:p>
        </p:txBody>
      </p:sp>
      <p:sp>
        <p:nvSpPr>
          <p:cNvPr id="5" name="Footer Placeholder 4">
            <a:extLst>
              <a:ext uri="{FF2B5EF4-FFF2-40B4-BE49-F238E27FC236}">
                <a16:creationId xmlns:a16="http://schemas.microsoft.com/office/drawing/2014/main" id="{998FAC59-7338-4D2F-F292-945B8CC161CE}"/>
              </a:ext>
            </a:extLst>
          </p:cNvPr>
          <p:cNvSpPr>
            <a:spLocks noGrp="1"/>
          </p:cNvSpPr>
          <p:nvPr>
            <p:ph type="ftr" sz="quarter" idx="11"/>
          </p:nvPr>
        </p:nvSpPr>
        <p:spPr/>
        <p:txBody>
          <a:bodyPr/>
          <a:lstStyle/>
          <a:p>
            <a:r>
              <a:rPr lang="en-US"/>
              <a:t>Teaching Technical Interdisciplinary AI</a:t>
            </a:r>
          </a:p>
        </p:txBody>
      </p:sp>
      <p:sp>
        <p:nvSpPr>
          <p:cNvPr id="6" name="Slide Number Placeholder 5">
            <a:extLst>
              <a:ext uri="{FF2B5EF4-FFF2-40B4-BE49-F238E27FC236}">
                <a16:creationId xmlns:a16="http://schemas.microsoft.com/office/drawing/2014/main" id="{6E0730B0-9E38-A1BC-4501-7AFD0CBDB47D}"/>
              </a:ext>
            </a:extLst>
          </p:cNvPr>
          <p:cNvSpPr>
            <a:spLocks noGrp="1"/>
          </p:cNvSpPr>
          <p:nvPr>
            <p:ph type="sldNum" sz="quarter" idx="12"/>
          </p:nvPr>
        </p:nvSpPr>
        <p:spPr/>
        <p:txBody>
          <a:bodyPr/>
          <a:lstStyle/>
          <a:p>
            <a:fld id="{A2FBCBCB-1857-134E-A886-B29ABF647EA7}" type="slidenum">
              <a:rPr lang="en-US" smtClean="0"/>
              <a:t>‹#›</a:t>
            </a:fld>
            <a:endParaRPr lang="en-US"/>
          </a:p>
        </p:txBody>
      </p:sp>
    </p:spTree>
    <p:extLst>
      <p:ext uri="{BB962C8B-B14F-4D97-AF65-F5344CB8AC3E}">
        <p14:creationId xmlns:p14="http://schemas.microsoft.com/office/powerpoint/2010/main" val="1723297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15AD407-34D7-64E1-9C5D-2B4EF4C68F13}"/>
              </a:ext>
            </a:extLst>
          </p:cNvPr>
          <p:cNvSpPr/>
          <p:nvPr userDrawn="1"/>
        </p:nvSpPr>
        <p:spPr>
          <a:xfrm>
            <a:off x="0" y="6556443"/>
            <a:ext cx="12192000" cy="301557"/>
          </a:xfrm>
          <a:prstGeom prst="rect">
            <a:avLst/>
          </a:prstGeom>
          <a:solidFill>
            <a:srgbClr val="502D7F"/>
          </a:solidFill>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dirty="0"/>
          </a:p>
        </p:txBody>
      </p:sp>
      <p:sp>
        <p:nvSpPr>
          <p:cNvPr id="2" name="Title Placeholder 1">
            <a:extLst>
              <a:ext uri="{FF2B5EF4-FFF2-40B4-BE49-F238E27FC236}">
                <a16:creationId xmlns:a16="http://schemas.microsoft.com/office/drawing/2014/main" id="{53A8997F-81D5-FAA5-2749-65F74E010A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9D84AD-EE83-A986-13E7-E25B0CBF3D26}"/>
              </a:ext>
            </a:extLst>
          </p:cNvPr>
          <p:cNvSpPr>
            <a:spLocks noGrp="1"/>
          </p:cNvSpPr>
          <p:nvPr>
            <p:ph type="body" idx="1"/>
          </p:nvPr>
        </p:nvSpPr>
        <p:spPr>
          <a:xfrm>
            <a:off x="838200" y="1825625"/>
            <a:ext cx="10515600" cy="417404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D1E7DC-5BB0-E97A-17CF-94B74AAB6399}"/>
              </a:ext>
            </a:extLst>
          </p:cNvPr>
          <p:cNvSpPr>
            <a:spLocks noGrp="1"/>
          </p:cNvSpPr>
          <p:nvPr>
            <p:ph type="dt" sz="half" idx="2"/>
          </p:nvPr>
        </p:nvSpPr>
        <p:spPr>
          <a:xfrm>
            <a:off x="9298968" y="61277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3561F58-B0BD-BB41-9A93-6E6C412CDCA2}" type="datetime1">
              <a:rPr lang="en-US" smtClean="0"/>
              <a:t>6/16/26</a:t>
            </a:fld>
            <a:endParaRPr lang="en-US" dirty="0"/>
          </a:p>
        </p:txBody>
      </p:sp>
      <p:sp>
        <p:nvSpPr>
          <p:cNvPr id="5" name="Footer Placeholder 4">
            <a:extLst>
              <a:ext uri="{FF2B5EF4-FFF2-40B4-BE49-F238E27FC236}">
                <a16:creationId xmlns:a16="http://schemas.microsoft.com/office/drawing/2014/main" id="{B18ACB5D-2DB7-0035-30F2-0B79B81E944C}"/>
              </a:ext>
            </a:extLst>
          </p:cNvPr>
          <p:cNvSpPr>
            <a:spLocks noGrp="1"/>
          </p:cNvSpPr>
          <p:nvPr>
            <p:ph type="ftr" sz="quarter" idx="3"/>
          </p:nvPr>
        </p:nvSpPr>
        <p:spPr>
          <a:xfrm>
            <a:off x="4038600" y="6547991"/>
            <a:ext cx="4114800" cy="301557"/>
          </a:xfrm>
          <a:prstGeom prst="rect">
            <a:avLst/>
          </a:prstGeom>
        </p:spPr>
        <p:txBody>
          <a:bodyPr vert="horz" lIns="91440" tIns="45720" rIns="91440" bIns="45720" rtlCol="0" anchor="ctr"/>
          <a:lstStyle>
            <a:lvl1pPr algn="ctr">
              <a:defRPr sz="1200">
                <a:solidFill>
                  <a:srgbClr val="FFC82E"/>
                </a:solidFill>
              </a:defRPr>
            </a:lvl1pPr>
          </a:lstStyle>
          <a:p>
            <a:r>
              <a:rPr lang="en-US"/>
              <a:t>Teaching Technical Interdisciplinary AI</a:t>
            </a:r>
            <a:endParaRPr lang="en-US" dirty="0"/>
          </a:p>
        </p:txBody>
      </p:sp>
      <p:sp>
        <p:nvSpPr>
          <p:cNvPr id="6" name="Slide Number Placeholder 5">
            <a:extLst>
              <a:ext uri="{FF2B5EF4-FFF2-40B4-BE49-F238E27FC236}">
                <a16:creationId xmlns:a16="http://schemas.microsoft.com/office/drawing/2014/main" id="{0DF20410-F29D-E311-1778-15AB36BC58C9}"/>
              </a:ext>
            </a:extLst>
          </p:cNvPr>
          <p:cNvSpPr>
            <a:spLocks noGrp="1"/>
          </p:cNvSpPr>
          <p:nvPr>
            <p:ph type="sldNum" sz="quarter" idx="4"/>
          </p:nvPr>
        </p:nvSpPr>
        <p:spPr>
          <a:xfrm>
            <a:off x="9298968" y="6529818"/>
            <a:ext cx="2743200" cy="319730"/>
          </a:xfrm>
          <a:prstGeom prst="rect">
            <a:avLst/>
          </a:prstGeom>
        </p:spPr>
        <p:txBody>
          <a:bodyPr vert="horz" lIns="91440" tIns="45720" rIns="91440" bIns="45720" rtlCol="0" anchor="ctr"/>
          <a:lstStyle>
            <a:lvl1pPr algn="r">
              <a:defRPr sz="1200">
                <a:solidFill>
                  <a:srgbClr val="FFC82E"/>
                </a:solidFill>
              </a:defRPr>
            </a:lvl1pPr>
          </a:lstStyle>
          <a:p>
            <a:fld id="{A2FBCBCB-1857-134E-A886-B29ABF647EA7}" type="slidenum">
              <a:rPr lang="en-US" smtClean="0"/>
              <a:pPr/>
              <a:t>‹#›</a:t>
            </a:fld>
            <a:endParaRPr lang="en-US" dirty="0"/>
          </a:p>
        </p:txBody>
      </p:sp>
      <p:pic>
        <p:nvPicPr>
          <p:cNvPr id="8" name="Picture 7" descr="A purple letter u on a white background&#10;&#10;Description automatically generated">
            <a:extLst>
              <a:ext uri="{FF2B5EF4-FFF2-40B4-BE49-F238E27FC236}">
                <a16:creationId xmlns:a16="http://schemas.microsoft.com/office/drawing/2014/main" id="{617EC8EB-A881-E721-A9AE-A45396A443D4}"/>
              </a:ext>
            </a:extLst>
          </p:cNvPr>
          <p:cNvPicPr>
            <a:picLocks noChangeAspect="1"/>
          </p:cNvPicPr>
          <p:nvPr userDrawn="1"/>
        </p:nvPicPr>
        <p:blipFill>
          <a:blip r:embed="rId13"/>
          <a:stretch>
            <a:fillRect/>
          </a:stretch>
        </p:blipFill>
        <p:spPr>
          <a:xfrm>
            <a:off x="0" y="5999669"/>
            <a:ext cx="3223098" cy="530149"/>
          </a:xfrm>
          <a:prstGeom prst="rect">
            <a:avLst/>
          </a:prstGeom>
        </p:spPr>
      </p:pic>
      <p:sp>
        <p:nvSpPr>
          <p:cNvPr id="9" name="TextBox 8">
            <a:extLst>
              <a:ext uri="{FF2B5EF4-FFF2-40B4-BE49-F238E27FC236}">
                <a16:creationId xmlns:a16="http://schemas.microsoft.com/office/drawing/2014/main" id="{5A6F457F-E083-D69F-0E52-033246E18B6D}"/>
              </a:ext>
            </a:extLst>
          </p:cNvPr>
          <p:cNvSpPr txBox="1"/>
          <p:nvPr userDrawn="1"/>
        </p:nvSpPr>
        <p:spPr>
          <a:xfrm>
            <a:off x="0" y="6572549"/>
            <a:ext cx="1108252" cy="276999"/>
          </a:xfrm>
          <a:prstGeom prst="rect">
            <a:avLst/>
          </a:prstGeom>
          <a:noFill/>
        </p:spPr>
        <p:txBody>
          <a:bodyPr wrap="none" rtlCol="0">
            <a:spAutoFit/>
          </a:bodyPr>
          <a:lstStyle/>
          <a:p>
            <a:r>
              <a:rPr lang="en-US" sz="1200" dirty="0">
                <a:solidFill>
                  <a:srgbClr val="FFC82E"/>
                </a:solidFill>
              </a:rPr>
              <a:t>Dr. David Hart</a:t>
            </a:r>
          </a:p>
        </p:txBody>
      </p:sp>
    </p:spTree>
    <p:extLst>
      <p:ext uri="{BB962C8B-B14F-4D97-AF65-F5344CB8AC3E}">
        <p14:creationId xmlns:p14="http://schemas.microsoft.com/office/powerpoint/2010/main" val="22765354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nrp.ai/documentation/userdocs/jupyter/jupyterhub/" TargetMode="External"/><Relationship Id="rId2" Type="http://schemas.openxmlformats.org/officeDocument/2006/relationships/hyperlink" Target="https://nrp.ai/documentation/userdocs/start/getting-started/"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package" Target="../embeddings/Microsoft_Word_Document.docx"/><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F62F3-3775-2F86-3540-8BC8C3FDB5C7}"/>
              </a:ext>
            </a:extLst>
          </p:cNvPr>
          <p:cNvSpPr>
            <a:spLocks noGrp="1"/>
          </p:cNvSpPr>
          <p:nvPr>
            <p:ph type="ctrTitle"/>
          </p:nvPr>
        </p:nvSpPr>
        <p:spPr/>
        <p:txBody>
          <a:bodyPr>
            <a:normAutofit fontScale="90000"/>
          </a:bodyPr>
          <a:lstStyle/>
          <a:p>
            <a:r>
              <a:rPr lang="en-US" dirty="0"/>
              <a:t>Teaching Technical AI to Interdisciplinary Graduate Students</a:t>
            </a:r>
          </a:p>
        </p:txBody>
      </p:sp>
      <p:sp>
        <p:nvSpPr>
          <p:cNvPr id="3" name="Subtitle 2">
            <a:extLst>
              <a:ext uri="{FF2B5EF4-FFF2-40B4-BE49-F238E27FC236}">
                <a16:creationId xmlns:a16="http://schemas.microsoft.com/office/drawing/2014/main" id="{592EE591-DFD6-E41F-D51C-A146689574AD}"/>
              </a:ext>
            </a:extLst>
          </p:cNvPr>
          <p:cNvSpPr>
            <a:spLocks noGrp="1"/>
          </p:cNvSpPr>
          <p:nvPr>
            <p:ph type="subTitle" idx="1"/>
          </p:nvPr>
        </p:nvSpPr>
        <p:spPr/>
        <p:txBody>
          <a:bodyPr/>
          <a:lstStyle/>
          <a:p>
            <a:r>
              <a:rPr lang="en-US" dirty="0"/>
              <a:t>Dr. David Hart</a:t>
            </a:r>
          </a:p>
        </p:txBody>
      </p:sp>
      <p:pic>
        <p:nvPicPr>
          <p:cNvPr id="5" name="Picture 4" descr="A purple letter u on a white background&#10;&#10;Description automatically generated">
            <a:extLst>
              <a:ext uri="{FF2B5EF4-FFF2-40B4-BE49-F238E27FC236}">
                <a16:creationId xmlns:a16="http://schemas.microsoft.com/office/drawing/2014/main" id="{5EBEA656-4690-ABD1-0B78-A952D702F23B}"/>
              </a:ext>
            </a:extLst>
          </p:cNvPr>
          <p:cNvPicPr>
            <a:picLocks noChangeAspect="1"/>
          </p:cNvPicPr>
          <p:nvPr/>
        </p:nvPicPr>
        <p:blipFill>
          <a:blip r:embed="rId3"/>
          <a:stretch>
            <a:fillRect/>
          </a:stretch>
        </p:blipFill>
        <p:spPr>
          <a:xfrm>
            <a:off x="0" y="5999669"/>
            <a:ext cx="3223098" cy="530149"/>
          </a:xfrm>
          <a:prstGeom prst="rect">
            <a:avLst/>
          </a:prstGeom>
        </p:spPr>
      </p:pic>
      <p:sp>
        <p:nvSpPr>
          <p:cNvPr id="6" name="Rectangle 5">
            <a:extLst>
              <a:ext uri="{FF2B5EF4-FFF2-40B4-BE49-F238E27FC236}">
                <a16:creationId xmlns:a16="http://schemas.microsoft.com/office/drawing/2014/main" id="{B27D79F1-F3BE-A580-6A25-1527E77EB952}"/>
              </a:ext>
            </a:extLst>
          </p:cNvPr>
          <p:cNvSpPr/>
          <p:nvPr/>
        </p:nvSpPr>
        <p:spPr>
          <a:xfrm>
            <a:off x="0" y="6556443"/>
            <a:ext cx="12192000" cy="301557"/>
          </a:xfrm>
          <a:prstGeom prst="rect">
            <a:avLst/>
          </a:prstGeom>
          <a:solidFill>
            <a:srgbClr val="502D7F"/>
          </a:solidFill>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85326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741C2-F341-CA90-6BE3-BA602445E9BF}"/>
              </a:ext>
            </a:extLst>
          </p:cNvPr>
          <p:cNvSpPr>
            <a:spLocks noGrp="1"/>
          </p:cNvSpPr>
          <p:nvPr>
            <p:ph type="title"/>
          </p:nvPr>
        </p:nvSpPr>
        <p:spPr/>
        <p:txBody>
          <a:bodyPr/>
          <a:lstStyle/>
          <a:p>
            <a:r>
              <a:rPr lang="en-US" dirty="0"/>
              <a:t>The Question</a:t>
            </a:r>
          </a:p>
        </p:txBody>
      </p:sp>
      <p:sp>
        <p:nvSpPr>
          <p:cNvPr id="3" name="Content Placeholder 2">
            <a:extLst>
              <a:ext uri="{FF2B5EF4-FFF2-40B4-BE49-F238E27FC236}">
                <a16:creationId xmlns:a16="http://schemas.microsoft.com/office/drawing/2014/main" id="{9AA34F5C-5B6F-EA39-C619-4F980D70A348}"/>
              </a:ext>
            </a:extLst>
          </p:cNvPr>
          <p:cNvSpPr>
            <a:spLocks noGrp="1"/>
          </p:cNvSpPr>
          <p:nvPr>
            <p:ph idx="1"/>
          </p:nvPr>
        </p:nvSpPr>
        <p:spPr>
          <a:xfrm>
            <a:off x="838200" y="1825625"/>
            <a:ext cx="10515600" cy="2418129"/>
          </a:xfrm>
        </p:spPr>
        <p:txBody>
          <a:bodyPr/>
          <a:lstStyle/>
          <a:p>
            <a:pPr marL="0" indent="0">
              <a:buNone/>
            </a:pPr>
            <a:r>
              <a:rPr lang="en-US" dirty="0"/>
              <a:t>My department chair asked me the following question</a:t>
            </a:r>
          </a:p>
          <a:p>
            <a:pPr marL="0" indent="0">
              <a:buNone/>
            </a:pPr>
            <a:endParaRPr lang="en-US" dirty="0"/>
          </a:p>
          <a:p>
            <a:pPr marL="0" indent="0">
              <a:buNone/>
            </a:pPr>
            <a:r>
              <a:rPr lang="en-US" dirty="0"/>
              <a:t>“Dr. Hart, is it possible to teach a technical AI course to an interdisciplinary STEM group of graduate students with no assumed course prerequisites?”</a:t>
            </a:r>
          </a:p>
        </p:txBody>
      </p:sp>
      <p:sp>
        <p:nvSpPr>
          <p:cNvPr id="4" name="Footer Placeholder 3">
            <a:extLst>
              <a:ext uri="{FF2B5EF4-FFF2-40B4-BE49-F238E27FC236}">
                <a16:creationId xmlns:a16="http://schemas.microsoft.com/office/drawing/2014/main" id="{2EFDFD61-49CC-6C92-C8A0-56360BE9C3C9}"/>
              </a:ext>
            </a:extLst>
          </p:cNvPr>
          <p:cNvSpPr>
            <a:spLocks noGrp="1"/>
          </p:cNvSpPr>
          <p:nvPr>
            <p:ph type="ftr" sz="quarter" idx="11"/>
          </p:nvPr>
        </p:nvSpPr>
        <p:spPr/>
        <p:txBody>
          <a:bodyPr/>
          <a:lstStyle/>
          <a:p>
            <a:r>
              <a:rPr lang="en-US"/>
              <a:t>Teaching Technical Interdisciplinary AI</a:t>
            </a:r>
            <a:endParaRPr lang="en-US" dirty="0"/>
          </a:p>
        </p:txBody>
      </p:sp>
      <p:sp>
        <p:nvSpPr>
          <p:cNvPr id="5" name="Slide Number Placeholder 4">
            <a:extLst>
              <a:ext uri="{FF2B5EF4-FFF2-40B4-BE49-F238E27FC236}">
                <a16:creationId xmlns:a16="http://schemas.microsoft.com/office/drawing/2014/main" id="{1F74FBCB-7807-FA53-6EE0-931F6C060EB6}"/>
              </a:ext>
            </a:extLst>
          </p:cNvPr>
          <p:cNvSpPr>
            <a:spLocks noGrp="1"/>
          </p:cNvSpPr>
          <p:nvPr>
            <p:ph type="sldNum" sz="quarter" idx="12"/>
          </p:nvPr>
        </p:nvSpPr>
        <p:spPr/>
        <p:txBody>
          <a:bodyPr/>
          <a:lstStyle/>
          <a:p>
            <a:fld id="{A2FBCBCB-1857-134E-A886-B29ABF647EA7}" type="slidenum">
              <a:rPr lang="en-US" smtClean="0"/>
              <a:t>2</a:t>
            </a:fld>
            <a:endParaRPr lang="en-US"/>
          </a:p>
        </p:txBody>
      </p:sp>
      <p:sp>
        <p:nvSpPr>
          <p:cNvPr id="6" name="Content Placeholder 2">
            <a:extLst>
              <a:ext uri="{FF2B5EF4-FFF2-40B4-BE49-F238E27FC236}">
                <a16:creationId xmlns:a16="http://schemas.microsoft.com/office/drawing/2014/main" id="{0B779865-AE3D-BDBB-01E9-B741E5C3BBE6}"/>
              </a:ext>
            </a:extLst>
          </p:cNvPr>
          <p:cNvSpPr txBox="1">
            <a:spLocks/>
          </p:cNvSpPr>
          <p:nvPr/>
        </p:nvSpPr>
        <p:spPr>
          <a:xfrm>
            <a:off x="838200" y="4568825"/>
            <a:ext cx="10515600" cy="78862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solidFill>
                  <a:srgbClr val="00B050"/>
                </a:solidFill>
              </a:rPr>
              <a:t>Easy, right?</a:t>
            </a:r>
          </a:p>
        </p:txBody>
      </p:sp>
    </p:spTree>
    <p:extLst>
      <p:ext uri="{BB962C8B-B14F-4D97-AF65-F5344CB8AC3E}">
        <p14:creationId xmlns:p14="http://schemas.microsoft.com/office/powerpoint/2010/main" val="1252396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9DB78-8F60-55C5-A18C-62BF3A3748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8B26B2-271F-8690-C954-B6516A2F587E}"/>
              </a:ext>
            </a:extLst>
          </p:cNvPr>
          <p:cNvSpPr>
            <a:spLocks noGrp="1"/>
          </p:cNvSpPr>
          <p:nvPr>
            <p:ph type="title"/>
          </p:nvPr>
        </p:nvSpPr>
        <p:spPr/>
        <p:txBody>
          <a:bodyPr/>
          <a:lstStyle/>
          <a:p>
            <a:r>
              <a:rPr lang="en-US" dirty="0"/>
              <a:t>The Challenges</a:t>
            </a:r>
          </a:p>
        </p:txBody>
      </p:sp>
      <p:sp>
        <p:nvSpPr>
          <p:cNvPr id="3" name="Content Placeholder 2">
            <a:extLst>
              <a:ext uri="{FF2B5EF4-FFF2-40B4-BE49-F238E27FC236}">
                <a16:creationId xmlns:a16="http://schemas.microsoft.com/office/drawing/2014/main" id="{603D2BD7-16E6-C818-65C3-934E2565CA6E}"/>
              </a:ext>
            </a:extLst>
          </p:cNvPr>
          <p:cNvSpPr>
            <a:spLocks noGrp="1"/>
          </p:cNvSpPr>
          <p:nvPr>
            <p:ph idx="1"/>
          </p:nvPr>
        </p:nvSpPr>
        <p:spPr/>
        <p:txBody>
          <a:bodyPr>
            <a:normAutofit/>
          </a:bodyPr>
          <a:lstStyle/>
          <a:p>
            <a:r>
              <a:rPr lang="en-US" b="1" dirty="0"/>
              <a:t>The field is too wide </a:t>
            </a:r>
            <a:r>
              <a:rPr lang="en-US" dirty="0"/>
              <a:t>– When students are coming from different disciplines, some may need tools from computer vision, NLP, reinforcement learning, etc. How do you know what to teach?</a:t>
            </a:r>
          </a:p>
          <a:p>
            <a:r>
              <a:rPr lang="en-US" b="1" dirty="0"/>
              <a:t>The field is too deep </a:t>
            </a:r>
            <a:r>
              <a:rPr lang="en-US" dirty="0"/>
              <a:t>– We have entire courses (sometimes more) on just a single topic like computer vision. How do you get students “up to speed” on all the details they need?</a:t>
            </a:r>
          </a:p>
          <a:p>
            <a:r>
              <a:rPr lang="en-US" b="1" dirty="0"/>
              <a:t>Too many kinds of knowledge gaps </a:t>
            </a:r>
            <a:r>
              <a:rPr lang="en-US" dirty="0"/>
              <a:t>– Students from different fields have different kinds of misunderstandings about the material. How can you possibly address those gaps for each one?</a:t>
            </a:r>
            <a:endParaRPr lang="en-US" b="1" dirty="0"/>
          </a:p>
          <a:p>
            <a:endParaRPr lang="en-US" b="1" dirty="0"/>
          </a:p>
        </p:txBody>
      </p:sp>
      <p:sp>
        <p:nvSpPr>
          <p:cNvPr id="4" name="Footer Placeholder 3">
            <a:extLst>
              <a:ext uri="{FF2B5EF4-FFF2-40B4-BE49-F238E27FC236}">
                <a16:creationId xmlns:a16="http://schemas.microsoft.com/office/drawing/2014/main" id="{AE1C850C-F214-2F3C-9EF5-95C7108C63FF}"/>
              </a:ext>
            </a:extLst>
          </p:cNvPr>
          <p:cNvSpPr>
            <a:spLocks noGrp="1"/>
          </p:cNvSpPr>
          <p:nvPr>
            <p:ph type="ftr" sz="quarter" idx="11"/>
          </p:nvPr>
        </p:nvSpPr>
        <p:spPr/>
        <p:txBody>
          <a:bodyPr/>
          <a:lstStyle/>
          <a:p>
            <a:r>
              <a:rPr lang="en-US"/>
              <a:t>Teaching Technical Interdisciplinary AI</a:t>
            </a:r>
            <a:endParaRPr lang="en-US" dirty="0"/>
          </a:p>
        </p:txBody>
      </p:sp>
      <p:sp>
        <p:nvSpPr>
          <p:cNvPr id="5" name="Slide Number Placeholder 4">
            <a:extLst>
              <a:ext uri="{FF2B5EF4-FFF2-40B4-BE49-F238E27FC236}">
                <a16:creationId xmlns:a16="http://schemas.microsoft.com/office/drawing/2014/main" id="{C84A9CCE-F843-A87E-88C4-3B61EAC47CF8}"/>
              </a:ext>
            </a:extLst>
          </p:cNvPr>
          <p:cNvSpPr>
            <a:spLocks noGrp="1"/>
          </p:cNvSpPr>
          <p:nvPr>
            <p:ph type="sldNum" sz="quarter" idx="12"/>
          </p:nvPr>
        </p:nvSpPr>
        <p:spPr/>
        <p:txBody>
          <a:bodyPr/>
          <a:lstStyle/>
          <a:p>
            <a:fld id="{A2FBCBCB-1857-134E-A886-B29ABF647EA7}" type="slidenum">
              <a:rPr lang="en-US" smtClean="0"/>
              <a:t>3</a:t>
            </a:fld>
            <a:endParaRPr lang="en-US"/>
          </a:p>
        </p:txBody>
      </p:sp>
    </p:spTree>
    <p:extLst>
      <p:ext uri="{BB962C8B-B14F-4D97-AF65-F5344CB8AC3E}">
        <p14:creationId xmlns:p14="http://schemas.microsoft.com/office/powerpoint/2010/main" val="4133830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1D35B-4EC4-3F55-8D60-2CBDD26231C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A01209-05D6-C7A7-26B1-9F61A4B2FBC8}"/>
              </a:ext>
            </a:extLst>
          </p:cNvPr>
          <p:cNvSpPr>
            <a:spLocks noGrp="1"/>
          </p:cNvSpPr>
          <p:nvPr>
            <p:ph idx="1"/>
          </p:nvPr>
        </p:nvSpPr>
        <p:spPr>
          <a:xfrm>
            <a:off x="838200" y="3112477"/>
            <a:ext cx="10515600" cy="633046"/>
          </a:xfrm>
        </p:spPr>
        <p:txBody>
          <a:bodyPr>
            <a:normAutofit/>
          </a:bodyPr>
          <a:lstStyle/>
          <a:p>
            <a:pPr marL="0" indent="0" algn="ctr">
              <a:buNone/>
            </a:pPr>
            <a:r>
              <a:rPr lang="en-US" sz="3600" dirty="0"/>
              <a:t>“Sure, let’s try it.”</a:t>
            </a:r>
          </a:p>
        </p:txBody>
      </p:sp>
      <p:sp>
        <p:nvSpPr>
          <p:cNvPr id="4" name="Footer Placeholder 3">
            <a:extLst>
              <a:ext uri="{FF2B5EF4-FFF2-40B4-BE49-F238E27FC236}">
                <a16:creationId xmlns:a16="http://schemas.microsoft.com/office/drawing/2014/main" id="{1D881AA6-75AB-2D24-BD41-7FD272C29D56}"/>
              </a:ext>
            </a:extLst>
          </p:cNvPr>
          <p:cNvSpPr>
            <a:spLocks noGrp="1"/>
          </p:cNvSpPr>
          <p:nvPr>
            <p:ph type="ftr" sz="quarter" idx="11"/>
          </p:nvPr>
        </p:nvSpPr>
        <p:spPr/>
        <p:txBody>
          <a:bodyPr/>
          <a:lstStyle/>
          <a:p>
            <a:r>
              <a:rPr lang="en-US"/>
              <a:t>Teaching Technical Interdisciplinary AI</a:t>
            </a:r>
            <a:endParaRPr lang="en-US" dirty="0"/>
          </a:p>
        </p:txBody>
      </p:sp>
      <p:sp>
        <p:nvSpPr>
          <p:cNvPr id="5" name="Slide Number Placeholder 4">
            <a:extLst>
              <a:ext uri="{FF2B5EF4-FFF2-40B4-BE49-F238E27FC236}">
                <a16:creationId xmlns:a16="http://schemas.microsoft.com/office/drawing/2014/main" id="{D3D6D786-A950-8F53-B026-273678E8A61B}"/>
              </a:ext>
            </a:extLst>
          </p:cNvPr>
          <p:cNvSpPr>
            <a:spLocks noGrp="1"/>
          </p:cNvSpPr>
          <p:nvPr>
            <p:ph type="sldNum" sz="quarter" idx="12"/>
          </p:nvPr>
        </p:nvSpPr>
        <p:spPr/>
        <p:txBody>
          <a:bodyPr/>
          <a:lstStyle/>
          <a:p>
            <a:fld id="{A2FBCBCB-1857-134E-A886-B29ABF647EA7}" type="slidenum">
              <a:rPr lang="en-US" smtClean="0"/>
              <a:t>4</a:t>
            </a:fld>
            <a:endParaRPr lang="en-US"/>
          </a:p>
        </p:txBody>
      </p:sp>
    </p:spTree>
    <p:extLst>
      <p:ext uri="{BB962C8B-B14F-4D97-AF65-F5344CB8AC3E}">
        <p14:creationId xmlns:p14="http://schemas.microsoft.com/office/powerpoint/2010/main" val="483489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9A547-340E-88A8-4936-ED35CAAC12DA}"/>
              </a:ext>
            </a:extLst>
          </p:cNvPr>
          <p:cNvSpPr>
            <a:spLocks noGrp="1"/>
          </p:cNvSpPr>
          <p:nvPr>
            <p:ph type="title"/>
          </p:nvPr>
        </p:nvSpPr>
        <p:spPr/>
        <p:txBody>
          <a:bodyPr/>
          <a:lstStyle/>
          <a:p>
            <a:r>
              <a:rPr lang="en-US" dirty="0"/>
              <a:t>Key Realizations</a:t>
            </a:r>
          </a:p>
        </p:txBody>
      </p:sp>
      <p:sp>
        <p:nvSpPr>
          <p:cNvPr id="3" name="Content Placeholder 2">
            <a:extLst>
              <a:ext uri="{FF2B5EF4-FFF2-40B4-BE49-F238E27FC236}">
                <a16:creationId xmlns:a16="http://schemas.microsoft.com/office/drawing/2014/main" id="{27877EF9-AB7F-0DB4-74A3-8060D02D6E68}"/>
              </a:ext>
            </a:extLst>
          </p:cNvPr>
          <p:cNvSpPr>
            <a:spLocks noGrp="1"/>
          </p:cNvSpPr>
          <p:nvPr>
            <p:ph idx="1"/>
          </p:nvPr>
        </p:nvSpPr>
        <p:spPr/>
        <p:txBody>
          <a:bodyPr>
            <a:normAutofit/>
          </a:bodyPr>
          <a:lstStyle/>
          <a:p>
            <a:r>
              <a:rPr lang="en-US" b="1" dirty="0"/>
              <a:t>The supervised learning pipeline is fundamental – </a:t>
            </a:r>
            <a:r>
              <a:rPr lang="en-US" dirty="0"/>
              <a:t>Every student should know it and implement it. They should also know how to run it for the kind of data in their field.</a:t>
            </a:r>
          </a:p>
          <a:p>
            <a:r>
              <a:rPr lang="en-US" b="1" dirty="0"/>
              <a:t>Get to transformers as fast as possible </a:t>
            </a:r>
            <a:r>
              <a:rPr lang="en-US" dirty="0"/>
              <a:t>– The transformer unifies across data types and disciplines.</a:t>
            </a:r>
            <a:endParaRPr lang="en-US" b="1" dirty="0"/>
          </a:p>
          <a:p>
            <a:r>
              <a:rPr lang="en-US" b="1" dirty="0"/>
              <a:t>Use AI tools themselves to help students self-learn </a:t>
            </a:r>
            <a:r>
              <a:rPr lang="en-US" dirty="0"/>
              <a:t>- I’m not qualified to fill in the gap for a biology student, but AI is. </a:t>
            </a:r>
          </a:p>
          <a:p>
            <a:r>
              <a:rPr lang="en-US" b="1" dirty="0"/>
              <a:t>Keep it open – </a:t>
            </a:r>
            <a:r>
              <a:rPr lang="en-US" dirty="0"/>
              <a:t>Students need the space to explore ideas in their own disciplines.</a:t>
            </a:r>
          </a:p>
        </p:txBody>
      </p:sp>
      <p:sp>
        <p:nvSpPr>
          <p:cNvPr id="4" name="Footer Placeholder 3">
            <a:extLst>
              <a:ext uri="{FF2B5EF4-FFF2-40B4-BE49-F238E27FC236}">
                <a16:creationId xmlns:a16="http://schemas.microsoft.com/office/drawing/2014/main" id="{115249FA-75B8-A24F-29FC-E03B0C8396A0}"/>
              </a:ext>
            </a:extLst>
          </p:cNvPr>
          <p:cNvSpPr>
            <a:spLocks noGrp="1"/>
          </p:cNvSpPr>
          <p:nvPr>
            <p:ph type="ftr" sz="quarter" idx="11"/>
          </p:nvPr>
        </p:nvSpPr>
        <p:spPr/>
        <p:txBody>
          <a:bodyPr/>
          <a:lstStyle/>
          <a:p>
            <a:r>
              <a:rPr lang="en-US"/>
              <a:t>Teaching Technical Interdisciplinary AI</a:t>
            </a:r>
            <a:endParaRPr lang="en-US" dirty="0"/>
          </a:p>
        </p:txBody>
      </p:sp>
      <p:sp>
        <p:nvSpPr>
          <p:cNvPr id="5" name="Slide Number Placeholder 4">
            <a:extLst>
              <a:ext uri="{FF2B5EF4-FFF2-40B4-BE49-F238E27FC236}">
                <a16:creationId xmlns:a16="http://schemas.microsoft.com/office/drawing/2014/main" id="{13361D18-5706-8FD3-2BF0-23C88B049824}"/>
              </a:ext>
            </a:extLst>
          </p:cNvPr>
          <p:cNvSpPr>
            <a:spLocks noGrp="1"/>
          </p:cNvSpPr>
          <p:nvPr>
            <p:ph type="sldNum" sz="quarter" idx="12"/>
          </p:nvPr>
        </p:nvSpPr>
        <p:spPr/>
        <p:txBody>
          <a:bodyPr/>
          <a:lstStyle/>
          <a:p>
            <a:fld id="{A2FBCBCB-1857-134E-A886-B29ABF647EA7}" type="slidenum">
              <a:rPr lang="en-US" smtClean="0"/>
              <a:t>5</a:t>
            </a:fld>
            <a:endParaRPr lang="en-US"/>
          </a:p>
        </p:txBody>
      </p:sp>
    </p:spTree>
    <p:extLst>
      <p:ext uri="{BB962C8B-B14F-4D97-AF65-F5344CB8AC3E}">
        <p14:creationId xmlns:p14="http://schemas.microsoft.com/office/powerpoint/2010/main" val="2950760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3328C-5349-CC05-5EF3-266DD9C932D5}"/>
              </a:ext>
            </a:extLst>
          </p:cNvPr>
          <p:cNvSpPr>
            <a:spLocks noGrp="1"/>
          </p:cNvSpPr>
          <p:nvPr>
            <p:ph type="title"/>
          </p:nvPr>
        </p:nvSpPr>
        <p:spPr/>
        <p:txBody>
          <a:bodyPr/>
          <a:lstStyle/>
          <a:p>
            <a:r>
              <a:rPr lang="en-US" dirty="0"/>
              <a:t>NAIRR Setup - </a:t>
            </a:r>
            <a:r>
              <a:rPr lang="en-US" dirty="0" err="1"/>
              <a:t>JupyterLab</a:t>
            </a:r>
            <a:endParaRPr lang="en-US" dirty="0"/>
          </a:p>
        </p:txBody>
      </p:sp>
      <p:sp>
        <p:nvSpPr>
          <p:cNvPr id="3" name="Content Placeholder 2">
            <a:extLst>
              <a:ext uri="{FF2B5EF4-FFF2-40B4-BE49-F238E27FC236}">
                <a16:creationId xmlns:a16="http://schemas.microsoft.com/office/drawing/2014/main" id="{40D48AF1-E0D7-5BA5-4B29-E4A46646338E}"/>
              </a:ext>
            </a:extLst>
          </p:cNvPr>
          <p:cNvSpPr>
            <a:spLocks noGrp="1"/>
          </p:cNvSpPr>
          <p:nvPr>
            <p:ph idx="1"/>
          </p:nvPr>
        </p:nvSpPr>
        <p:spPr/>
        <p:txBody>
          <a:bodyPr/>
          <a:lstStyle/>
          <a:p>
            <a:r>
              <a:rPr lang="en-US" dirty="0"/>
              <a:t>Students from different disciplines (and even computer science) are unlikely to have the needed compute hardware to train or fine-tune models.</a:t>
            </a:r>
          </a:p>
          <a:p>
            <a:r>
              <a:rPr lang="en-US" dirty="0"/>
              <a:t>For the course, I set up a </a:t>
            </a:r>
            <a:r>
              <a:rPr lang="en-US" dirty="0" err="1"/>
              <a:t>JupyterLab</a:t>
            </a:r>
            <a:r>
              <a:rPr lang="en-US" dirty="0"/>
              <a:t> environment for my students.</a:t>
            </a:r>
          </a:p>
          <a:p>
            <a:r>
              <a:rPr lang="en-US" dirty="0"/>
              <a:t>Gratefully, NAIRR provided great support and instructions for doing so:</a:t>
            </a:r>
          </a:p>
          <a:p>
            <a:pPr lvl="1"/>
            <a:r>
              <a:rPr lang="en-US" u="sng" dirty="0">
                <a:hlinkClick r:id="rId2"/>
              </a:rPr>
              <a:t>Getting Started with NRP Nautilus</a:t>
            </a:r>
            <a:endParaRPr lang="en-US" dirty="0"/>
          </a:p>
          <a:p>
            <a:pPr lvl="1"/>
            <a:r>
              <a:rPr lang="en-US" u="sng" dirty="0">
                <a:hlinkClick r:id="rId3"/>
              </a:rPr>
              <a:t>Deploy JupyterHub</a:t>
            </a:r>
            <a:endParaRPr lang="en-US" dirty="0"/>
          </a:p>
          <a:p>
            <a:pPr lvl="1"/>
            <a:endParaRPr lang="en-US" dirty="0"/>
          </a:p>
        </p:txBody>
      </p:sp>
      <p:sp>
        <p:nvSpPr>
          <p:cNvPr id="4" name="Footer Placeholder 3">
            <a:extLst>
              <a:ext uri="{FF2B5EF4-FFF2-40B4-BE49-F238E27FC236}">
                <a16:creationId xmlns:a16="http://schemas.microsoft.com/office/drawing/2014/main" id="{99238B2E-29B6-9AD9-F792-994A84801ECC}"/>
              </a:ext>
            </a:extLst>
          </p:cNvPr>
          <p:cNvSpPr>
            <a:spLocks noGrp="1"/>
          </p:cNvSpPr>
          <p:nvPr>
            <p:ph type="ftr" sz="quarter" idx="11"/>
          </p:nvPr>
        </p:nvSpPr>
        <p:spPr/>
        <p:txBody>
          <a:bodyPr/>
          <a:lstStyle/>
          <a:p>
            <a:r>
              <a:rPr lang="en-US"/>
              <a:t>Teaching Technical Interdisciplinary AI</a:t>
            </a:r>
            <a:endParaRPr lang="en-US" dirty="0"/>
          </a:p>
        </p:txBody>
      </p:sp>
      <p:sp>
        <p:nvSpPr>
          <p:cNvPr id="5" name="Slide Number Placeholder 4">
            <a:extLst>
              <a:ext uri="{FF2B5EF4-FFF2-40B4-BE49-F238E27FC236}">
                <a16:creationId xmlns:a16="http://schemas.microsoft.com/office/drawing/2014/main" id="{BDEA0B61-3466-1F97-4AD3-4E9FFA47AFE8}"/>
              </a:ext>
            </a:extLst>
          </p:cNvPr>
          <p:cNvSpPr>
            <a:spLocks noGrp="1"/>
          </p:cNvSpPr>
          <p:nvPr>
            <p:ph type="sldNum" sz="quarter" idx="12"/>
          </p:nvPr>
        </p:nvSpPr>
        <p:spPr/>
        <p:txBody>
          <a:bodyPr/>
          <a:lstStyle/>
          <a:p>
            <a:fld id="{A2FBCBCB-1857-134E-A886-B29ABF647EA7}" type="slidenum">
              <a:rPr lang="en-US" smtClean="0"/>
              <a:t>6</a:t>
            </a:fld>
            <a:endParaRPr lang="en-US"/>
          </a:p>
        </p:txBody>
      </p:sp>
    </p:spTree>
    <p:extLst>
      <p:ext uri="{BB962C8B-B14F-4D97-AF65-F5344CB8AC3E}">
        <p14:creationId xmlns:p14="http://schemas.microsoft.com/office/powerpoint/2010/main" val="3032868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AEC8F2E-B90E-9F67-4C33-262ED20F6F65}"/>
              </a:ext>
            </a:extLst>
          </p:cNvPr>
          <p:cNvSpPr>
            <a:spLocks noGrp="1"/>
          </p:cNvSpPr>
          <p:nvPr>
            <p:ph type="ftr" sz="quarter" idx="11"/>
          </p:nvPr>
        </p:nvSpPr>
        <p:spPr/>
        <p:txBody>
          <a:bodyPr/>
          <a:lstStyle/>
          <a:p>
            <a:r>
              <a:rPr lang="en-US"/>
              <a:t>Teaching Technical Interdisciplinary AI</a:t>
            </a:r>
            <a:endParaRPr lang="en-US" dirty="0"/>
          </a:p>
        </p:txBody>
      </p:sp>
      <p:sp>
        <p:nvSpPr>
          <p:cNvPr id="5" name="Slide Number Placeholder 4">
            <a:extLst>
              <a:ext uri="{FF2B5EF4-FFF2-40B4-BE49-F238E27FC236}">
                <a16:creationId xmlns:a16="http://schemas.microsoft.com/office/drawing/2014/main" id="{DF91AF5E-5B6D-2D84-C1A6-64577FC0892C}"/>
              </a:ext>
            </a:extLst>
          </p:cNvPr>
          <p:cNvSpPr>
            <a:spLocks noGrp="1"/>
          </p:cNvSpPr>
          <p:nvPr>
            <p:ph type="sldNum" sz="quarter" idx="12"/>
          </p:nvPr>
        </p:nvSpPr>
        <p:spPr/>
        <p:txBody>
          <a:bodyPr/>
          <a:lstStyle/>
          <a:p>
            <a:fld id="{A2FBCBCB-1857-134E-A886-B29ABF647EA7}" type="slidenum">
              <a:rPr lang="en-US" smtClean="0"/>
              <a:t>7</a:t>
            </a:fld>
            <a:endParaRPr lang="en-US"/>
          </a:p>
        </p:txBody>
      </p:sp>
      <p:pic>
        <p:nvPicPr>
          <p:cNvPr id="7" name="Picture 6">
            <a:extLst>
              <a:ext uri="{FF2B5EF4-FFF2-40B4-BE49-F238E27FC236}">
                <a16:creationId xmlns:a16="http://schemas.microsoft.com/office/drawing/2014/main" id="{B76D9DEB-10BE-13C9-BF91-09DB3C1AF6C2}"/>
              </a:ext>
            </a:extLst>
          </p:cNvPr>
          <p:cNvPicPr>
            <a:picLocks noChangeAspect="1"/>
          </p:cNvPicPr>
          <p:nvPr/>
        </p:nvPicPr>
        <p:blipFill>
          <a:blip r:embed="rId2"/>
          <a:stretch>
            <a:fillRect/>
          </a:stretch>
        </p:blipFill>
        <p:spPr>
          <a:xfrm>
            <a:off x="0" y="26625"/>
            <a:ext cx="12284883" cy="6521366"/>
          </a:xfrm>
          <a:prstGeom prst="rect">
            <a:avLst/>
          </a:prstGeom>
        </p:spPr>
      </p:pic>
    </p:spTree>
    <p:extLst>
      <p:ext uri="{BB962C8B-B14F-4D97-AF65-F5344CB8AC3E}">
        <p14:creationId xmlns:p14="http://schemas.microsoft.com/office/powerpoint/2010/main" val="3629847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19DC4-87B2-B93F-2C49-FB24F2CA4ADA}"/>
              </a:ext>
            </a:extLst>
          </p:cNvPr>
          <p:cNvSpPr>
            <a:spLocks noGrp="1"/>
          </p:cNvSpPr>
          <p:nvPr>
            <p:ph type="title"/>
          </p:nvPr>
        </p:nvSpPr>
        <p:spPr/>
        <p:txBody>
          <a:bodyPr/>
          <a:lstStyle/>
          <a:p>
            <a:r>
              <a:rPr lang="en-US" dirty="0"/>
              <a:t>The Lesson Structure</a:t>
            </a:r>
          </a:p>
        </p:txBody>
      </p:sp>
      <p:sp>
        <p:nvSpPr>
          <p:cNvPr id="3" name="Content Placeholder 2">
            <a:extLst>
              <a:ext uri="{FF2B5EF4-FFF2-40B4-BE49-F238E27FC236}">
                <a16:creationId xmlns:a16="http://schemas.microsoft.com/office/drawing/2014/main" id="{3131D249-B589-0A80-6369-4CE50A242FDA}"/>
              </a:ext>
            </a:extLst>
          </p:cNvPr>
          <p:cNvSpPr>
            <a:spLocks noGrp="1"/>
          </p:cNvSpPr>
          <p:nvPr>
            <p:ph idx="1"/>
          </p:nvPr>
        </p:nvSpPr>
        <p:spPr>
          <a:xfrm>
            <a:off x="486508" y="1690688"/>
            <a:ext cx="6207369" cy="4174044"/>
          </a:xfrm>
        </p:spPr>
        <p:txBody>
          <a:bodyPr>
            <a:normAutofit fontScale="92500"/>
          </a:bodyPr>
          <a:lstStyle/>
          <a:p>
            <a:r>
              <a:rPr lang="en-US" dirty="0"/>
              <a:t>Week 1– Understanding ML and AI</a:t>
            </a:r>
          </a:p>
          <a:p>
            <a:r>
              <a:rPr lang="en-US" dirty="0"/>
              <a:t>Week 2 – Supervised Learning and MLP</a:t>
            </a:r>
          </a:p>
          <a:p>
            <a:r>
              <a:rPr lang="en-US" dirty="0"/>
              <a:t>Week 3 – Loss Functions and Backprop</a:t>
            </a:r>
          </a:p>
          <a:p>
            <a:r>
              <a:rPr lang="en-US" dirty="0"/>
              <a:t>Week 4 – </a:t>
            </a:r>
            <a:r>
              <a:rPr lang="en-US" dirty="0" err="1"/>
              <a:t>PyTorch</a:t>
            </a:r>
            <a:r>
              <a:rPr lang="en-US" dirty="0"/>
              <a:t> Lightning</a:t>
            </a:r>
          </a:p>
          <a:p>
            <a:r>
              <a:rPr lang="en-US" dirty="0"/>
              <a:t>Week 5 – Configuring Hyperparameters</a:t>
            </a:r>
          </a:p>
          <a:p>
            <a:r>
              <a:rPr lang="en-US" dirty="0"/>
              <a:t>Week 6 – CNNs and Pretraining</a:t>
            </a:r>
          </a:p>
          <a:p>
            <a:r>
              <a:rPr lang="en-US" dirty="0"/>
              <a:t>Week 7 – Transformers</a:t>
            </a:r>
          </a:p>
          <a:p>
            <a:r>
              <a:rPr lang="en-US" dirty="0"/>
              <a:t>Week 8 – Adapting to New Domains</a:t>
            </a:r>
          </a:p>
        </p:txBody>
      </p:sp>
      <p:sp>
        <p:nvSpPr>
          <p:cNvPr id="4" name="Footer Placeholder 3">
            <a:extLst>
              <a:ext uri="{FF2B5EF4-FFF2-40B4-BE49-F238E27FC236}">
                <a16:creationId xmlns:a16="http://schemas.microsoft.com/office/drawing/2014/main" id="{B5D2B0E4-EA63-8295-28C2-02731FED38B5}"/>
              </a:ext>
            </a:extLst>
          </p:cNvPr>
          <p:cNvSpPr>
            <a:spLocks noGrp="1"/>
          </p:cNvSpPr>
          <p:nvPr>
            <p:ph type="ftr" sz="quarter" idx="11"/>
          </p:nvPr>
        </p:nvSpPr>
        <p:spPr/>
        <p:txBody>
          <a:bodyPr/>
          <a:lstStyle/>
          <a:p>
            <a:r>
              <a:rPr lang="en-US"/>
              <a:t>Teaching Technical Interdisciplinary AI</a:t>
            </a:r>
            <a:endParaRPr lang="en-US" dirty="0"/>
          </a:p>
        </p:txBody>
      </p:sp>
      <p:sp>
        <p:nvSpPr>
          <p:cNvPr id="5" name="Slide Number Placeholder 4">
            <a:extLst>
              <a:ext uri="{FF2B5EF4-FFF2-40B4-BE49-F238E27FC236}">
                <a16:creationId xmlns:a16="http://schemas.microsoft.com/office/drawing/2014/main" id="{BC8DD12C-EA63-EB25-C213-77EC2041231F}"/>
              </a:ext>
            </a:extLst>
          </p:cNvPr>
          <p:cNvSpPr>
            <a:spLocks noGrp="1"/>
          </p:cNvSpPr>
          <p:nvPr>
            <p:ph type="sldNum" sz="quarter" idx="12"/>
          </p:nvPr>
        </p:nvSpPr>
        <p:spPr/>
        <p:txBody>
          <a:bodyPr/>
          <a:lstStyle/>
          <a:p>
            <a:fld id="{A2FBCBCB-1857-134E-A886-B29ABF647EA7}" type="slidenum">
              <a:rPr lang="en-US" smtClean="0"/>
              <a:t>8</a:t>
            </a:fld>
            <a:endParaRPr lang="en-US"/>
          </a:p>
        </p:txBody>
      </p:sp>
      <p:sp>
        <p:nvSpPr>
          <p:cNvPr id="6" name="Content Placeholder 2">
            <a:extLst>
              <a:ext uri="{FF2B5EF4-FFF2-40B4-BE49-F238E27FC236}">
                <a16:creationId xmlns:a16="http://schemas.microsoft.com/office/drawing/2014/main" id="{6A2F37B2-5809-B8C6-0A3D-4F684A17CBC0}"/>
              </a:ext>
            </a:extLst>
          </p:cNvPr>
          <p:cNvSpPr txBox="1">
            <a:spLocks/>
          </p:cNvSpPr>
          <p:nvPr/>
        </p:nvSpPr>
        <p:spPr>
          <a:xfrm>
            <a:off x="6940062" y="1690688"/>
            <a:ext cx="4929553" cy="41740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Week 9 – Open Topics</a:t>
            </a:r>
          </a:p>
          <a:p>
            <a:r>
              <a:rPr lang="en-US" dirty="0"/>
              <a:t>Week 10 – Open Topics</a:t>
            </a:r>
          </a:p>
          <a:p>
            <a:r>
              <a:rPr lang="en-US" dirty="0"/>
              <a:t>Week 11 – Open Topics</a:t>
            </a:r>
          </a:p>
          <a:p>
            <a:r>
              <a:rPr lang="en-US" dirty="0"/>
              <a:t>Week 12 – GPT Models</a:t>
            </a:r>
          </a:p>
          <a:p>
            <a:r>
              <a:rPr lang="en-US" dirty="0"/>
              <a:t>Week 13 – Diffusion Models</a:t>
            </a:r>
          </a:p>
          <a:p>
            <a:r>
              <a:rPr lang="en-US" dirty="0"/>
              <a:t>Week 14 – AI Ethics</a:t>
            </a:r>
          </a:p>
          <a:p>
            <a:r>
              <a:rPr lang="en-US" dirty="0"/>
              <a:t>Week 15 – Reasoning Models</a:t>
            </a:r>
          </a:p>
        </p:txBody>
      </p:sp>
    </p:spTree>
    <p:extLst>
      <p:ext uri="{BB962C8B-B14F-4D97-AF65-F5344CB8AC3E}">
        <p14:creationId xmlns:p14="http://schemas.microsoft.com/office/powerpoint/2010/main" val="1425502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A67A5-567F-594D-DB04-6A8CEC77FB17}"/>
              </a:ext>
            </a:extLst>
          </p:cNvPr>
          <p:cNvSpPr>
            <a:spLocks noGrp="1"/>
          </p:cNvSpPr>
          <p:nvPr>
            <p:ph type="title"/>
          </p:nvPr>
        </p:nvSpPr>
        <p:spPr/>
        <p:txBody>
          <a:bodyPr/>
          <a:lstStyle/>
          <a:p>
            <a:r>
              <a:rPr lang="en-US" dirty="0"/>
              <a:t>Project 1: Most important to get right</a:t>
            </a:r>
          </a:p>
        </p:txBody>
      </p:sp>
      <p:sp>
        <p:nvSpPr>
          <p:cNvPr id="3" name="Content Placeholder 2">
            <a:extLst>
              <a:ext uri="{FF2B5EF4-FFF2-40B4-BE49-F238E27FC236}">
                <a16:creationId xmlns:a16="http://schemas.microsoft.com/office/drawing/2014/main" id="{A276FDB1-B28E-B560-E84D-4BD93B3BCBDE}"/>
              </a:ext>
            </a:extLst>
          </p:cNvPr>
          <p:cNvSpPr>
            <a:spLocks noGrp="1"/>
          </p:cNvSpPr>
          <p:nvPr>
            <p:ph idx="1"/>
          </p:nvPr>
        </p:nvSpPr>
        <p:spPr>
          <a:xfrm>
            <a:off x="838200" y="1825625"/>
            <a:ext cx="8033426" cy="4174044"/>
          </a:xfrm>
        </p:spPr>
        <p:txBody>
          <a:bodyPr>
            <a:normAutofit/>
          </a:bodyPr>
          <a:lstStyle/>
          <a:p>
            <a:r>
              <a:rPr lang="en-US" dirty="0"/>
              <a:t>It was very important that I got students onto the same footing as quickly as possible.</a:t>
            </a:r>
          </a:p>
          <a:p>
            <a:endParaRPr lang="en-US" dirty="0"/>
          </a:p>
          <a:p>
            <a:r>
              <a:rPr lang="en-US" dirty="0"/>
              <a:t>Project 1 walked students through configuring hyperparameters on a simple MLP network for a tabular dataset.</a:t>
            </a:r>
          </a:p>
          <a:p>
            <a:endParaRPr lang="en-US" dirty="0"/>
          </a:p>
          <a:p>
            <a:r>
              <a:rPr lang="en-US" dirty="0"/>
              <a:t>Overall, I kept the first two projects very guided, and the last two projects incredibly open.</a:t>
            </a:r>
          </a:p>
          <a:p>
            <a:endParaRPr lang="en-US" dirty="0"/>
          </a:p>
        </p:txBody>
      </p:sp>
      <p:sp>
        <p:nvSpPr>
          <p:cNvPr id="4" name="Footer Placeholder 3">
            <a:extLst>
              <a:ext uri="{FF2B5EF4-FFF2-40B4-BE49-F238E27FC236}">
                <a16:creationId xmlns:a16="http://schemas.microsoft.com/office/drawing/2014/main" id="{58255D03-7A89-0D6A-7E4A-015D82C004C5}"/>
              </a:ext>
            </a:extLst>
          </p:cNvPr>
          <p:cNvSpPr>
            <a:spLocks noGrp="1"/>
          </p:cNvSpPr>
          <p:nvPr>
            <p:ph type="ftr" sz="quarter" idx="11"/>
          </p:nvPr>
        </p:nvSpPr>
        <p:spPr/>
        <p:txBody>
          <a:bodyPr/>
          <a:lstStyle/>
          <a:p>
            <a:r>
              <a:rPr lang="en-US"/>
              <a:t>Teaching Technical Interdisciplinary AI</a:t>
            </a:r>
            <a:endParaRPr lang="en-US" dirty="0"/>
          </a:p>
        </p:txBody>
      </p:sp>
      <p:sp>
        <p:nvSpPr>
          <p:cNvPr id="5" name="Slide Number Placeholder 4">
            <a:extLst>
              <a:ext uri="{FF2B5EF4-FFF2-40B4-BE49-F238E27FC236}">
                <a16:creationId xmlns:a16="http://schemas.microsoft.com/office/drawing/2014/main" id="{6A745DD8-6E71-79A9-2767-B185AE3BA41E}"/>
              </a:ext>
            </a:extLst>
          </p:cNvPr>
          <p:cNvSpPr>
            <a:spLocks noGrp="1"/>
          </p:cNvSpPr>
          <p:nvPr>
            <p:ph type="sldNum" sz="quarter" idx="12"/>
          </p:nvPr>
        </p:nvSpPr>
        <p:spPr/>
        <p:txBody>
          <a:bodyPr/>
          <a:lstStyle/>
          <a:p>
            <a:fld id="{A2FBCBCB-1857-134E-A886-B29ABF647EA7}" type="slidenum">
              <a:rPr lang="en-US" smtClean="0"/>
              <a:t>9</a:t>
            </a:fld>
            <a:endParaRPr lang="en-US"/>
          </a:p>
        </p:txBody>
      </p:sp>
      <p:graphicFrame>
        <p:nvGraphicFramePr>
          <p:cNvPr id="8" name="Object 7">
            <a:extLst>
              <a:ext uri="{FF2B5EF4-FFF2-40B4-BE49-F238E27FC236}">
                <a16:creationId xmlns:a16="http://schemas.microsoft.com/office/drawing/2014/main" id="{FE52D01D-4941-061F-C279-99A0BA3D5C22}"/>
              </a:ext>
            </a:extLst>
          </p:cNvPr>
          <p:cNvGraphicFramePr>
            <a:graphicFrameLocks noChangeAspect="1"/>
          </p:cNvGraphicFramePr>
          <p:nvPr>
            <p:extLst>
              <p:ext uri="{D42A27DB-BD31-4B8C-83A1-F6EECF244321}">
                <p14:modId xmlns:p14="http://schemas.microsoft.com/office/powerpoint/2010/main" val="649578378"/>
              </p:ext>
            </p:extLst>
          </p:nvPr>
        </p:nvGraphicFramePr>
        <p:xfrm>
          <a:off x="9519461" y="2876161"/>
          <a:ext cx="1750656" cy="1105677"/>
        </p:xfrm>
        <a:graphic>
          <a:graphicData uri="http://schemas.openxmlformats.org/presentationml/2006/ole">
            <mc:AlternateContent xmlns:mc="http://schemas.openxmlformats.org/markup-compatibility/2006">
              <mc:Choice xmlns:v="urn:schemas-microsoft-com:vml" Requires="v">
                <p:oleObj name="Document" showAsIcon="1" r:id="rId2" imgW="965200" imgH="609600" progId="Word.Document.12">
                  <p:embed/>
                </p:oleObj>
              </mc:Choice>
              <mc:Fallback>
                <p:oleObj name="Document" showAsIcon="1" r:id="rId2" imgW="965200" imgH="609600" progId="Word.Document.12">
                  <p:embed/>
                  <p:pic>
                    <p:nvPicPr>
                      <p:cNvPr id="8" name="Object 7">
                        <a:extLst>
                          <a:ext uri="{FF2B5EF4-FFF2-40B4-BE49-F238E27FC236}">
                            <a16:creationId xmlns:a16="http://schemas.microsoft.com/office/drawing/2014/main" id="{FE52D01D-4941-061F-C279-99A0BA3D5C22}"/>
                          </a:ext>
                        </a:extLst>
                      </p:cNvPr>
                      <p:cNvPicPr/>
                      <p:nvPr/>
                    </p:nvPicPr>
                    <p:blipFill>
                      <a:blip r:embed="rId3"/>
                      <a:stretch>
                        <a:fillRect/>
                      </a:stretch>
                    </p:blipFill>
                    <p:spPr>
                      <a:xfrm>
                        <a:off x="9519461" y="2876161"/>
                        <a:ext cx="1750656" cy="1105677"/>
                      </a:xfrm>
                      <a:prstGeom prst="rect">
                        <a:avLst/>
                      </a:prstGeom>
                    </p:spPr>
                  </p:pic>
                </p:oleObj>
              </mc:Fallback>
            </mc:AlternateContent>
          </a:graphicData>
        </a:graphic>
      </p:graphicFrame>
    </p:spTree>
    <p:extLst>
      <p:ext uri="{BB962C8B-B14F-4D97-AF65-F5344CB8AC3E}">
        <p14:creationId xmlns:p14="http://schemas.microsoft.com/office/powerpoint/2010/main" val="23745889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61526C8-373F-CBC6-8951-9432E3745AC1}"/>
              </a:ext>
            </a:extLst>
          </p:cNvPr>
          <p:cNvSpPr>
            <a:spLocks noGrp="1"/>
          </p:cNvSpPr>
          <p:nvPr>
            <p:ph type="ftr" sz="quarter" idx="11"/>
          </p:nvPr>
        </p:nvSpPr>
        <p:spPr/>
        <p:txBody>
          <a:bodyPr/>
          <a:lstStyle/>
          <a:p>
            <a:r>
              <a:rPr lang="en-US"/>
              <a:t>Teaching Technical Interdisciplinary AI</a:t>
            </a:r>
            <a:endParaRPr lang="en-US" dirty="0"/>
          </a:p>
        </p:txBody>
      </p:sp>
      <p:sp>
        <p:nvSpPr>
          <p:cNvPr id="5" name="Slide Number Placeholder 4">
            <a:extLst>
              <a:ext uri="{FF2B5EF4-FFF2-40B4-BE49-F238E27FC236}">
                <a16:creationId xmlns:a16="http://schemas.microsoft.com/office/drawing/2014/main" id="{B8BBF3AC-EB94-B4C6-91AA-E4FAF9C07324}"/>
              </a:ext>
            </a:extLst>
          </p:cNvPr>
          <p:cNvSpPr>
            <a:spLocks noGrp="1"/>
          </p:cNvSpPr>
          <p:nvPr>
            <p:ph type="sldNum" sz="quarter" idx="12"/>
          </p:nvPr>
        </p:nvSpPr>
        <p:spPr/>
        <p:txBody>
          <a:bodyPr/>
          <a:lstStyle/>
          <a:p>
            <a:fld id="{A2FBCBCB-1857-134E-A886-B29ABF647EA7}" type="slidenum">
              <a:rPr lang="en-US" smtClean="0"/>
              <a:t>10</a:t>
            </a:fld>
            <a:endParaRPr lang="en-US"/>
          </a:p>
        </p:txBody>
      </p:sp>
      <p:pic>
        <p:nvPicPr>
          <p:cNvPr id="6" name="Picture 5">
            <a:extLst>
              <a:ext uri="{FF2B5EF4-FFF2-40B4-BE49-F238E27FC236}">
                <a16:creationId xmlns:a16="http://schemas.microsoft.com/office/drawing/2014/main" id="{F82C0DE8-3C64-35E9-713E-9A7FF3D43D35}"/>
              </a:ext>
            </a:extLst>
          </p:cNvPr>
          <p:cNvPicPr>
            <a:picLocks noChangeAspect="1"/>
          </p:cNvPicPr>
          <p:nvPr/>
        </p:nvPicPr>
        <p:blipFill>
          <a:blip r:embed="rId2"/>
          <a:srcRect b="1289"/>
          <a:stretch>
            <a:fillRect/>
          </a:stretch>
        </p:blipFill>
        <p:spPr>
          <a:xfrm>
            <a:off x="1685234" y="310010"/>
            <a:ext cx="8821532" cy="5770280"/>
          </a:xfrm>
          <a:prstGeom prst="rect">
            <a:avLst/>
          </a:prstGeom>
        </p:spPr>
      </p:pic>
    </p:spTree>
    <p:extLst>
      <p:ext uri="{BB962C8B-B14F-4D97-AF65-F5344CB8AC3E}">
        <p14:creationId xmlns:p14="http://schemas.microsoft.com/office/powerpoint/2010/main" val="2115398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1FC2B-D346-3F39-8793-338893798C2E}"/>
              </a:ext>
            </a:extLst>
          </p:cNvPr>
          <p:cNvSpPr>
            <a:spLocks noGrp="1"/>
          </p:cNvSpPr>
          <p:nvPr>
            <p:ph type="title"/>
          </p:nvPr>
        </p:nvSpPr>
        <p:spPr/>
        <p:txBody>
          <a:bodyPr/>
          <a:lstStyle/>
          <a:p>
            <a:r>
              <a:rPr lang="en-US" dirty="0"/>
              <a:t>Self Learning Activities and Examples</a:t>
            </a:r>
          </a:p>
        </p:txBody>
      </p:sp>
      <p:sp>
        <p:nvSpPr>
          <p:cNvPr id="3" name="Content Placeholder 2">
            <a:extLst>
              <a:ext uri="{FF2B5EF4-FFF2-40B4-BE49-F238E27FC236}">
                <a16:creationId xmlns:a16="http://schemas.microsoft.com/office/drawing/2014/main" id="{FF5C9999-BF5D-1F9E-DF56-3E42991EAFA5}"/>
              </a:ext>
            </a:extLst>
          </p:cNvPr>
          <p:cNvSpPr>
            <a:spLocks noGrp="1"/>
          </p:cNvSpPr>
          <p:nvPr>
            <p:ph idx="1"/>
          </p:nvPr>
        </p:nvSpPr>
        <p:spPr/>
        <p:txBody>
          <a:bodyPr/>
          <a:lstStyle/>
          <a:p>
            <a:r>
              <a:rPr lang="en-US" dirty="0"/>
              <a:t>I wanted to integrate LLM use and AI coding tools throughout the course the help make up the knowledge gaps I could not.</a:t>
            </a:r>
          </a:p>
          <a:p>
            <a:r>
              <a:rPr lang="en-US" dirty="0"/>
              <a:t>Example AI self-learning activities that were used included:</a:t>
            </a:r>
          </a:p>
          <a:p>
            <a:pPr lvl="1"/>
            <a:r>
              <a:rPr lang="en-US" dirty="0"/>
              <a:t>Understanding Check-Ins</a:t>
            </a:r>
          </a:p>
          <a:p>
            <a:pPr lvl="1"/>
            <a:r>
              <a:rPr lang="en-US" dirty="0"/>
              <a:t>Coding Tools Exploration</a:t>
            </a:r>
          </a:p>
          <a:p>
            <a:pPr lvl="1"/>
            <a:r>
              <a:rPr lang="en-US" dirty="0"/>
              <a:t>Academic Paper Comparison and Summarization</a:t>
            </a:r>
          </a:p>
          <a:p>
            <a:pPr lvl="1"/>
            <a:r>
              <a:rPr lang="en-US" dirty="0"/>
              <a:t>AI Ethics Voice Essay</a:t>
            </a:r>
          </a:p>
          <a:p>
            <a:r>
              <a:rPr lang="en-US" dirty="0"/>
              <a:t>These were connected directly to lesson material for the given week. </a:t>
            </a:r>
          </a:p>
        </p:txBody>
      </p:sp>
      <p:sp>
        <p:nvSpPr>
          <p:cNvPr id="4" name="Footer Placeholder 3">
            <a:extLst>
              <a:ext uri="{FF2B5EF4-FFF2-40B4-BE49-F238E27FC236}">
                <a16:creationId xmlns:a16="http://schemas.microsoft.com/office/drawing/2014/main" id="{988DA7B6-16A4-3F21-7B24-48EB2F35FCBC}"/>
              </a:ext>
            </a:extLst>
          </p:cNvPr>
          <p:cNvSpPr>
            <a:spLocks noGrp="1"/>
          </p:cNvSpPr>
          <p:nvPr>
            <p:ph type="ftr" sz="quarter" idx="11"/>
          </p:nvPr>
        </p:nvSpPr>
        <p:spPr/>
        <p:txBody>
          <a:bodyPr/>
          <a:lstStyle/>
          <a:p>
            <a:r>
              <a:rPr lang="en-US"/>
              <a:t>Teaching Technical Interdisciplinary AI</a:t>
            </a:r>
            <a:endParaRPr lang="en-US" dirty="0"/>
          </a:p>
        </p:txBody>
      </p:sp>
      <p:sp>
        <p:nvSpPr>
          <p:cNvPr id="5" name="Slide Number Placeholder 4">
            <a:extLst>
              <a:ext uri="{FF2B5EF4-FFF2-40B4-BE49-F238E27FC236}">
                <a16:creationId xmlns:a16="http://schemas.microsoft.com/office/drawing/2014/main" id="{B97CDB6E-2A8D-96D5-4B88-AD84703BF9B7}"/>
              </a:ext>
            </a:extLst>
          </p:cNvPr>
          <p:cNvSpPr>
            <a:spLocks noGrp="1"/>
          </p:cNvSpPr>
          <p:nvPr>
            <p:ph type="sldNum" sz="quarter" idx="12"/>
          </p:nvPr>
        </p:nvSpPr>
        <p:spPr/>
        <p:txBody>
          <a:bodyPr/>
          <a:lstStyle/>
          <a:p>
            <a:fld id="{A2FBCBCB-1857-134E-A886-B29ABF647EA7}" type="slidenum">
              <a:rPr lang="en-US" smtClean="0"/>
              <a:t>11</a:t>
            </a:fld>
            <a:endParaRPr lang="en-US"/>
          </a:p>
        </p:txBody>
      </p:sp>
    </p:spTree>
    <p:extLst>
      <p:ext uri="{BB962C8B-B14F-4D97-AF65-F5344CB8AC3E}">
        <p14:creationId xmlns:p14="http://schemas.microsoft.com/office/powerpoint/2010/main" val="15045659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7DE4B-623B-4563-7FC3-D1B132F1D1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0F96A8-3E06-8FA1-7C16-5A85D1EA6C6D}"/>
              </a:ext>
            </a:extLst>
          </p:cNvPr>
          <p:cNvSpPr>
            <a:spLocks noGrp="1"/>
          </p:cNvSpPr>
          <p:nvPr>
            <p:ph type="title"/>
          </p:nvPr>
        </p:nvSpPr>
        <p:spPr>
          <a:xfrm>
            <a:off x="838200" y="136634"/>
            <a:ext cx="10515600" cy="879213"/>
          </a:xfrm>
        </p:spPr>
        <p:txBody>
          <a:bodyPr>
            <a:normAutofit/>
          </a:bodyPr>
          <a:lstStyle/>
          <a:p>
            <a:r>
              <a:rPr lang="en-US" sz="4000" dirty="0"/>
              <a:t>Example - Understanding Check-In: Loss Function</a:t>
            </a:r>
          </a:p>
        </p:txBody>
      </p:sp>
      <p:sp>
        <p:nvSpPr>
          <p:cNvPr id="3" name="Content Placeholder 2">
            <a:extLst>
              <a:ext uri="{FF2B5EF4-FFF2-40B4-BE49-F238E27FC236}">
                <a16:creationId xmlns:a16="http://schemas.microsoft.com/office/drawing/2014/main" id="{83252BBC-111D-ABA5-5C18-0B098FB34DA5}"/>
              </a:ext>
            </a:extLst>
          </p:cNvPr>
          <p:cNvSpPr>
            <a:spLocks noGrp="1"/>
          </p:cNvSpPr>
          <p:nvPr>
            <p:ph idx="1"/>
          </p:nvPr>
        </p:nvSpPr>
        <p:spPr>
          <a:xfrm>
            <a:off x="838200" y="1015848"/>
            <a:ext cx="10515600" cy="4983822"/>
          </a:xfrm>
        </p:spPr>
        <p:txBody>
          <a:bodyPr>
            <a:normAutofit fontScale="85000" lnSpcReduction="10000"/>
          </a:bodyPr>
          <a:lstStyle/>
          <a:p>
            <a:pPr marL="0" indent="0">
              <a:buNone/>
            </a:pPr>
            <a:r>
              <a:rPr lang="en-US" dirty="0"/>
              <a:t>1. Answer the following questions yourself, as if you are taking a test or are participating in a technical interview, in 3-5 sentences:</a:t>
            </a:r>
          </a:p>
          <a:p>
            <a:pPr marL="0" indent="0">
              <a:buNone/>
            </a:pPr>
            <a:r>
              <a:rPr lang="en-US" i="1" dirty="0"/>
              <a:t>What is the purpose of a loss function in deep learning? What does it mean for a loss function to be differentiable?</a:t>
            </a:r>
          </a:p>
          <a:p>
            <a:pPr marL="0" indent="0">
              <a:buNone/>
            </a:pPr>
            <a:r>
              <a:rPr lang="en-US" dirty="0"/>
              <a:t>2. Copy the following prompt, along with your answer to the previous question, into a LLM of your choice (Claude, ChatGPT, Gemini, etc.). Then paste the response of the LLM into this cell.</a:t>
            </a:r>
          </a:p>
          <a:p>
            <a:pPr marL="0" indent="0">
              <a:buNone/>
            </a:pPr>
            <a:r>
              <a:rPr lang="en-US" i="1" dirty="0"/>
              <a:t>I'm reviewing for a quiz in my artificial intelligence class. The review had the following question:</a:t>
            </a:r>
          </a:p>
          <a:p>
            <a:pPr marL="0" indent="0">
              <a:buNone/>
            </a:pPr>
            <a:r>
              <a:rPr lang="en-US" i="1" dirty="0"/>
              <a:t>What is the purpose of a loss function in deep learning? What does it mean for a loss function to be differentiable?</a:t>
            </a:r>
          </a:p>
          <a:p>
            <a:pPr marL="0" indent="0">
              <a:buNone/>
            </a:pPr>
            <a:r>
              <a:rPr lang="en-US" i="1" dirty="0"/>
              <a:t>Please give me feedback on my response and help me understand things I missed or details I can explain more clearly.  </a:t>
            </a:r>
            <a:r>
              <a:rPr lang="en-US" dirty="0"/>
              <a:t>[Your text here]</a:t>
            </a:r>
          </a:p>
          <a:p>
            <a:pPr marL="0" indent="0">
              <a:buNone/>
            </a:pPr>
            <a:r>
              <a:rPr lang="en-US" dirty="0"/>
              <a:t>3. Were there any clarifications or insights you gained from the LLM response?</a:t>
            </a:r>
          </a:p>
        </p:txBody>
      </p:sp>
      <p:sp>
        <p:nvSpPr>
          <p:cNvPr id="4" name="Footer Placeholder 3">
            <a:extLst>
              <a:ext uri="{FF2B5EF4-FFF2-40B4-BE49-F238E27FC236}">
                <a16:creationId xmlns:a16="http://schemas.microsoft.com/office/drawing/2014/main" id="{F6DDE5CC-327C-22B1-6B98-8B86AB537DA0}"/>
              </a:ext>
            </a:extLst>
          </p:cNvPr>
          <p:cNvSpPr>
            <a:spLocks noGrp="1"/>
          </p:cNvSpPr>
          <p:nvPr>
            <p:ph type="ftr" sz="quarter" idx="11"/>
          </p:nvPr>
        </p:nvSpPr>
        <p:spPr/>
        <p:txBody>
          <a:bodyPr/>
          <a:lstStyle/>
          <a:p>
            <a:r>
              <a:rPr lang="en-US"/>
              <a:t>Teaching Technical Interdisciplinary AI</a:t>
            </a:r>
            <a:endParaRPr lang="en-US" dirty="0"/>
          </a:p>
        </p:txBody>
      </p:sp>
      <p:sp>
        <p:nvSpPr>
          <p:cNvPr id="5" name="Slide Number Placeholder 4">
            <a:extLst>
              <a:ext uri="{FF2B5EF4-FFF2-40B4-BE49-F238E27FC236}">
                <a16:creationId xmlns:a16="http://schemas.microsoft.com/office/drawing/2014/main" id="{D4335D46-CCF3-FBF1-A297-E7EF77CEEE89}"/>
              </a:ext>
            </a:extLst>
          </p:cNvPr>
          <p:cNvSpPr>
            <a:spLocks noGrp="1"/>
          </p:cNvSpPr>
          <p:nvPr>
            <p:ph type="sldNum" sz="quarter" idx="12"/>
          </p:nvPr>
        </p:nvSpPr>
        <p:spPr/>
        <p:txBody>
          <a:bodyPr/>
          <a:lstStyle/>
          <a:p>
            <a:fld id="{A2FBCBCB-1857-134E-A886-B29ABF647EA7}" type="slidenum">
              <a:rPr lang="en-US" smtClean="0"/>
              <a:t>12</a:t>
            </a:fld>
            <a:endParaRPr lang="en-US"/>
          </a:p>
        </p:txBody>
      </p:sp>
    </p:spTree>
    <p:extLst>
      <p:ext uri="{BB962C8B-B14F-4D97-AF65-F5344CB8AC3E}">
        <p14:creationId xmlns:p14="http://schemas.microsoft.com/office/powerpoint/2010/main" val="1629327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E6A89-ABF8-BA06-9D0E-884B30DADB44}"/>
              </a:ext>
            </a:extLst>
          </p:cNvPr>
          <p:cNvSpPr>
            <a:spLocks noGrp="1"/>
          </p:cNvSpPr>
          <p:nvPr>
            <p:ph type="title"/>
          </p:nvPr>
        </p:nvSpPr>
        <p:spPr/>
        <p:txBody>
          <a:bodyPr/>
          <a:lstStyle/>
          <a:p>
            <a:r>
              <a:rPr lang="en-US" dirty="0"/>
              <a:t>Example – AI Ethics Voice Essay</a:t>
            </a:r>
          </a:p>
        </p:txBody>
      </p:sp>
      <p:sp>
        <p:nvSpPr>
          <p:cNvPr id="3" name="Content Placeholder 2">
            <a:extLst>
              <a:ext uri="{FF2B5EF4-FFF2-40B4-BE49-F238E27FC236}">
                <a16:creationId xmlns:a16="http://schemas.microsoft.com/office/drawing/2014/main" id="{91EFB5EA-F597-3C00-E98A-868075707E4D}"/>
              </a:ext>
            </a:extLst>
          </p:cNvPr>
          <p:cNvSpPr>
            <a:spLocks noGrp="1"/>
          </p:cNvSpPr>
          <p:nvPr>
            <p:ph idx="1"/>
          </p:nvPr>
        </p:nvSpPr>
        <p:spPr/>
        <p:txBody>
          <a:bodyPr>
            <a:normAutofit lnSpcReduction="10000"/>
          </a:bodyPr>
          <a:lstStyle/>
          <a:p>
            <a:pPr marL="514350" indent="-514350">
              <a:buFont typeface="+mj-lt"/>
              <a:buAutoNum type="arabicPeriod"/>
            </a:pPr>
            <a:r>
              <a:rPr lang="en-US" dirty="0"/>
              <a:t>Research two perspectives on an AI Ethics question presented in class.</a:t>
            </a:r>
          </a:p>
          <a:p>
            <a:pPr marL="514350" indent="-514350">
              <a:buFont typeface="+mj-lt"/>
              <a:buAutoNum type="arabicPeriod"/>
            </a:pPr>
            <a:r>
              <a:rPr lang="en-US" dirty="0"/>
              <a:t>Use a voice transcription tool like </a:t>
            </a:r>
            <a:r>
              <a:rPr lang="en-US" dirty="0" err="1"/>
              <a:t>Otter.ai</a:t>
            </a:r>
            <a:r>
              <a:rPr lang="en-US" dirty="0"/>
              <a:t> or </a:t>
            </a:r>
            <a:r>
              <a:rPr lang="en-US" dirty="0" err="1"/>
              <a:t>Turboscribe</a:t>
            </a:r>
            <a:r>
              <a:rPr lang="en-US" dirty="0"/>
              <a:t> to record your thoughts and generate the text transcription.</a:t>
            </a:r>
          </a:p>
          <a:p>
            <a:pPr marL="514350" indent="-514350">
              <a:buFont typeface="+mj-lt"/>
              <a:buAutoNum type="arabicPeriod"/>
            </a:pPr>
            <a:r>
              <a:rPr lang="en-US" dirty="0"/>
              <a:t>Paste the text transcription into an LLM tool of your choice with:</a:t>
            </a:r>
            <a:br>
              <a:rPr lang="en-US" dirty="0"/>
            </a:br>
            <a:r>
              <a:rPr lang="en-US" sz="2000" i="1" dirty="0"/>
              <a:t>I'm writing an essay about the ethics and machine learning and artificial intelligence and my teacher has asked me to use AI to help with the writing. The essay asks us to defend our opinion on one particular topic in AI ethics based on what we learned in class and in other reading. I have recorded my initial thoughts and have had the audio transcribed to text. Can you take the transcribed text, clean it up, and organize it effectively while preserving my arguments and ideas?</a:t>
            </a:r>
          </a:p>
          <a:p>
            <a:pPr marL="514350" indent="-514350">
              <a:buFont typeface="+mj-lt"/>
              <a:buAutoNum type="arabicPeriod"/>
            </a:pPr>
            <a:r>
              <a:rPr lang="en-US" i="1" dirty="0"/>
              <a:t>Critically evaluate the LLM’s response.</a:t>
            </a:r>
            <a:endParaRPr lang="en-US" dirty="0"/>
          </a:p>
        </p:txBody>
      </p:sp>
      <p:sp>
        <p:nvSpPr>
          <p:cNvPr id="4" name="Footer Placeholder 3">
            <a:extLst>
              <a:ext uri="{FF2B5EF4-FFF2-40B4-BE49-F238E27FC236}">
                <a16:creationId xmlns:a16="http://schemas.microsoft.com/office/drawing/2014/main" id="{7BB1F41C-2C63-184C-75CD-CA4FDEB49BFF}"/>
              </a:ext>
            </a:extLst>
          </p:cNvPr>
          <p:cNvSpPr>
            <a:spLocks noGrp="1"/>
          </p:cNvSpPr>
          <p:nvPr>
            <p:ph type="ftr" sz="quarter" idx="11"/>
          </p:nvPr>
        </p:nvSpPr>
        <p:spPr/>
        <p:txBody>
          <a:bodyPr/>
          <a:lstStyle/>
          <a:p>
            <a:r>
              <a:rPr lang="en-US"/>
              <a:t>Teaching Technical Interdisciplinary AI</a:t>
            </a:r>
            <a:endParaRPr lang="en-US" dirty="0"/>
          </a:p>
        </p:txBody>
      </p:sp>
      <p:sp>
        <p:nvSpPr>
          <p:cNvPr id="5" name="Slide Number Placeholder 4">
            <a:extLst>
              <a:ext uri="{FF2B5EF4-FFF2-40B4-BE49-F238E27FC236}">
                <a16:creationId xmlns:a16="http://schemas.microsoft.com/office/drawing/2014/main" id="{E1751DF2-8B2A-C776-7724-7B8D5630809F}"/>
              </a:ext>
            </a:extLst>
          </p:cNvPr>
          <p:cNvSpPr>
            <a:spLocks noGrp="1"/>
          </p:cNvSpPr>
          <p:nvPr>
            <p:ph type="sldNum" sz="quarter" idx="12"/>
          </p:nvPr>
        </p:nvSpPr>
        <p:spPr/>
        <p:txBody>
          <a:bodyPr/>
          <a:lstStyle/>
          <a:p>
            <a:fld id="{A2FBCBCB-1857-134E-A886-B29ABF647EA7}" type="slidenum">
              <a:rPr lang="en-US" smtClean="0"/>
              <a:t>13</a:t>
            </a:fld>
            <a:endParaRPr lang="en-US"/>
          </a:p>
        </p:txBody>
      </p:sp>
    </p:spTree>
    <p:extLst>
      <p:ext uri="{BB962C8B-B14F-4D97-AF65-F5344CB8AC3E}">
        <p14:creationId xmlns:p14="http://schemas.microsoft.com/office/powerpoint/2010/main" val="1858259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21760-4FDF-C642-C813-33E5790FB59C}"/>
              </a:ext>
            </a:extLst>
          </p:cNvPr>
          <p:cNvSpPr>
            <a:spLocks noGrp="1"/>
          </p:cNvSpPr>
          <p:nvPr>
            <p:ph type="title"/>
          </p:nvPr>
        </p:nvSpPr>
        <p:spPr/>
        <p:txBody>
          <a:bodyPr/>
          <a:lstStyle/>
          <a:p>
            <a:r>
              <a:rPr lang="en-US" dirty="0"/>
              <a:t>The Good: What went well</a:t>
            </a:r>
          </a:p>
        </p:txBody>
      </p:sp>
      <p:sp>
        <p:nvSpPr>
          <p:cNvPr id="3" name="Content Placeholder 2">
            <a:extLst>
              <a:ext uri="{FF2B5EF4-FFF2-40B4-BE49-F238E27FC236}">
                <a16:creationId xmlns:a16="http://schemas.microsoft.com/office/drawing/2014/main" id="{3CFFBE6C-F752-B5F4-257A-26DDE0971F3A}"/>
              </a:ext>
            </a:extLst>
          </p:cNvPr>
          <p:cNvSpPr>
            <a:spLocks noGrp="1"/>
          </p:cNvSpPr>
          <p:nvPr>
            <p:ph idx="1"/>
          </p:nvPr>
        </p:nvSpPr>
        <p:spPr/>
        <p:txBody>
          <a:bodyPr/>
          <a:lstStyle/>
          <a:p>
            <a:r>
              <a:rPr lang="en-US" dirty="0"/>
              <a:t>The course was very well received by students:</a:t>
            </a:r>
          </a:p>
          <a:p>
            <a:pPr lvl="1"/>
            <a:r>
              <a:rPr lang="en-US" dirty="0"/>
              <a:t>“I’m telling all my medical physics friends to take this course.”</a:t>
            </a:r>
          </a:p>
          <a:p>
            <a:pPr lvl="1"/>
            <a:r>
              <a:rPr lang="en-US" dirty="0"/>
              <a:t>“This course is one of the best courses that I have ever taken at ECU.”</a:t>
            </a:r>
          </a:p>
          <a:p>
            <a:pPr lvl="1"/>
            <a:r>
              <a:rPr lang="en-US" dirty="0"/>
              <a:t>“Thank you! Awesome, awesome class!”</a:t>
            </a:r>
          </a:p>
          <a:p>
            <a:r>
              <a:rPr lang="en-US" dirty="0"/>
              <a:t>Final projects showed students were able to apply understanding into their own disciplines (very fun to see!)</a:t>
            </a:r>
          </a:p>
          <a:p>
            <a:pPr lvl="1"/>
            <a:r>
              <a:rPr lang="en-US" dirty="0"/>
              <a:t>“AI for 4D Lung X-rays”</a:t>
            </a:r>
          </a:p>
          <a:p>
            <a:pPr lvl="1"/>
            <a:r>
              <a:rPr lang="en-US" dirty="0"/>
              <a:t>“AI for Crystallography Structures”</a:t>
            </a:r>
          </a:p>
          <a:p>
            <a:pPr lvl="1"/>
            <a:r>
              <a:rPr lang="en-US" dirty="0"/>
              <a:t>“2.5D Segmentation of MRIs”</a:t>
            </a:r>
          </a:p>
        </p:txBody>
      </p:sp>
      <p:sp>
        <p:nvSpPr>
          <p:cNvPr id="4" name="Footer Placeholder 3">
            <a:extLst>
              <a:ext uri="{FF2B5EF4-FFF2-40B4-BE49-F238E27FC236}">
                <a16:creationId xmlns:a16="http://schemas.microsoft.com/office/drawing/2014/main" id="{4FB3405A-9FC0-EFF2-BFDF-579B2E28D8B3}"/>
              </a:ext>
            </a:extLst>
          </p:cNvPr>
          <p:cNvSpPr>
            <a:spLocks noGrp="1"/>
          </p:cNvSpPr>
          <p:nvPr>
            <p:ph type="ftr" sz="quarter" idx="11"/>
          </p:nvPr>
        </p:nvSpPr>
        <p:spPr/>
        <p:txBody>
          <a:bodyPr/>
          <a:lstStyle/>
          <a:p>
            <a:r>
              <a:rPr lang="en-US"/>
              <a:t>Teaching Technical Interdisciplinary AI</a:t>
            </a:r>
            <a:endParaRPr lang="en-US" dirty="0"/>
          </a:p>
        </p:txBody>
      </p:sp>
      <p:sp>
        <p:nvSpPr>
          <p:cNvPr id="5" name="Slide Number Placeholder 4">
            <a:extLst>
              <a:ext uri="{FF2B5EF4-FFF2-40B4-BE49-F238E27FC236}">
                <a16:creationId xmlns:a16="http://schemas.microsoft.com/office/drawing/2014/main" id="{4F14BA44-2780-0BEE-CD57-A21339307837}"/>
              </a:ext>
            </a:extLst>
          </p:cNvPr>
          <p:cNvSpPr>
            <a:spLocks noGrp="1"/>
          </p:cNvSpPr>
          <p:nvPr>
            <p:ph type="sldNum" sz="quarter" idx="12"/>
          </p:nvPr>
        </p:nvSpPr>
        <p:spPr/>
        <p:txBody>
          <a:bodyPr/>
          <a:lstStyle/>
          <a:p>
            <a:fld id="{A2FBCBCB-1857-134E-A886-B29ABF647EA7}" type="slidenum">
              <a:rPr lang="en-US" smtClean="0"/>
              <a:t>14</a:t>
            </a:fld>
            <a:endParaRPr lang="en-US"/>
          </a:p>
        </p:txBody>
      </p:sp>
    </p:spTree>
    <p:extLst>
      <p:ext uri="{BB962C8B-B14F-4D97-AF65-F5344CB8AC3E}">
        <p14:creationId xmlns:p14="http://schemas.microsoft.com/office/powerpoint/2010/main" val="1643318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4E130-5188-EAB0-027E-31FDEE6F7A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642EB6-B1F2-7C6E-5C6E-92760D96A5DB}"/>
              </a:ext>
            </a:extLst>
          </p:cNvPr>
          <p:cNvSpPr>
            <a:spLocks noGrp="1"/>
          </p:cNvSpPr>
          <p:nvPr>
            <p:ph type="title"/>
          </p:nvPr>
        </p:nvSpPr>
        <p:spPr/>
        <p:txBody>
          <a:bodyPr/>
          <a:lstStyle/>
          <a:p>
            <a:r>
              <a:rPr lang="en-US" dirty="0"/>
              <a:t>The Bad: What didn’t work</a:t>
            </a:r>
          </a:p>
        </p:txBody>
      </p:sp>
      <p:sp>
        <p:nvSpPr>
          <p:cNvPr id="3" name="Content Placeholder 2">
            <a:extLst>
              <a:ext uri="{FF2B5EF4-FFF2-40B4-BE49-F238E27FC236}">
                <a16:creationId xmlns:a16="http://schemas.microsoft.com/office/drawing/2014/main" id="{59A34FAF-8B60-7C6F-43EC-5B2E099D4FBA}"/>
              </a:ext>
            </a:extLst>
          </p:cNvPr>
          <p:cNvSpPr>
            <a:spLocks noGrp="1"/>
          </p:cNvSpPr>
          <p:nvPr>
            <p:ph idx="1"/>
          </p:nvPr>
        </p:nvSpPr>
        <p:spPr/>
        <p:txBody>
          <a:bodyPr/>
          <a:lstStyle/>
          <a:p>
            <a:r>
              <a:rPr lang="en-US" dirty="0"/>
              <a:t>Two students had to drop – too big of a jump from previous understanding.</a:t>
            </a:r>
          </a:p>
          <a:p>
            <a:r>
              <a:rPr lang="en-US" dirty="0"/>
              <a:t>Most students picked up Python well ,but debugging was still a major issue for students.</a:t>
            </a:r>
          </a:p>
          <a:p>
            <a:r>
              <a:rPr lang="en-US" dirty="0"/>
              <a:t>Lots of help needed getting initial </a:t>
            </a:r>
            <a:r>
              <a:rPr lang="en-US" dirty="0" err="1"/>
              <a:t>PyTorch</a:t>
            </a:r>
            <a:r>
              <a:rPr lang="en-US" dirty="0"/>
              <a:t> environments set up on local machines or the cloud environment.</a:t>
            </a:r>
          </a:p>
          <a:p>
            <a:r>
              <a:rPr lang="en-US" dirty="0"/>
              <a:t>Occasional container crashes (usually from students using too much memory).</a:t>
            </a:r>
          </a:p>
        </p:txBody>
      </p:sp>
      <p:sp>
        <p:nvSpPr>
          <p:cNvPr id="4" name="Footer Placeholder 3">
            <a:extLst>
              <a:ext uri="{FF2B5EF4-FFF2-40B4-BE49-F238E27FC236}">
                <a16:creationId xmlns:a16="http://schemas.microsoft.com/office/drawing/2014/main" id="{33D26937-5761-407F-3647-30415E17B143}"/>
              </a:ext>
            </a:extLst>
          </p:cNvPr>
          <p:cNvSpPr>
            <a:spLocks noGrp="1"/>
          </p:cNvSpPr>
          <p:nvPr>
            <p:ph type="ftr" sz="quarter" idx="11"/>
          </p:nvPr>
        </p:nvSpPr>
        <p:spPr/>
        <p:txBody>
          <a:bodyPr/>
          <a:lstStyle/>
          <a:p>
            <a:r>
              <a:rPr lang="en-US"/>
              <a:t>Teaching Technical Interdisciplinary AI</a:t>
            </a:r>
            <a:endParaRPr lang="en-US" dirty="0"/>
          </a:p>
        </p:txBody>
      </p:sp>
      <p:sp>
        <p:nvSpPr>
          <p:cNvPr id="5" name="Slide Number Placeholder 4">
            <a:extLst>
              <a:ext uri="{FF2B5EF4-FFF2-40B4-BE49-F238E27FC236}">
                <a16:creationId xmlns:a16="http://schemas.microsoft.com/office/drawing/2014/main" id="{1F7430E5-2932-5832-F1C0-5C13D5B6E2B6}"/>
              </a:ext>
            </a:extLst>
          </p:cNvPr>
          <p:cNvSpPr>
            <a:spLocks noGrp="1"/>
          </p:cNvSpPr>
          <p:nvPr>
            <p:ph type="sldNum" sz="quarter" idx="12"/>
          </p:nvPr>
        </p:nvSpPr>
        <p:spPr/>
        <p:txBody>
          <a:bodyPr/>
          <a:lstStyle/>
          <a:p>
            <a:fld id="{A2FBCBCB-1857-134E-A886-B29ABF647EA7}" type="slidenum">
              <a:rPr lang="en-US" smtClean="0"/>
              <a:t>15</a:t>
            </a:fld>
            <a:endParaRPr lang="en-US"/>
          </a:p>
        </p:txBody>
      </p:sp>
    </p:spTree>
    <p:extLst>
      <p:ext uri="{BB962C8B-B14F-4D97-AF65-F5344CB8AC3E}">
        <p14:creationId xmlns:p14="http://schemas.microsoft.com/office/powerpoint/2010/main" val="1955389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9D9F7-95EA-FEA0-5BA7-96BAE52978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A9D824-0B12-E587-3303-9A69FDEB013C}"/>
              </a:ext>
            </a:extLst>
          </p:cNvPr>
          <p:cNvSpPr>
            <a:spLocks noGrp="1"/>
          </p:cNvSpPr>
          <p:nvPr>
            <p:ph type="title"/>
          </p:nvPr>
        </p:nvSpPr>
        <p:spPr/>
        <p:txBody>
          <a:bodyPr/>
          <a:lstStyle/>
          <a:p>
            <a:r>
              <a:rPr lang="en-US" dirty="0"/>
              <a:t>What I would change in the future</a:t>
            </a:r>
          </a:p>
        </p:txBody>
      </p:sp>
      <p:sp>
        <p:nvSpPr>
          <p:cNvPr id="3" name="Content Placeholder 2">
            <a:extLst>
              <a:ext uri="{FF2B5EF4-FFF2-40B4-BE49-F238E27FC236}">
                <a16:creationId xmlns:a16="http://schemas.microsoft.com/office/drawing/2014/main" id="{79849D5F-CD04-CCBC-BEB4-105FE0A89925}"/>
              </a:ext>
            </a:extLst>
          </p:cNvPr>
          <p:cNvSpPr>
            <a:spLocks noGrp="1"/>
          </p:cNvSpPr>
          <p:nvPr>
            <p:ph idx="1"/>
          </p:nvPr>
        </p:nvSpPr>
        <p:spPr/>
        <p:txBody>
          <a:bodyPr>
            <a:normAutofit/>
          </a:bodyPr>
          <a:lstStyle/>
          <a:p>
            <a:r>
              <a:rPr lang="en-US" dirty="0"/>
              <a:t>Better student self-placement (i.e. “You are ready for this course if you can…”)</a:t>
            </a:r>
          </a:p>
          <a:p>
            <a:r>
              <a:rPr lang="en-US" dirty="0"/>
              <a:t>More structure, rubrics, etc. for the open projects.</a:t>
            </a:r>
          </a:p>
          <a:p>
            <a:r>
              <a:rPr lang="en-US" dirty="0"/>
              <a:t>More specific LLM model guidance for the self-learning assignments (ECU now provides students access to Microsoft Copilot)</a:t>
            </a:r>
          </a:p>
          <a:p>
            <a:r>
              <a:rPr lang="en-US" dirty="0"/>
              <a:t>Using NAIRR resources for more than the </a:t>
            </a:r>
            <a:r>
              <a:rPr lang="en-US" dirty="0" err="1"/>
              <a:t>JupyterLab</a:t>
            </a:r>
            <a:r>
              <a:rPr lang="en-US" dirty="0"/>
              <a:t> environment</a:t>
            </a:r>
          </a:p>
          <a:p>
            <a:r>
              <a:rPr lang="en-US" dirty="0"/>
              <a:t>More recruitment, bridges, and advertising to build it up!</a:t>
            </a:r>
          </a:p>
        </p:txBody>
      </p:sp>
      <p:sp>
        <p:nvSpPr>
          <p:cNvPr id="4" name="Footer Placeholder 3">
            <a:extLst>
              <a:ext uri="{FF2B5EF4-FFF2-40B4-BE49-F238E27FC236}">
                <a16:creationId xmlns:a16="http://schemas.microsoft.com/office/drawing/2014/main" id="{B806E3D0-997F-64B3-179B-148C29CD5EEA}"/>
              </a:ext>
            </a:extLst>
          </p:cNvPr>
          <p:cNvSpPr>
            <a:spLocks noGrp="1"/>
          </p:cNvSpPr>
          <p:nvPr>
            <p:ph type="ftr" sz="quarter" idx="11"/>
          </p:nvPr>
        </p:nvSpPr>
        <p:spPr/>
        <p:txBody>
          <a:bodyPr/>
          <a:lstStyle/>
          <a:p>
            <a:r>
              <a:rPr lang="en-US"/>
              <a:t>Teaching Technical Interdisciplinary AI</a:t>
            </a:r>
            <a:endParaRPr lang="en-US" dirty="0"/>
          </a:p>
        </p:txBody>
      </p:sp>
      <p:sp>
        <p:nvSpPr>
          <p:cNvPr id="5" name="Slide Number Placeholder 4">
            <a:extLst>
              <a:ext uri="{FF2B5EF4-FFF2-40B4-BE49-F238E27FC236}">
                <a16:creationId xmlns:a16="http://schemas.microsoft.com/office/drawing/2014/main" id="{A125BC91-9BE7-3291-58AB-E5AB55C07821}"/>
              </a:ext>
            </a:extLst>
          </p:cNvPr>
          <p:cNvSpPr>
            <a:spLocks noGrp="1"/>
          </p:cNvSpPr>
          <p:nvPr>
            <p:ph type="sldNum" sz="quarter" idx="12"/>
          </p:nvPr>
        </p:nvSpPr>
        <p:spPr/>
        <p:txBody>
          <a:bodyPr/>
          <a:lstStyle/>
          <a:p>
            <a:fld id="{A2FBCBCB-1857-134E-A886-B29ABF647EA7}" type="slidenum">
              <a:rPr lang="en-US" smtClean="0"/>
              <a:t>16</a:t>
            </a:fld>
            <a:endParaRPr lang="en-US"/>
          </a:p>
        </p:txBody>
      </p:sp>
    </p:spTree>
    <p:extLst>
      <p:ext uri="{BB962C8B-B14F-4D97-AF65-F5344CB8AC3E}">
        <p14:creationId xmlns:p14="http://schemas.microsoft.com/office/powerpoint/2010/main" val="3937944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F274E-F3FF-735D-0456-0FFDEA1ECF1A}"/>
              </a:ext>
            </a:extLst>
          </p:cNvPr>
          <p:cNvSpPr>
            <a:spLocks noGrp="1"/>
          </p:cNvSpPr>
          <p:nvPr>
            <p:ph type="title"/>
          </p:nvPr>
        </p:nvSpPr>
        <p:spPr>
          <a:xfrm>
            <a:off x="838200" y="2267762"/>
            <a:ext cx="10515600" cy="1325563"/>
          </a:xfrm>
        </p:spPr>
        <p:txBody>
          <a:bodyPr/>
          <a:lstStyle/>
          <a:p>
            <a:pPr algn="ctr"/>
            <a:r>
              <a:rPr lang="en-US" dirty="0"/>
              <a:t>Thank you</a:t>
            </a:r>
          </a:p>
        </p:txBody>
      </p:sp>
      <p:sp>
        <p:nvSpPr>
          <p:cNvPr id="3" name="Content Placeholder 2">
            <a:extLst>
              <a:ext uri="{FF2B5EF4-FFF2-40B4-BE49-F238E27FC236}">
                <a16:creationId xmlns:a16="http://schemas.microsoft.com/office/drawing/2014/main" id="{D9FC7AC5-2632-C31B-583E-67B519DD551B}"/>
              </a:ext>
            </a:extLst>
          </p:cNvPr>
          <p:cNvSpPr>
            <a:spLocks noGrp="1"/>
          </p:cNvSpPr>
          <p:nvPr>
            <p:ph idx="1"/>
          </p:nvPr>
        </p:nvSpPr>
        <p:spPr>
          <a:xfrm>
            <a:off x="838200" y="3429000"/>
            <a:ext cx="10515600" cy="937847"/>
          </a:xfrm>
        </p:spPr>
        <p:txBody>
          <a:bodyPr>
            <a:normAutofit lnSpcReduction="10000"/>
          </a:bodyPr>
          <a:lstStyle/>
          <a:p>
            <a:pPr marL="0" indent="0" algn="ctr">
              <a:buNone/>
            </a:pPr>
            <a:r>
              <a:rPr lang="en-US" dirty="0"/>
              <a:t>Dr. David Hart</a:t>
            </a:r>
          </a:p>
          <a:p>
            <a:pPr marL="0" indent="0" algn="ctr">
              <a:buNone/>
            </a:pPr>
            <a:r>
              <a:rPr lang="en-US" dirty="0"/>
              <a:t>hartda23@ecu.edu</a:t>
            </a:r>
          </a:p>
        </p:txBody>
      </p:sp>
      <p:sp>
        <p:nvSpPr>
          <p:cNvPr id="4" name="Footer Placeholder 3">
            <a:extLst>
              <a:ext uri="{FF2B5EF4-FFF2-40B4-BE49-F238E27FC236}">
                <a16:creationId xmlns:a16="http://schemas.microsoft.com/office/drawing/2014/main" id="{BB276F69-C4BA-6524-8910-DFC912CC561E}"/>
              </a:ext>
            </a:extLst>
          </p:cNvPr>
          <p:cNvSpPr>
            <a:spLocks noGrp="1"/>
          </p:cNvSpPr>
          <p:nvPr>
            <p:ph type="ftr" sz="quarter" idx="11"/>
          </p:nvPr>
        </p:nvSpPr>
        <p:spPr/>
        <p:txBody>
          <a:bodyPr/>
          <a:lstStyle/>
          <a:p>
            <a:r>
              <a:rPr lang="en-US"/>
              <a:t>Teaching Technical Interdisciplinary AI</a:t>
            </a:r>
            <a:endParaRPr lang="en-US" dirty="0"/>
          </a:p>
        </p:txBody>
      </p:sp>
      <p:sp>
        <p:nvSpPr>
          <p:cNvPr id="5" name="Slide Number Placeholder 4">
            <a:extLst>
              <a:ext uri="{FF2B5EF4-FFF2-40B4-BE49-F238E27FC236}">
                <a16:creationId xmlns:a16="http://schemas.microsoft.com/office/drawing/2014/main" id="{0858069D-D667-ABDD-5A0F-524FF03F1632}"/>
              </a:ext>
            </a:extLst>
          </p:cNvPr>
          <p:cNvSpPr>
            <a:spLocks noGrp="1"/>
          </p:cNvSpPr>
          <p:nvPr>
            <p:ph type="sldNum" sz="quarter" idx="12"/>
          </p:nvPr>
        </p:nvSpPr>
        <p:spPr/>
        <p:txBody>
          <a:bodyPr/>
          <a:lstStyle/>
          <a:p>
            <a:fld id="{A2FBCBCB-1857-134E-A886-B29ABF647EA7}" type="slidenum">
              <a:rPr lang="en-US" smtClean="0"/>
              <a:t>17</a:t>
            </a:fld>
            <a:endParaRPr lang="en-US"/>
          </a:p>
        </p:txBody>
      </p:sp>
    </p:spTree>
    <p:extLst>
      <p:ext uri="{BB962C8B-B14F-4D97-AF65-F5344CB8AC3E}">
        <p14:creationId xmlns:p14="http://schemas.microsoft.com/office/powerpoint/2010/main" val="36592245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160</TotalTime>
  <Words>1201</Words>
  <Application>Microsoft Macintosh PowerPoint</Application>
  <PresentationFormat>Widescreen</PresentationFormat>
  <Paragraphs>122</Paragraphs>
  <Slides>17</Slides>
  <Notes>1</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22" baseType="lpstr">
      <vt:lpstr>Aptos</vt:lpstr>
      <vt:lpstr>Aptos Display</vt:lpstr>
      <vt:lpstr>Arial</vt:lpstr>
      <vt:lpstr>Office Theme</vt:lpstr>
      <vt:lpstr>Microsoft Word Document</vt:lpstr>
      <vt:lpstr>Teaching Technical AI to Interdisciplinary Graduate Students</vt:lpstr>
      <vt:lpstr>The Question</vt:lpstr>
      <vt:lpstr>The Challenges</vt:lpstr>
      <vt:lpstr>PowerPoint Presentation</vt:lpstr>
      <vt:lpstr>Key Realizations</vt:lpstr>
      <vt:lpstr>NAIRR Setup - JupyterLab</vt:lpstr>
      <vt:lpstr>PowerPoint Presentation</vt:lpstr>
      <vt:lpstr>The Lesson Structure</vt:lpstr>
      <vt:lpstr>Project 1: Most important to get right</vt:lpstr>
      <vt:lpstr>PowerPoint Presentation</vt:lpstr>
      <vt:lpstr>Self Learning Activities and Examples</vt:lpstr>
      <vt:lpstr>Example - Understanding Check-In: Loss Function</vt:lpstr>
      <vt:lpstr>Example – AI Ethics Voice Essay</vt:lpstr>
      <vt:lpstr>The Good: What went well</vt:lpstr>
      <vt:lpstr>The Bad: What didn’t work</vt:lpstr>
      <vt:lpstr>What I would change in the future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Hart, David Marvin</dc:creator>
  <cp:lastModifiedBy>Hart, David Marvin</cp:lastModifiedBy>
  <cp:revision>1</cp:revision>
  <dcterms:created xsi:type="dcterms:W3CDTF">2024-08-20T17:05:40Z</dcterms:created>
  <dcterms:modified xsi:type="dcterms:W3CDTF">2026-06-16T15:06:47Z</dcterms:modified>
</cp:coreProperties>
</file>