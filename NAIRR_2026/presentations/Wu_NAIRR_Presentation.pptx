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  <p:sldMasterId id="2147483661" r:id="rId3"/>
  </p:sldMasterIdLst>
  <p:notesMasterIdLst>
    <p:notesMasterId r:id="rId29"/>
  </p:notesMasterIdLst>
  <p:sldIdLst>
    <p:sldId id="258" r:id="rId4"/>
    <p:sldId id="261" r:id="rId5"/>
    <p:sldId id="266" r:id="rId6"/>
    <p:sldId id="267" r:id="rId7"/>
    <p:sldId id="264" r:id="rId8"/>
    <p:sldId id="268" r:id="rId9"/>
    <p:sldId id="269" r:id="rId10"/>
    <p:sldId id="271" r:id="rId11"/>
    <p:sldId id="270" r:id="rId12"/>
    <p:sldId id="272" r:id="rId13"/>
    <p:sldId id="273" r:id="rId14"/>
    <p:sldId id="274" r:id="rId15"/>
    <p:sldId id="281" r:id="rId16"/>
    <p:sldId id="282" r:id="rId17"/>
    <p:sldId id="283" r:id="rId18"/>
    <p:sldId id="275" r:id="rId19"/>
    <p:sldId id="284" r:id="rId20"/>
    <p:sldId id="285" r:id="rId21"/>
    <p:sldId id="286" r:id="rId22"/>
    <p:sldId id="279" r:id="rId23"/>
    <p:sldId id="278" r:id="rId24"/>
    <p:sldId id="280" r:id="rId25"/>
    <p:sldId id="276" r:id="rId26"/>
    <p:sldId id="277" r:id="rId27"/>
    <p:sldId id="263" r:id="rId28"/>
  </p:sldIdLst>
  <p:sldSz cx="12192000" cy="6858000"/>
  <p:notesSz cx="6858000" cy="9144000"/>
  <p:embeddedFontLst>
    <p:embeddedFont>
      <p:font typeface="Cambria" panose="02040503050406030204" pitchFamily="18" charset="0"/>
      <p:regular r:id="rId30"/>
      <p:bold r:id="rId31"/>
      <p:italic r:id="rId32"/>
      <p:boldItalic r:id="rId33"/>
    </p:embeddedFont>
    <p:embeddedFont>
      <p:font typeface="Cambria Math" panose="02040503050406030204" pitchFamily="18" charset="0"/>
      <p:regular r:id="rId34"/>
    </p:embeddedFont>
    <p:embeddedFont>
      <p:font typeface="Georgia" panose="02040502050405020303" pitchFamily="18" charset="0"/>
      <p:regular r:id="rId35"/>
      <p:bold r:id="rId36"/>
      <p:italic r:id="rId37"/>
      <p:boldItalic r:id="rId38"/>
    </p:embeddedFont>
    <p:embeddedFont>
      <p:font typeface="Helvetica Neue" panose="02000503000000020004" pitchFamily="2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3E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D8C45B-B5F2-5040-834B-3166F4CFC0A9}" v="698" dt="2026-06-17T16:24:35.9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52"/>
  </p:normalViewPr>
  <p:slideViewPr>
    <p:cSldViewPr snapToGrid="0">
      <p:cViewPr>
        <p:scale>
          <a:sx n="126" d="100"/>
          <a:sy n="126" d="100"/>
        </p:scale>
        <p:origin x="120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10.fntdata"/><Relationship Id="rId21" Type="http://schemas.openxmlformats.org/officeDocument/2006/relationships/slide" Target="slides/slide18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microsoft.com/office/2016/11/relationships/changesInfo" Target="changesInfos/changesInfo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font" Target="fonts/font7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2.fntdata"/><Relationship Id="rId44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font" Target="fonts/font1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u, Jun" userId="14dfc53e-eb89-4a9e-b8d8-7d198fff2519" providerId="ADAL" clId="{25D8C45B-B5F2-5040-834B-3166F4CFC0A9}"/>
    <pc:docChg chg="undo custSel addSld delSld modSld sldOrd modMainMaster">
      <pc:chgData name="Wu, Jun" userId="14dfc53e-eb89-4a9e-b8d8-7d198fff2519" providerId="ADAL" clId="{25D8C45B-B5F2-5040-834B-3166F4CFC0A9}" dt="2026-06-17T16:35:14.450" v="5422" actId="1036"/>
      <pc:docMkLst>
        <pc:docMk/>
      </pc:docMkLst>
      <pc:sldChg chg="addSp delSp modSp del mod">
        <pc:chgData name="Wu, Jun" userId="14dfc53e-eb89-4a9e-b8d8-7d198fff2519" providerId="ADAL" clId="{25D8C45B-B5F2-5040-834B-3166F4CFC0A9}" dt="2026-06-16T17:39:46.977" v="119" actId="2696"/>
        <pc:sldMkLst>
          <pc:docMk/>
          <pc:sldMk cId="0" sldId="256"/>
        </pc:sldMkLst>
        <pc:spChg chg="add del mod">
          <ac:chgData name="Wu, Jun" userId="14dfc53e-eb89-4a9e-b8d8-7d198fff2519" providerId="ADAL" clId="{25D8C45B-B5F2-5040-834B-3166F4CFC0A9}" dt="2026-06-16T17:38:14.844" v="104"/>
          <ac:spMkLst>
            <pc:docMk/>
            <pc:sldMk cId="0" sldId="256"/>
            <ac:spMk id="2" creationId="{51CD9945-908A-45A5-D99C-A790220441A4}"/>
          </ac:spMkLst>
        </pc:spChg>
        <pc:spChg chg="mod topLvl">
          <ac:chgData name="Wu, Jun" userId="14dfc53e-eb89-4a9e-b8d8-7d198fff2519" providerId="ADAL" clId="{25D8C45B-B5F2-5040-834B-3166F4CFC0A9}" dt="2026-06-16T17:38:48.470" v="113" actId="14100"/>
          <ac:spMkLst>
            <pc:docMk/>
            <pc:sldMk cId="0" sldId="256"/>
            <ac:spMk id="76" creationId="{00000000-0000-0000-0000-000000000000}"/>
          </ac:spMkLst>
        </pc:spChg>
        <pc:grpChg chg="del">
          <ac:chgData name="Wu, Jun" userId="14dfc53e-eb89-4a9e-b8d8-7d198fff2519" providerId="ADAL" clId="{25D8C45B-B5F2-5040-834B-3166F4CFC0A9}" dt="2026-06-16T17:34:34.170" v="1" actId="478"/>
          <ac:grpSpMkLst>
            <pc:docMk/>
            <pc:sldMk cId="0" sldId="256"/>
            <ac:grpSpMk id="75" creationId="{00000000-0000-0000-0000-000000000000}"/>
          </ac:grpSpMkLst>
        </pc:grpChg>
        <pc:picChg chg="del mod topLvl">
          <ac:chgData name="Wu, Jun" userId="14dfc53e-eb89-4a9e-b8d8-7d198fff2519" providerId="ADAL" clId="{25D8C45B-B5F2-5040-834B-3166F4CFC0A9}" dt="2026-06-16T17:34:34.170" v="1" actId="478"/>
          <ac:picMkLst>
            <pc:docMk/>
            <pc:sldMk cId="0" sldId="256"/>
            <ac:picMk id="77" creationId="{00000000-0000-0000-0000-000000000000}"/>
          </ac:picMkLst>
        </pc:picChg>
      </pc:sldChg>
      <pc:sldChg chg="del">
        <pc:chgData name="Wu, Jun" userId="14dfc53e-eb89-4a9e-b8d8-7d198fff2519" providerId="ADAL" clId="{25D8C45B-B5F2-5040-834B-3166F4CFC0A9}" dt="2026-06-16T17:39:46.976" v="118" actId="2696"/>
        <pc:sldMkLst>
          <pc:docMk/>
          <pc:sldMk cId="0" sldId="257"/>
        </pc:sldMkLst>
      </pc:sldChg>
      <pc:sldChg chg="addSp delSp modSp mod">
        <pc:chgData name="Wu, Jun" userId="14dfc53e-eb89-4a9e-b8d8-7d198fff2519" providerId="ADAL" clId="{25D8C45B-B5F2-5040-834B-3166F4CFC0A9}" dt="2026-06-16T17:45:04.901" v="158" actId="1076"/>
        <pc:sldMkLst>
          <pc:docMk/>
          <pc:sldMk cId="0" sldId="258"/>
        </pc:sldMkLst>
        <pc:spChg chg="mod">
          <ac:chgData name="Wu, Jun" userId="14dfc53e-eb89-4a9e-b8d8-7d198fff2519" providerId="ADAL" clId="{25D8C45B-B5F2-5040-834B-3166F4CFC0A9}" dt="2026-06-16T17:44:11.583" v="149"/>
          <ac:spMkLst>
            <pc:docMk/>
            <pc:sldMk cId="0" sldId="258"/>
            <ac:spMk id="3" creationId="{DB745F5F-ABE5-663A-E471-354F9433EC1A}"/>
          </ac:spMkLst>
        </pc:spChg>
        <pc:spChg chg="mod">
          <ac:chgData name="Wu, Jun" userId="14dfc53e-eb89-4a9e-b8d8-7d198fff2519" providerId="ADAL" clId="{25D8C45B-B5F2-5040-834B-3166F4CFC0A9}" dt="2026-06-16T17:44:56.914" v="156" actId="14100"/>
          <ac:spMkLst>
            <pc:docMk/>
            <pc:sldMk cId="0" sldId="258"/>
            <ac:spMk id="88" creationId="{00000000-0000-0000-0000-000000000000}"/>
          </ac:spMkLst>
        </pc:spChg>
        <pc:grpChg chg="add mod">
          <ac:chgData name="Wu, Jun" userId="14dfc53e-eb89-4a9e-b8d8-7d198fff2519" providerId="ADAL" clId="{25D8C45B-B5F2-5040-834B-3166F4CFC0A9}" dt="2026-06-16T17:45:04.901" v="158" actId="1076"/>
          <ac:grpSpMkLst>
            <pc:docMk/>
            <pc:sldMk cId="0" sldId="258"/>
            <ac:grpSpMk id="2" creationId="{8A98AE7C-BA92-9506-81F0-1EE0659346B9}"/>
          </ac:grpSpMkLst>
        </pc:grpChg>
        <pc:picChg chg="mod">
          <ac:chgData name="Wu, Jun" userId="14dfc53e-eb89-4a9e-b8d8-7d198fff2519" providerId="ADAL" clId="{25D8C45B-B5F2-5040-834B-3166F4CFC0A9}" dt="2026-06-16T17:44:11.583" v="149"/>
          <ac:picMkLst>
            <pc:docMk/>
            <pc:sldMk cId="0" sldId="258"/>
            <ac:picMk id="4" creationId="{A68D30C4-118D-CFEA-46F8-16B1BAB56465}"/>
          </ac:picMkLst>
        </pc:picChg>
        <pc:picChg chg="add del mod">
          <ac:chgData name="Wu, Jun" userId="14dfc53e-eb89-4a9e-b8d8-7d198fff2519" providerId="ADAL" clId="{25D8C45B-B5F2-5040-834B-3166F4CFC0A9}" dt="2026-06-16T17:44:27.528" v="152" actId="478"/>
          <ac:picMkLst>
            <pc:docMk/>
            <pc:sldMk cId="0" sldId="258"/>
            <ac:picMk id="1026" creationId="{EE1EA04F-FD24-D197-DEC2-40C4905BAD71}"/>
          </ac:picMkLst>
        </pc:picChg>
      </pc:sldChg>
      <pc:sldChg chg="modSp del modNotes">
        <pc:chgData name="Wu, Jun" userId="14dfc53e-eb89-4a9e-b8d8-7d198fff2519" providerId="ADAL" clId="{25D8C45B-B5F2-5040-834B-3166F4CFC0A9}" dt="2026-06-16T17:45:47.930" v="160" actId="2696"/>
        <pc:sldMkLst>
          <pc:docMk/>
          <pc:sldMk cId="0" sldId="259"/>
        </pc:sldMkLst>
        <pc:spChg chg="mod">
          <ac:chgData name="Wu, Jun" userId="14dfc53e-eb89-4a9e-b8d8-7d198fff2519" providerId="ADAL" clId="{25D8C45B-B5F2-5040-834B-3166F4CFC0A9}" dt="2026-06-16T17:43:52.324" v="147"/>
          <ac:spMkLst>
            <pc:docMk/>
            <pc:sldMk cId="0" sldId="259"/>
            <ac:spMk id="96" creationId="{00000000-0000-0000-0000-000000000000}"/>
          </ac:spMkLst>
        </pc:spChg>
      </pc:sldChg>
      <pc:sldChg chg="modSp del modNotes">
        <pc:chgData name="Wu, Jun" userId="14dfc53e-eb89-4a9e-b8d8-7d198fff2519" providerId="ADAL" clId="{25D8C45B-B5F2-5040-834B-3166F4CFC0A9}" dt="2026-06-16T17:45:47.929" v="159" actId="2696"/>
        <pc:sldMkLst>
          <pc:docMk/>
          <pc:sldMk cId="0" sldId="260"/>
        </pc:sldMkLst>
        <pc:spChg chg="mod">
          <ac:chgData name="Wu, Jun" userId="14dfc53e-eb89-4a9e-b8d8-7d198fff2519" providerId="ADAL" clId="{25D8C45B-B5F2-5040-834B-3166F4CFC0A9}" dt="2026-06-16T17:43:52.324" v="147"/>
          <ac:spMkLst>
            <pc:docMk/>
            <pc:sldMk cId="0" sldId="260"/>
            <ac:spMk id="105" creationId="{00000000-0000-0000-0000-000000000000}"/>
          </ac:spMkLst>
        </pc:spChg>
        <pc:spChg chg="mod">
          <ac:chgData name="Wu, Jun" userId="14dfc53e-eb89-4a9e-b8d8-7d198fff2519" providerId="ADAL" clId="{25D8C45B-B5F2-5040-834B-3166F4CFC0A9}" dt="2026-06-16T17:43:52.324" v="147"/>
          <ac:spMkLst>
            <pc:docMk/>
            <pc:sldMk cId="0" sldId="260"/>
            <ac:spMk id="106" creationId="{00000000-0000-0000-0000-000000000000}"/>
          </ac:spMkLst>
        </pc:spChg>
        <pc:spChg chg="mod">
          <ac:chgData name="Wu, Jun" userId="14dfc53e-eb89-4a9e-b8d8-7d198fff2519" providerId="ADAL" clId="{25D8C45B-B5F2-5040-834B-3166F4CFC0A9}" dt="2026-06-16T17:43:52.324" v="147"/>
          <ac:spMkLst>
            <pc:docMk/>
            <pc:sldMk cId="0" sldId="260"/>
            <ac:spMk id="107" creationId="{00000000-0000-0000-0000-000000000000}"/>
          </ac:spMkLst>
        </pc:spChg>
        <pc:spChg chg="mod">
          <ac:chgData name="Wu, Jun" userId="14dfc53e-eb89-4a9e-b8d8-7d198fff2519" providerId="ADAL" clId="{25D8C45B-B5F2-5040-834B-3166F4CFC0A9}" dt="2026-06-16T17:43:52.324" v="147"/>
          <ac:spMkLst>
            <pc:docMk/>
            <pc:sldMk cId="0" sldId="260"/>
            <ac:spMk id="108" creationId="{00000000-0000-0000-0000-000000000000}"/>
          </ac:spMkLst>
        </pc:spChg>
      </pc:sldChg>
      <pc:sldChg chg="addSp delSp modSp mod modNotes">
        <pc:chgData name="Wu, Jun" userId="14dfc53e-eb89-4a9e-b8d8-7d198fff2519" providerId="ADAL" clId="{25D8C45B-B5F2-5040-834B-3166F4CFC0A9}" dt="2026-06-16T19:13:19.998" v="1340" actId="404"/>
        <pc:sldMkLst>
          <pc:docMk/>
          <pc:sldMk cId="0" sldId="261"/>
        </pc:sldMkLst>
        <pc:spChg chg="add mod">
          <ac:chgData name="Wu, Jun" userId="14dfc53e-eb89-4a9e-b8d8-7d198fff2519" providerId="ADAL" clId="{25D8C45B-B5F2-5040-834B-3166F4CFC0A9}" dt="2026-06-16T19:13:19.998" v="1340" actId="404"/>
          <ac:spMkLst>
            <pc:docMk/>
            <pc:sldMk cId="0" sldId="261"/>
            <ac:spMk id="2" creationId="{E99D7E0E-2B65-B597-BC86-CD6C6E1915F7}"/>
          </ac:spMkLst>
        </pc:spChg>
        <pc:spChg chg="add del mod">
          <ac:chgData name="Wu, Jun" userId="14dfc53e-eb89-4a9e-b8d8-7d198fff2519" providerId="ADAL" clId="{25D8C45B-B5F2-5040-834B-3166F4CFC0A9}" dt="2026-06-16T18:44:57.655" v="807" actId="478"/>
          <ac:spMkLst>
            <pc:docMk/>
            <pc:sldMk cId="0" sldId="261"/>
            <ac:spMk id="3" creationId="{7B594479-EF1A-45BA-FD9D-6B92A6C349D8}"/>
          </ac:spMkLst>
        </pc:spChg>
        <pc:spChg chg="add mod">
          <ac:chgData name="Wu, Jun" userId="14dfc53e-eb89-4a9e-b8d8-7d198fff2519" providerId="ADAL" clId="{25D8C45B-B5F2-5040-834B-3166F4CFC0A9}" dt="2026-06-16T19:09:05.779" v="1235" actId="1076"/>
          <ac:spMkLst>
            <pc:docMk/>
            <pc:sldMk cId="0" sldId="261"/>
            <ac:spMk id="4" creationId="{F3925981-50C9-58F0-1D6C-B056B38A0EB1}"/>
          </ac:spMkLst>
        </pc:spChg>
        <pc:spChg chg="add mod">
          <ac:chgData name="Wu, Jun" userId="14dfc53e-eb89-4a9e-b8d8-7d198fff2519" providerId="ADAL" clId="{25D8C45B-B5F2-5040-834B-3166F4CFC0A9}" dt="2026-06-16T19:09:05.779" v="1235" actId="1076"/>
          <ac:spMkLst>
            <pc:docMk/>
            <pc:sldMk cId="0" sldId="261"/>
            <ac:spMk id="5" creationId="{C5AA1268-F2A6-D03F-6C12-429A7BE0AEBE}"/>
          </ac:spMkLst>
        </pc:spChg>
        <pc:spChg chg="add mod">
          <ac:chgData name="Wu, Jun" userId="14dfc53e-eb89-4a9e-b8d8-7d198fff2519" providerId="ADAL" clId="{25D8C45B-B5F2-5040-834B-3166F4CFC0A9}" dt="2026-06-16T19:09:05.779" v="1235" actId="1076"/>
          <ac:spMkLst>
            <pc:docMk/>
            <pc:sldMk cId="0" sldId="261"/>
            <ac:spMk id="6" creationId="{D5A4B42D-B5D3-AB0B-DD77-30C559E58AC5}"/>
          </ac:spMkLst>
        </pc:spChg>
        <pc:spChg chg="add mod">
          <ac:chgData name="Wu, Jun" userId="14dfc53e-eb89-4a9e-b8d8-7d198fff2519" providerId="ADAL" clId="{25D8C45B-B5F2-5040-834B-3166F4CFC0A9}" dt="2026-06-16T19:09:05.779" v="1235" actId="1076"/>
          <ac:spMkLst>
            <pc:docMk/>
            <pc:sldMk cId="0" sldId="261"/>
            <ac:spMk id="7" creationId="{E31FCAA1-4651-23AD-8998-18DD02D37DA9}"/>
          </ac:spMkLst>
        </pc:spChg>
        <pc:spChg chg="add mod">
          <ac:chgData name="Wu, Jun" userId="14dfc53e-eb89-4a9e-b8d8-7d198fff2519" providerId="ADAL" clId="{25D8C45B-B5F2-5040-834B-3166F4CFC0A9}" dt="2026-06-16T19:09:05.779" v="1235" actId="1076"/>
          <ac:spMkLst>
            <pc:docMk/>
            <pc:sldMk cId="0" sldId="261"/>
            <ac:spMk id="8" creationId="{90085F27-6F34-B9EB-7BE2-127E0BA16F2A}"/>
          </ac:spMkLst>
        </pc:spChg>
        <pc:spChg chg="add mod">
          <ac:chgData name="Wu, Jun" userId="14dfc53e-eb89-4a9e-b8d8-7d198fff2519" providerId="ADAL" clId="{25D8C45B-B5F2-5040-834B-3166F4CFC0A9}" dt="2026-06-16T19:09:05.779" v="1235" actId="1076"/>
          <ac:spMkLst>
            <pc:docMk/>
            <pc:sldMk cId="0" sldId="261"/>
            <ac:spMk id="9" creationId="{F5044663-2FAB-D83F-1602-485C92598109}"/>
          </ac:spMkLst>
        </pc:spChg>
        <pc:spChg chg="add mod">
          <ac:chgData name="Wu, Jun" userId="14dfc53e-eb89-4a9e-b8d8-7d198fff2519" providerId="ADAL" clId="{25D8C45B-B5F2-5040-834B-3166F4CFC0A9}" dt="2026-06-16T19:09:05.779" v="1235" actId="1076"/>
          <ac:spMkLst>
            <pc:docMk/>
            <pc:sldMk cId="0" sldId="261"/>
            <ac:spMk id="10" creationId="{044A7D0E-1DEC-2841-7F5D-4D3CEC401A24}"/>
          </ac:spMkLst>
        </pc:spChg>
        <pc:spChg chg="add mod">
          <ac:chgData name="Wu, Jun" userId="14dfc53e-eb89-4a9e-b8d8-7d198fff2519" providerId="ADAL" clId="{25D8C45B-B5F2-5040-834B-3166F4CFC0A9}" dt="2026-06-16T19:09:05.779" v="1235" actId="1076"/>
          <ac:spMkLst>
            <pc:docMk/>
            <pc:sldMk cId="0" sldId="261"/>
            <ac:spMk id="11" creationId="{212CB1F8-971A-A92B-EE93-06B6751964E3}"/>
          </ac:spMkLst>
        </pc:spChg>
        <pc:spChg chg="add mod">
          <ac:chgData name="Wu, Jun" userId="14dfc53e-eb89-4a9e-b8d8-7d198fff2519" providerId="ADAL" clId="{25D8C45B-B5F2-5040-834B-3166F4CFC0A9}" dt="2026-06-16T19:09:05.779" v="1235" actId="1076"/>
          <ac:spMkLst>
            <pc:docMk/>
            <pc:sldMk cId="0" sldId="261"/>
            <ac:spMk id="15" creationId="{FE66C52B-F3A2-7DCE-9C7C-8C715DB9CA2D}"/>
          </ac:spMkLst>
        </pc:spChg>
        <pc:spChg chg="add mod">
          <ac:chgData name="Wu, Jun" userId="14dfc53e-eb89-4a9e-b8d8-7d198fff2519" providerId="ADAL" clId="{25D8C45B-B5F2-5040-834B-3166F4CFC0A9}" dt="2026-06-16T19:09:05.779" v="1235" actId="1076"/>
          <ac:spMkLst>
            <pc:docMk/>
            <pc:sldMk cId="0" sldId="261"/>
            <ac:spMk id="16" creationId="{FF727949-28EE-D49F-28C4-044A1B841C05}"/>
          </ac:spMkLst>
        </pc:spChg>
        <pc:spChg chg="add mod">
          <ac:chgData name="Wu, Jun" userId="14dfc53e-eb89-4a9e-b8d8-7d198fff2519" providerId="ADAL" clId="{25D8C45B-B5F2-5040-834B-3166F4CFC0A9}" dt="2026-06-16T19:09:05.779" v="1235" actId="1076"/>
          <ac:spMkLst>
            <pc:docMk/>
            <pc:sldMk cId="0" sldId="261"/>
            <ac:spMk id="20" creationId="{E900CCD7-7C56-0605-177B-17683E49351A}"/>
          </ac:spMkLst>
        </pc:spChg>
        <pc:spChg chg="add mod">
          <ac:chgData name="Wu, Jun" userId="14dfc53e-eb89-4a9e-b8d8-7d198fff2519" providerId="ADAL" clId="{25D8C45B-B5F2-5040-834B-3166F4CFC0A9}" dt="2026-06-16T19:09:05.779" v="1235" actId="1076"/>
          <ac:spMkLst>
            <pc:docMk/>
            <pc:sldMk cId="0" sldId="261"/>
            <ac:spMk id="21" creationId="{24E5EC4A-7240-6682-A2E1-FF68E5A56B69}"/>
          </ac:spMkLst>
        </pc:spChg>
        <pc:spChg chg="add mod">
          <ac:chgData name="Wu, Jun" userId="14dfc53e-eb89-4a9e-b8d8-7d198fff2519" providerId="ADAL" clId="{25D8C45B-B5F2-5040-834B-3166F4CFC0A9}" dt="2026-06-16T19:09:05.779" v="1235" actId="1076"/>
          <ac:spMkLst>
            <pc:docMk/>
            <pc:sldMk cId="0" sldId="261"/>
            <ac:spMk id="30" creationId="{F257D1A9-1F34-A5FF-F6D8-5AD603C01ED3}"/>
          </ac:spMkLst>
        </pc:spChg>
        <pc:spChg chg="add mod">
          <ac:chgData name="Wu, Jun" userId="14dfc53e-eb89-4a9e-b8d8-7d198fff2519" providerId="ADAL" clId="{25D8C45B-B5F2-5040-834B-3166F4CFC0A9}" dt="2026-06-16T19:09:05.779" v="1235" actId="1076"/>
          <ac:spMkLst>
            <pc:docMk/>
            <pc:sldMk cId="0" sldId="261"/>
            <ac:spMk id="31" creationId="{69BAD321-A28B-9D4C-E955-EFFC5A0670C3}"/>
          </ac:spMkLst>
        </pc:spChg>
        <pc:spChg chg="add mod">
          <ac:chgData name="Wu, Jun" userId="14dfc53e-eb89-4a9e-b8d8-7d198fff2519" providerId="ADAL" clId="{25D8C45B-B5F2-5040-834B-3166F4CFC0A9}" dt="2026-06-16T19:09:05.779" v="1235" actId="1076"/>
          <ac:spMkLst>
            <pc:docMk/>
            <pc:sldMk cId="0" sldId="261"/>
            <ac:spMk id="32" creationId="{84B51797-5CB3-13CC-E360-2166A27EE7AB}"/>
          </ac:spMkLst>
        </pc:spChg>
        <pc:spChg chg="add mod">
          <ac:chgData name="Wu, Jun" userId="14dfc53e-eb89-4a9e-b8d8-7d198fff2519" providerId="ADAL" clId="{25D8C45B-B5F2-5040-834B-3166F4CFC0A9}" dt="2026-06-16T19:09:05.779" v="1235" actId="1076"/>
          <ac:spMkLst>
            <pc:docMk/>
            <pc:sldMk cId="0" sldId="261"/>
            <ac:spMk id="33" creationId="{AC25F5EE-2BAE-BF99-517D-16F31C537006}"/>
          </ac:spMkLst>
        </pc:spChg>
        <pc:spChg chg="add mod">
          <ac:chgData name="Wu, Jun" userId="14dfc53e-eb89-4a9e-b8d8-7d198fff2519" providerId="ADAL" clId="{25D8C45B-B5F2-5040-834B-3166F4CFC0A9}" dt="2026-06-16T19:09:05.779" v="1235" actId="1076"/>
          <ac:spMkLst>
            <pc:docMk/>
            <pc:sldMk cId="0" sldId="261"/>
            <ac:spMk id="34" creationId="{BCE2FA88-4BA0-8772-EF41-D2B556B58A64}"/>
          </ac:spMkLst>
        </pc:spChg>
        <pc:spChg chg="add mod">
          <ac:chgData name="Wu, Jun" userId="14dfc53e-eb89-4a9e-b8d8-7d198fff2519" providerId="ADAL" clId="{25D8C45B-B5F2-5040-834B-3166F4CFC0A9}" dt="2026-06-16T19:09:05.779" v="1235" actId="1076"/>
          <ac:spMkLst>
            <pc:docMk/>
            <pc:sldMk cId="0" sldId="261"/>
            <ac:spMk id="35" creationId="{A6824BAA-482E-F24E-7CE9-3E0F73E3109B}"/>
          </ac:spMkLst>
        </pc:spChg>
        <pc:spChg chg="add mod">
          <ac:chgData name="Wu, Jun" userId="14dfc53e-eb89-4a9e-b8d8-7d198fff2519" providerId="ADAL" clId="{25D8C45B-B5F2-5040-834B-3166F4CFC0A9}" dt="2026-06-16T19:09:05.779" v="1235" actId="1076"/>
          <ac:spMkLst>
            <pc:docMk/>
            <pc:sldMk cId="0" sldId="261"/>
            <ac:spMk id="40" creationId="{DE2C5348-D44A-0147-EF7C-B0FCEBC7E756}"/>
          </ac:spMkLst>
        </pc:spChg>
        <pc:spChg chg="add mod">
          <ac:chgData name="Wu, Jun" userId="14dfc53e-eb89-4a9e-b8d8-7d198fff2519" providerId="ADAL" clId="{25D8C45B-B5F2-5040-834B-3166F4CFC0A9}" dt="2026-06-16T19:10:25.116" v="1273" actId="20577"/>
          <ac:spMkLst>
            <pc:docMk/>
            <pc:sldMk cId="0" sldId="261"/>
            <ac:spMk id="41" creationId="{97EE951D-4B0B-32F4-828F-8918945CF6B1}"/>
          </ac:spMkLst>
        </pc:spChg>
        <pc:spChg chg="add mod">
          <ac:chgData name="Wu, Jun" userId="14dfc53e-eb89-4a9e-b8d8-7d198fff2519" providerId="ADAL" clId="{25D8C45B-B5F2-5040-834B-3166F4CFC0A9}" dt="2026-06-16T19:10:13.653" v="1259" actId="1038"/>
          <ac:spMkLst>
            <pc:docMk/>
            <pc:sldMk cId="0" sldId="261"/>
            <ac:spMk id="42" creationId="{4694C103-B40D-01A3-ED20-728234A018E2}"/>
          </ac:spMkLst>
        </pc:spChg>
        <pc:spChg chg="mod">
          <ac:chgData name="Wu, Jun" userId="14dfc53e-eb89-4a9e-b8d8-7d198fff2519" providerId="ADAL" clId="{25D8C45B-B5F2-5040-834B-3166F4CFC0A9}" dt="2026-06-16T17:51:22.333" v="161"/>
          <ac:spMkLst>
            <pc:docMk/>
            <pc:sldMk cId="0" sldId="261"/>
            <ac:spMk id="113" creationId="{00000000-0000-0000-0000-000000000000}"/>
          </ac:spMkLst>
        </pc:spChg>
        <pc:cxnChg chg="add mod">
          <ac:chgData name="Wu, Jun" userId="14dfc53e-eb89-4a9e-b8d8-7d198fff2519" providerId="ADAL" clId="{25D8C45B-B5F2-5040-834B-3166F4CFC0A9}" dt="2026-06-16T19:09:05.779" v="1235" actId="1076"/>
          <ac:cxnSpMkLst>
            <pc:docMk/>
            <pc:sldMk cId="0" sldId="261"/>
            <ac:cxnSpMk id="13" creationId="{32EDFEA6-5EB7-08D0-981A-39AFC1430FA0}"/>
          </ac:cxnSpMkLst>
        </pc:cxnChg>
        <pc:cxnChg chg="add mod">
          <ac:chgData name="Wu, Jun" userId="14dfc53e-eb89-4a9e-b8d8-7d198fff2519" providerId="ADAL" clId="{25D8C45B-B5F2-5040-834B-3166F4CFC0A9}" dt="2026-06-16T19:09:05.779" v="1235" actId="1076"/>
          <ac:cxnSpMkLst>
            <pc:docMk/>
            <pc:sldMk cId="0" sldId="261"/>
            <ac:cxnSpMk id="17" creationId="{346DE350-B2A9-0FFE-08F0-C3271998FC26}"/>
          </ac:cxnSpMkLst>
        </pc:cxnChg>
        <pc:cxnChg chg="add mod">
          <ac:chgData name="Wu, Jun" userId="14dfc53e-eb89-4a9e-b8d8-7d198fff2519" providerId="ADAL" clId="{25D8C45B-B5F2-5040-834B-3166F4CFC0A9}" dt="2026-06-16T19:09:05.779" v="1235" actId="1076"/>
          <ac:cxnSpMkLst>
            <pc:docMk/>
            <pc:sldMk cId="0" sldId="261"/>
            <ac:cxnSpMk id="22" creationId="{12F0E47C-2815-DB70-3D59-F7F8FF6CF00E}"/>
          </ac:cxnSpMkLst>
        </pc:cxnChg>
        <pc:cxnChg chg="add mod">
          <ac:chgData name="Wu, Jun" userId="14dfc53e-eb89-4a9e-b8d8-7d198fff2519" providerId="ADAL" clId="{25D8C45B-B5F2-5040-834B-3166F4CFC0A9}" dt="2026-06-16T19:09:05.779" v="1235" actId="1076"/>
          <ac:cxnSpMkLst>
            <pc:docMk/>
            <pc:sldMk cId="0" sldId="261"/>
            <ac:cxnSpMk id="26" creationId="{C5ADAE7A-1407-FC7D-F073-F11F744436A5}"/>
          </ac:cxnSpMkLst>
        </pc:cxnChg>
        <pc:cxnChg chg="add mod">
          <ac:chgData name="Wu, Jun" userId="14dfc53e-eb89-4a9e-b8d8-7d198fff2519" providerId="ADAL" clId="{25D8C45B-B5F2-5040-834B-3166F4CFC0A9}" dt="2026-06-16T19:09:05.779" v="1235" actId="1076"/>
          <ac:cxnSpMkLst>
            <pc:docMk/>
            <pc:sldMk cId="0" sldId="261"/>
            <ac:cxnSpMk id="28" creationId="{19B96C99-637D-5606-8957-B803BC299581}"/>
          </ac:cxnSpMkLst>
        </pc:cxnChg>
        <pc:cxnChg chg="add mod">
          <ac:chgData name="Wu, Jun" userId="14dfc53e-eb89-4a9e-b8d8-7d198fff2519" providerId="ADAL" clId="{25D8C45B-B5F2-5040-834B-3166F4CFC0A9}" dt="2026-06-16T19:09:05.779" v="1235" actId="1076"/>
          <ac:cxnSpMkLst>
            <pc:docMk/>
            <pc:sldMk cId="0" sldId="261"/>
            <ac:cxnSpMk id="36" creationId="{C82A5B44-105A-F92A-CDF0-7277623654F8}"/>
          </ac:cxnSpMkLst>
        </pc:cxnChg>
        <pc:cxnChg chg="add mod">
          <ac:chgData name="Wu, Jun" userId="14dfc53e-eb89-4a9e-b8d8-7d198fff2519" providerId="ADAL" clId="{25D8C45B-B5F2-5040-834B-3166F4CFC0A9}" dt="2026-06-16T19:09:05.779" v="1235" actId="1076"/>
          <ac:cxnSpMkLst>
            <pc:docMk/>
            <pc:sldMk cId="0" sldId="261"/>
            <ac:cxnSpMk id="38" creationId="{8AF96936-838C-9E03-DED8-79748BDA2D10}"/>
          </ac:cxnSpMkLst>
        </pc:cxnChg>
        <pc:cxnChg chg="add del mod">
          <ac:chgData name="Wu, Jun" userId="14dfc53e-eb89-4a9e-b8d8-7d198fff2519" providerId="ADAL" clId="{25D8C45B-B5F2-5040-834B-3166F4CFC0A9}" dt="2026-06-16T19:10:04.490" v="1239" actId="478"/>
          <ac:cxnSpMkLst>
            <pc:docMk/>
            <pc:sldMk cId="0" sldId="261"/>
            <ac:cxnSpMk id="43" creationId="{3C942E81-BEEB-9F4B-7913-450BBAFFCA61}"/>
          </ac:cxnSpMkLst>
        </pc:cxnChg>
      </pc:sldChg>
      <pc:sldChg chg="del modNotes">
        <pc:chgData name="Wu, Jun" userId="14dfc53e-eb89-4a9e-b8d8-7d198fff2519" providerId="ADAL" clId="{25D8C45B-B5F2-5040-834B-3166F4CFC0A9}" dt="2026-06-17T03:41:41.058" v="1694" actId="2696"/>
        <pc:sldMkLst>
          <pc:docMk/>
          <pc:sldMk cId="0" sldId="262"/>
        </pc:sldMkLst>
      </pc:sldChg>
      <pc:sldChg chg="addSp delSp modSp mod modNotes">
        <pc:chgData name="Wu, Jun" userId="14dfc53e-eb89-4a9e-b8d8-7d198fff2519" providerId="ADAL" clId="{25D8C45B-B5F2-5040-834B-3166F4CFC0A9}" dt="2026-06-16T18:03:41.009" v="294" actId="403"/>
        <pc:sldMkLst>
          <pc:docMk/>
          <pc:sldMk cId="0" sldId="263"/>
        </pc:sldMkLst>
        <pc:spChg chg="add del mod">
          <ac:chgData name="Wu, Jun" userId="14dfc53e-eb89-4a9e-b8d8-7d198fff2519" providerId="ADAL" clId="{25D8C45B-B5F2-5040-834B-3166F4CFC0A9}" dt="2026-06-16T17:55:22.307" v="200"/>
          <ac:spMkLst>
            <pc:docMk/>
            <pc:sldMk cId="0" sldId="263"/>
            <ac:spMk id="2" creationId="{40E56C77-1712-AB5F-7137-BD48CEA22649}"/>
          </ac:spMkLst>
        </pc:spChg>
        <pc:spChg chg="add del mod">
          <ac:chgData name="Wu, Jun" userId="14dfc53e-eb89-4a9e-b8d8-7d198fff2519" providerId="ADAL" clId="{25D8C45B-B5F2-5040-834B-3166F4CFC0A9}" dt="2026-06-16T17:56:34.495" v="224"/>
          <ac:spMkLst>
            <pc:docMk/>
            <pc:sldMk cId="0" sldId="263"/>
            <ac:spMk id="3" creationId="{AF1409B9-D58D-8373-D3A1-D73E13902F9D}"/>
          </ac:spMkLst>
        </pc:spChg>
        <pc:spChg chg="add del mod">
          <ac:chgData name="Wu, Jun" userId="14dfc53e-eb89-4a9e-b8d8-7d198fff2519" providerId="ADAL" clId="{25D8C45B-B5F2-5040-834B-3166F4CFC0A9}" dt="2026-06-16T17:56:33.823" v="222"/>
          <ac:spMkLst>
            <pc:docMk/>
            <pc:sldMk cId="0" sldId="263"/>
            <ac:spMk id="4" creationId="{5E9E406E-99F0-6DED-285D-5AE556FB8C17}"/>
          </ac:spMkLst>
        </pc:spChg>
        <pc:spChg chg="add del mod">
          <ac:chgData name="Wu, Jun" userId="14dfc53e-eb89-4a9e-b8d8-7d198fff2519" providerId="ADAL" clId="{25D8C45B-B5F2-5040-834B-3166F4CFC0A9}" dt="2026-06-16T17:56:57.604" v="227" actId="478"/>
          <ac:spMkLst>
            <pc:docMk/>
            <pc:sldMk cId="0" sldId="263"/>
            <ac:spMk id="5" creationId="{105A1295-902E-CFC9-DB5A-69C59DEDF092}"/>
          </ac:spMkLst>
        </pc:spChg>
        <pc:spChg chg="add del mod">
          <ac:chgData name="Wu, Jun" userId="14dfc53e-eb89-4a9e-b8d8-7d198fff2519" providerId="ADAL" clId="{25D8C45B-B5F2-5040-834B-3166F4CFC0A9}" dt="2026-06-16T17:57:02.991" v="230"/>
          <ac:spMkLst>
            <pc:docMk/>
            <pc:sldMk cId="0" sldId="263"/>
            <ac:spMk id="6" creationId="{7C978925-6F0B-698B-3679-285D7204537D}"/>
          </ac:spMkLst>
        </pc:spChg>
        <pc:spChg chg="del mod">
          <ac:chgData name="Wu, Jun" userId="14dfc53e-eb89-4a9e-b8d8-7d198fff2519" providerId="ADAL" clId="{25D8C45B-B5F2-5040-834B-3166F4CFC0A9}" dt="2026-06-16T17:58:29.748" v="242" actId="478"/>
          <ac:spMkLst>
            <pc:docMk/>
            <pc:sldMk cId="0" sldId="263"/>
            <ac:spMk id="127" creationId="{00000000-0000-0000-0000-000000000000}"/>
          </ac:spMkLst>
        </pc:spChg>
        <pc:spChg chg="mod">
          <ac:chgData name="Wu, Jun" userId="14dfc53e-eb89-4a9e-b8d8-7d198fff2519" providerId="ADAL" clId="{25D8C45B-B5F2-5040-834B-3166F4CFC0A9}" dt="2026-06-16T18:03:41.009" v="294" actId="403"/>
          <ac:spMkLst>
            <pc:docMk/>
            <pc:sldMk cId="0" sldId="263"/>
            <ac:spMk id="128" creationId="{00000000-0000-0000-0000-000000000000}"/>
          </ac:spMkLst>
        </pc:spChg>
        <pc:grpChg chg="del">
          <ac:chgData name="Wu, Jun" userId="14dfc53e-eb89-4a9e-b8d8-7d198fff2519" providerId="ADAL" clId="{25D8C45B-B5F2-5040-834B-3166F4CFC0A9}" dt="2026-06-16T17:55:17.939" v="197" actId="478"/>
          <ac:grpSpMkLst>
            <pc:docMk/>
            <pc:sldMk cId="0" sldId="263"/>
            <ac:grpSpMk id="129" creationId="{00000000-0000-0000-0000-000000000000}"/>
          </ac:grpSpMkLst>
        </pc:grpChg>
      </pc:sldChg>
      <pc:sldChg chg="addSp delSp modSp add mod">
        <pc:chgData name="Wu, Jun" userId="14dfc53e-eb89-4a9e-b8d8-7d198fff2519" providerId="ADAL" clId="{25D8C45B-B5F2-5040-834B-3166F4CFC0A9}" dt="2026-06-16T19:12:33.808" v="1327" actId="113"/>
        <pc:sldMkLst>
          <pc:docMk/>
          <pc:sldMk cId="136959857" sldId="264"/>
        </pc:sldMkLst>
        <pc:spChg chg="add del mod">
          <ac:chgData name="Wu, Jun" userId="14dfc53e-eb89-4a9e-b8d8-7d198fff2519" providerId="ADAL" clId="{25D8C45B-B5F2-5040-834B-3166F4CFC0A9}" dt="2026-06-16T18:06:17.546" v="351" actId="478"/>
          <ac:spMkLst>
            <pc:docMk/>
            <pc:sldMk cId="136959857" sldId="264"/>
            <ac:spMk id="2" creationId="{27A4A094-F222-7A4D-6BF6-6F3062EFB990}"/>
          </ac:spMkLst>
        </pc:spChg>
        <pc:spChg chg="add del mod">
          <ac:chgData name="Wu, Jun" userId="14dfc53e-eb89-4a9e-b8d8-7d198fff2519" providerId="ADAL" clId="{25D8C45B-B5F2-5040-834B-3166F4CFC0A9}" dt="2026-06-16T18:07:49.114" v="368" actId="478"/>
          <ac:spMkLst>
            <pc:docMk/>
            <pc:sldMk cId="136959857" sldId="264"/>
            <ac:spMk id="3" creationId="{4E994C4B-E4EE-99D5-F854-F2D092F5B99E}"/>
          </ac:spMkLst>
        </pc:spChg>
        <pc:spChg chg="add del mod">
          <ac:chgData name="Wu, Jun" userId="14dfc53e-eb89-4a9e-b8d8-7d198fff2519" providerId="ADAL" clId="{25D8C45B-B5F2-5040-834B-3166F4CFC0A9}" dt="2026-06-16T18:07:27.350" v="358" actId="478"/>
          <ac:spMkLst>
            <pc:docMk/>
            <pc:sldMk cId="136959857" sldId="264"/>
            <ac:spMk id="4" creationId="{7E672B1D-B2E0-73C5-6ECE-93E91E5960B1}"/>
          </ac:spMkLst>
        </pc:spChg>
        <pc:spChg chg="add mod">
          <ac:chgData name="Wu, Jun" userId="14dfc53e-eb89-4a9e-b8d8-7d198fff2519" providerId="ADAL" clId="{25D8C45B-B5F2-5040-834B-3166F4CFC0A9}" dt="2026-06-16T19:12:33.808" v="1327" actId="113"/>
          <ac:spMkLst>
            <pc:docMk/>
            <pc:sldMk cId="136959857" sldId="264"/>
            <ac:spMk id="5" creationId="{8560831F-281F-DF22-FC66-C0EEA1BD129C}"/>
          </ac:spMkLst>
        </pc:spChg>
        <pc:spChg chg="add mod">
          <ac:chgData name="Wu, Jun" userId="14dfc53e-eb89-4a9e-b8d8-7d198fff2519" providerId="ADAL" clId="{25D8C45B-B5F2-5040-834B-3166F4CFC0A9}" dt="2026-06-16T18:24:42.105" v="602" actId="1036"/>
          <ac:spMkLst>
            <pc:docMk/>
            <pc:sldMk cId="136959857" sldId="264"/>
            <ac:spMk id="6" creationId="{8DADC30E-1407-7C84-3A90-3897BD2F2AEB}"/>
          </ac:spMkLst>
        </pc:spChg>
        <pc:spChg chg="mod">
          <ac:chgData name="Wu, Jun" userId="14dfc53e-eb89-4a9e-b8d8-7d198fff2519" providerId="ADAL" clId="{25D8C45B-B5F2-5040-834B-3166F4CFC0A9}" dt="2026-06-16T17:52:36.253" v="196" actId="20577"/>
          <ac:spMkLst>
            <pc:docMk/>
            <pc:sldMk cId="136959857" sldId="264"/>
            <ac:spMk id="113" creationId="{101B1617-993E-E4DE-F073-DA8311374E6F}"/>
          </ac:spMkLst>
        </pc:spChg>
      </pc:sldChg>
      <pc:sldChg chg="modSp new add del mod">
        <pc:chgData name="Wu, Jun" userId="14dfc53e-eb89-4a9e-b8d8-7d198fff2519" providerId="ADAL" clId="{25D8C45B-B5F2-5040-834B-3166F4CFC0A9}" dt="2026-06-17T03:41:41.049" v="1693" actId="2696"/>
        <pc:sldMkLst>
          <pc:docMk/>
          <pc:sldMk cId="4111257655" sldId="265"/>
        </pc:sldMkLst>
        <pc:spChg chg="mod">
          <ac:chgData name="Wu, Jun" userId="14dfc53e-eb89-4a9e-b8d8-7d198fff2519" providerId="ADAL" clId="{25D8C45B-B5F2-5040-834B-3166F4CFC0A9}" dt="2026-06-16T18:07:18.418" v="355" actId="20577"/>
          <ac:spMkLst>
            <pc:docMk/>
            <pc:sldMk cId="4111257655" sldId="265"/>
            <ac:spMk id="3" creationId="{2D20BA8A-397E-D2C9-5A13-722110A4D411}"/>
          </ac:spMkLst>
        </pc:spChg>
      </pc:sldChg>
      <pc:sldChg chg="addSp delSp modSp add mod">
        <pc:chgData name="Wu, Jun" userId="14dfc53e-eb89-4a9e-b8d8-7d198fff2519" providerId="ADAL" clId="{25D8C45B-B5F2-5040-834B-3166F4CFC0A9}" dt="2026-06-16T19:22:19.103" v="1422" actId="1076"/>
        <pc:sldMkLst>
          <pc:docMk/>
          <pc:sldMk cId="154033526" sldId="266"/>
        </pc:sldMkLst>
        <pc:spChg chg="del">
          <ac:chgData name="Wu, Jun" userId="14dfc53e-eb89-4a9e-b8d8-7d198fff2519" providerId="ADAL" clId="{25D8C45B-B5F2-5040-834B-3166F4CFC0A9}" dt="2026-06-16T19:11:37.876" v="1274" actId="478"/>
          <ac:spMkLst>
            <pc:docMk/>
            <pc:sldMk cId="154033526" sldId="266"/>
            <ac:spMk id="2" creationId="{B6388D84-BA6B-7C20-3E7C-401D8022E48B}"/>
          </ac:spMkLst>
        </pc:spChg>
        <pc:spChg chg="del">
          <ac:chgData name="Wu, Jun" userId="14dfc53e-eb89-4a9e-b8d8-7d198fff2519" providerId="ADAL" clId="{25D8C45B-B5F2-5040-834B-3166F4CFC0A9}" dt="2026-06-16T19:11:37.876" v="1274" actId="478"/>
          <ac:spMkLst>
            <pc:docMk/>
            <pc:sldMk cId="154033526" sldId="266"/>
            <ac:spMk id="3" creationId="{81C52F38-5B78-59AB-12DE-178EAB4CE017}"/>
          </ac:spMkLst>
        </pc:spChg>
        <pc:spChg chg="add mod">
          <ac:chgData name="Wu, Jun" userId="14dfc53e-eb89-4a9e-b8d8-7d198fff2519" providerId="ADAL" clId="{25D8C45B-B5F2-5040-834B-3166F4CFC0A9}" dt="2026-06-16T19:16:16.427" v="1392" actId="20577"/>
          <ac:spMkLst>
            <pc:docMk/>
            <pc:sldMk cId="154033526" sldId="266"/>
            <ac:spMk id="5" creationId="{04981EB6-A12A-EEDF-3340-14735FC594C2}"/>
          </ac:spMkLst>
        </pc:spChg>
        <pc:picChg chg="add mod">
          <ac:chgData name="Wu, Jun" userId="14dfc53e-eb89-4a9e-b8d8-7d198fff2519" providerId="ADAL" clId="{25D8C45B-B5F2-5040-834B-3166F4CFC0A9}" dt="2026-06-16T19:13:16.012" v="1339" actId="1076"/>
          <ac:picMkLst>
            <pc:docMk/>
            <pc:sldMk cId="154033526" sldId="266"/>
            <ac:picMk id="4" creationId="{7562D5AF-2A68-D6CD-32A6-F7BB2E706762}"/>
          </ac:picMkLst>
        </pc:picChg>
        <pc:picChg chg="add mod">
          <ac:chgData name="Wu, Jun" userId="14dfc53e-eb89-4a9e-b8d8-7d198fff2519" providerId="ADAL" clId="{25D8C45B-B5F2-5040-834B-3166F4CFC0A9}" dt="2026-06-16T19:21:35.180" v="1410" actId="1076"/>
          <ac:picMkLst>
            <pc:docMk/>
            <pc:sldMk cId="154033526" sldId="266"/>
            <ac:picMk id="3074" creationId="{47D74AD4-D4CC-4EBF-557D-3414C1461A8C}"/>
          </ac:picMkLst>
        </pc:picChg>
        <pc:picChg chg="add mod">
          <ac:chgData name="Wu, Jun" userId="14dfc53e-eb89-4a9e-b8d8-7d198fff2519" providerId="ADAL" clId="{25D8C45B-B5F2-5040-834B-3166F4CFC0A9}" dt="2026-06-16T19:21:36.828" v="1411" actId="1076"/>
          <ac:picMkLst>
            <pc:docMk/>
            <pc:sldMk cId="154033526" sldId="266"/>
            <ac:picMk id="3076" creationId="{60B121F1-05B8-1E87-C80F-56CE68D96BE3}"/>
          </ac:picMkLst>
        </pc:picChg>
        <pc:picChg chg="add mod">
          <ac:chgData name="Wu, Jun" userId="14dfc53e-eb89-4a9e-b8d8-7d198fff2519" providerId="ADAL" clId="{25D8C45B-B5F2-5040-834B-3166F4CFC0A9}" dt="2026-06-16T19:21:42.546" v="1414" actId="1076"/>
          <ac:picMkLst>
            <pc:docMk/>
            <pc:sldMk cId="154033526" sldId="266"/>
            <ac:picMk id="3078" creationId="{AD289283-B0C3-EF8D-3B3B-0A2D37FC196C}"/>
          </ac:picMkLst>
        </pc:picChg>
        <pc:picChg chg="add mod">
          <ac:chgData name="Wu, Jun" userId="14dfc53e-eb89-4a9e-b8d8-7d198fff2519" providerId="ADAL" clId="{25D8C45B-B5F2-5040-834B-3166F4CFC0A9}" dt="2026-06-16T19:22:19.103" v="1422" actId="1076"/>
          <ac:picMkLst>
            <pc:docMk/>
            <pc:sldMk cId="154033526" sldId="266"/>
            <ac:picMk id="3080" creationId="{19220A19-9620-B5E4-6403-04FC1C991243}"/>
          </ac:picMkLst>
        </pc:picChg>
      </pc:sldChg>
      <pc:sldChg chg="addSp delSp modSp add mod">
        <pc:chgData name="Wu, Jun" userId="14dfc53e-eb89-4a9e-b8d8-7d198fff2519" providerId="ADAL" clId="{25D8C45B-B5F2-5040-834B-3166F4CFC0A9}" dt="2026-06-17T03:02:05.972" v="1692" actId="1076"/>
        <pc:sldMkLst>
          <pc:docMk/>
          <pc:sldMk cId="2812460586" sldId="267"/>
        </pc:sldMkLst>
        <pc:spChg chg="add mod">
          <ac:chgData name="Wu, Jun" userId="14dfc53e-eb89-4a9e-b8d8-7d198fff2519" providerId="ADAL" clId="{25D8C45B-B5F2-5040-834B-3166F4CFC0A9}" dt="2026-06-16T19:28:08" v="1507" actId="208"/>
          <ac:spMkLst>
            <pc:docMk/>
            <pc:sldMk cId="2812460586" sldId="267"/>
            <ac:spMk id="2" creationId="{60393B2A-4FC5-EDD4-A3AE-3CDE7B058C0B}"/>
          </ac:spMkLst>
        </pc:spChg>
        <pc:spChg chg="add mod">
          <ac:chgData name="Wu, Jun" userId="14dfc53e-eb89-4a9e-b8d8-7d198fff2519" providerId="ADAL" clId="{25D8C45B-B5F2-5040-834B-3166F4CFC0A9}" dt="2026-06-16T19:28:08" v="1507" actId="208"/>
          <ac:spMkLst>
            <pc:docMk/>
            <pc:sldMk cId="2812460586" sldId="267"/>
            <ac:spMk id="3" creationId="{C5B6B569-FB22-D6DD-0150-56A462349219}"/>
          </ac:spMkLst>
        </pc:spChg>
        <pc:spChg chg="add del mod">
          <ac:chgData name="Wu, Jun" userId="14dfc53e-eb89-4a9e-b8d8-7d198fff2519" providerId="ADAL" clId="{25D8C45B-B5F2-5040-834B-3166F4CFC0A9}" dt="2026-06-16T19:23:31.831" v="1431" actId="478"/>
          <ac:spMkLst>
            <pc:docMk/>
            <pc:sldMk cId="2812460586" sldId="267"/>
            <ac:spMk id="6" creationId="{DF1148E0-F520-607C-40EA-76B3D007F1D2}"/>
          </ac:spMkLst>
        </pc:spChg>
        <pc:spChg chg="add mod">
          <ac:chgData name="Wu, Jun" userId="14dfc53e-eb89-4a9e-b8d8-7d198fff2519" providerId="ADAL" clId="{25D8C45B-B5F2-5040-834B-3166F4CFC0A9}" dt="2026-06-17T02:33:23.937" v="1553" actId="207"/>
          <ac:spMkLst>
            <pc:docMk/>
            <pc:sldMk cId="2812460586" sldId="267"/>
            <ac:spMk id="7" creationId="{7B9BAD13-696B-3DDA-92C6-55D4628C8A1A}"/>
          </ac:spMkLst>
        </pc:spChg>
        <pc:spChg chg="add mod">
          <ac:chgData name="Wu, Jun" userId="14dfc53e-eb89-4a9e-b8d8-7d198fff2519" providerId="ADAL" clId="{25D8C45B-B5F2-5040-834B-3166F4CFC0A9}" dt="2026-06-17T03:02:05.972" v="1692" actId="1076"/>
          <ac:spMkLst>
            <pc:docMk/>
            <pc:sldMk cId="2812460586" sldId="267"/>
            <ac:spMk id="8" creationId="{9647A77D-2F7B-BDD7-35B3-2228D3D20E88}"/>
          </ac:spMkLst>
        </pc:spChg>
        <pc:spChg chg="add del mod">
          <ac:chgData name="Wu, Jun" userId="14dfc53e-eb89-4a9e-b8d8-7d198fff2519" providerId="ADAL" clId="{25D8C45B-B5F2-5040-834B-3166F4CFC0A9}" dt="2026-06-16T19:34:13.507" v="1542" actId="478"/>
          <ac:spMkLst>
            <pc:docMk/>
            <pc:sldMk cId="2812460586" sldId="267"/>
            <ac:spMk id="9" creationId="{29F2D90A-E14A-AD3B-73B3-D8A50B8EB4A7}"/>
          </ac:spMkLst>
        </pc:spChg>
        <pc:spChg chg="add mod">
          <ac:chgData name="Wu, Jun" userId="14dfc53e-eb89-4a9e-b8d8-7d198fff2519" providerId="ADAL" clId="{25D8C45B-B5F2-5040-834B-3166F4CFC0A9}" dt="2026-06-17T02:58:32.161" v="1623" actId="20577"/>
          <ac:spMkLst>
            <pc:docMk/>
            <pc:sldMk cId="2812460586" sldId="267"/>
            <ac:spMk id="10" creationId="{C88727F5-471C-3353-5E25-31079C12567F}"/>
          </ac:spMkLst>
        </pc:spChg>
        <pc:spChg chg="add mod">
          <ac:chgData name="Wu, Jun" userId="14dfc53e-eb89-4a9e-b8d8-7d198fff2519" providerId="ADAL" clId="{25D8C45B-B5F2-5040-834B-3166F4CFC0A9}" dt="2026-06-17T02:59:34.286" v="1653" actId="1076"/>
          <ac:spMkLst>
            <pc:docMk/>
            <pc:sldMk cId="2812460586" sldId="267"/>
            <ac:spMk id="11" creationId="{F161706F-DFCD-4566-18E9-C521C866F210}"/>
          </ac:spMkLst>
        </pc:spChg>
      </pc:sldChg>
      <pc:sldChg chg="addSp delSp modSp add mod">
        <pc:chgData name="Wu, Jun" userId="14dfc53e-eb89-4a9e-b8d8-7d198fff2519" providerId="ADAL" clId="{25D8C45B-B5F2-5040-834B-3166F4CFC0A9}" dt="2026-06-17T03:56:49.306" v="1883" actId="1038"/>
        <pc:sldMkLst>
          <pc:docMk/>
          <pc:sldMk cId="735748617" sldId="268"/>
        </pc:sldMkLst>
        <pc:spChg chg="add del mod">
          <ac:chgData name="Wu, Jun" userId="14dfc53e-eb89-4a9e-b8d8-7d198fff2519" providerId="ADAL" clId="{25D8C45B-B5F2-5040-834B-3166F4CFC0A9}" dt="2026-06-17T03:45:13.785" v="1707" actId="478"/>
          <ac:spMkLst>
            <pc:docMk/>
            <pc:sldMk cId="735748617" sldId="268"/>
            <ac:spMk id="3" creationId="{8D6B0003-34BE-1EEA-3BF7-9ACDCB62D601}"/>
          </ac:spMkLst>
        </pc:spChg>
        <pc:spChg chg="add mod">
          <ac:chgData name="Wu, Jun" userId="14dfc53e-eb89-4a9e-b8d8-7d198fff2519" providerId="ADAL" clId="{25D8C45B-B5F2-5040-834B-3166F4CFC0A9}" dt="2026-06-17T03:56:41.630" v="1874" actId="1037"/>
          <ac:spMkLst>
            <pc:docMk/>
            <pc:sldMk cId="735748617" sldId="268"/>
            <ac:spMk id="4" creationId="{15244E59-7318-5495-6DF0-6B45D2C7FCA1}"/>
          </ac:spMkLst>
        </pc:spChg>
        <pc:spChg chg="del">
          <ac:chgData name="Wu, Jun" userId="14dfc53e-eb89-4a9e-b8d8-7d198fff2519" providerId="ADAL" clId="{25D8C45B-B5F2-5040-834B-3166F4CFC0A9}" dt="2026-06-17T03:42:58.386" v="1697" actId="478"/>
          <ac:spMkLst>
            <pc:docMk/>
            <pc:sldMk cId="735748617" sldId="268"/>
            <ac:spMk id="5" creationId="{8E4118C4-F876-B7D0-C691-AB0AF444F3B8}"/>
          </ac:spMkLst>
        </pc:spChg>
        <pc:spChg chg="del">
          <ac:chgData name="Wu, Jun" userId="14dfc53e-eb89-4a9e-b8d8-7d198fff2519" providerId="ADAL" clId="{25D8C45B-B5F2-5040-834B-3166F4CFC0A9}" dt="2026-06-17T03:42:53.924" v="1696" actId="478"/>
          <ac:spMkLst>
            <pc:docMk/>
            <pc:sldMk cId="735748617" sldId="268"/>
            <ac:spMk id="6" creationId="{EC3B8B74-4B07-E4F1-A773-6B0FBCA8E6A9}"/>
          </ac:spMkLst>
        </pc:spChg>
        <pc:spChg chg="add mod">
          <ac:chgData name="Wu, Jun" userId="14dfc53e-eb89-4a9e-b8d8-7d198fff2519" providerId="ADAL" clId="{25D8C45B-B5F2-5040-834B-3166F4CFC0A9}" dt="2026-06-17T03:56:41.630" v="1874" actId="1037"/>
          <ac:spMkLst>
            <pc:docMk/>
            <pc:sldMk cId="735748617" sldId="268"/>
            <ac:spMk id="7" creationId="{71FC739D-3348-C4BB-9798-CC3171DCDF98}"/>
          </ac:spMkLst>
        </pc:spChg>
        <pc:spChg chg="add mod">
          <ac:chgData name="Wu, Jun" userId="14dfc53e-eb89-4a9e-b8d8-7d198fff2519" providerId="ADAL" clId="{25D8C45B-B5F2-5040-834B-3166F4CFC0A9}" dt="2026-06-17T03:56:41.630" v="1874" actId="1037"/>
          <ac:spMkLst>
            <pc:docMk/>
            <pc:sldMk cId="735748617" sldId="268"/>
            <ac:spMk id="8" creationId="{EA17371F-B5D7-C147-2240-F79804B32B11}"/>
          </ac:spMkLst>
        </pc:spChg>
        <pc:spChg chg="add mod">
          <ac:chgData name="Wu, Jun" userId="14dfc53e-eb89-4a9e-b8d8-7d198fff2519" providerId="ADAL" clId="{25D8C45B-B5F2-5040-834B-3166F4CFC0A9}" dt="2026-06-17T03:56:41.630" v="1874" actId="1037"/>
          <ac:spMkLst>
            <pc:docMk/>
            <pc:sldMk cId="735748617" sldId="268"/>
            <ac:spMk id="9" creationId="{70751DC2-0E93-900D-F6E2-00A3DFC87424}"/>
          </ac:spMkLst>
        </pc:spChg>
        <pc:picChg chg="add mod">
          <ac:chgData name="Wu, Jun" userId="14dfc53e-eb89-4a9e-b8d8-7d198fff2519" providerId="ADAL" clId="{25D8C45B-B5F2-5040-834B-3166F4CFC0A9}" dt="2026-06-17T03:56:49.306" v="1883" actId="1038"/>
          <ac:picMkLst>
            <pc:docMk/>
            <pc:sldMk cId="735748617" sldId="268"/>
            <ac:picMk id="2" creationId="{03542B14-D346-B2B9-4983-E4BADCAF3E8A}"/>
          </ac:picMkLst>
        </pc:picChg>
        <pc:picChg chg="add mod">
          <ac:chgData name="Wu, Jun" userId="14dfc53e-eb89-4a9e-b8d8-7d198fff2519" providerId="ADAL" clId="{25D8C45B-B5F2-5040-834B-3166F4CFC0A9}" dt="2026-06-17T03:50:07.252" v="1737" actId="1038"/>
          <ac:picMkLst>
            <pc:docMk/>
            <pc:sldMk cId="735748617" sldId="268"/>
            <ac:picMk id="5122" creationId="{DEC0AE32-65CF-E857-769E-0C53F41CA415}"/>
          </ac:picMkLst>
        </pc:picChg>
      </pc:sldChg>
      <pc:sldChg chg="addSp delSp modSp add mod ord">
        <pc:chgData name="Wu, Jun" userId="14dfc53e-eb89-4a9e-b8d8-7d198fff2519" providerId="ADAL" clId="{25D8C45B-B5F2-5040-834B-3166F4CFC0A9}" dt="2026-06-17T14:28:34.058" v="4124" actId="20577"/>
        <pc:sldMkLst>
          <pc:docMk/>
          <pc:sldMk cId="897483768" sldId="269"/>
        </pc:sldMkLst>
        <pc:spChg chg="add del mod">
          <ac:chgData name="Wu, Jun" userId="14dfc53e-eb89-4a9e-b8d8-7d198fff2519" providerId="ADAL" clId="{25D8C45B-B5F2-5040-834B-3166F4CFC0A9}" dt="2026-06-17T04:06:34.347" v="1940" actId="478"/>
          <ac:spMkLst>
            <pc:docMk/>
            <pc:sldMk cId="897483768" sldId="269"/>
            <ac:spMk id="4" creationId="{6050D8BE-17A9-F6A5-0D2B-72A3D2021C49}"/>
          </ac:spMkLst>
        </pc:spChg>
        <pc:spChg chg="del">
          <ac:chgData name="Wu, Jun" userId="14dfc53e-eb89-4a9e-b8d8-7d198fff2519" providerId="ADAL" clId="{25D8C45B-B5F2-5040-834B-3166F4CFC0A9}" dt="2026-06-17T03:58:14.914" v="1886" actId="478"/>
          <ac:spMkLst>
            <pc:docMk/>
            <pc:sldMk cId="897483768" sldId="269"/>
            <ac:spMk id="5" creationId="{F72E2D90-CC50-42BC-A599-38DA88AC698F}"/>
          </ac:spMkLst>
        </pc:spChg>
        <pc:spChg chg="del">
          <ac:chgData name="Wu, Jun" userId="14dfc53e-eb89-4a9e-b8d8-7d198fff2519" providerId="ADAL" clId="{25D8C45B-B5F2-5040-834B-3166F4CFC0A9}" dt="2026-06-17T03:58:09.938" v="1885" actId="478"/>
          <ac:spMkLst>
            <pc:docMk/>
            <pc:sldMk cId="897483768" sldId="269"/>
            <ac:spMk id="6" creationId="{2F0708B3-E5E4-3071-C608-929A0664FA79}"/>
          </ac:spMkLst>
        </pc:spChg>
        <pc:spChg chg="add del">
          <ac:chgData name="Wu, Jun" userId="14dfc53e-eb89-4a9e-b8d8-7d198fff2519" providerId="ADAL" clId="{25D8C45B-B5F2-5040-834B-3166F4CFC0A9}" dt="2026-06-17T04:06:53.851" v="1942" actId="478"/>
          <ac:spMkLst>
            <pc:docMk/>
            <pc:sldMk cId="897483768" sldId="269"/>
            <ac:spMk id="7" creationId="{F51D8C16-31A2-18F1-E9EA-FD1FCCDE20B7}"/>
          </ac:spMkLst>
        </pc:spChg>
        <pc:spChg chg="add mod">
          <ac:chgData name="Wu, Jun" userId="14dfc53e-eb89-4a9e-b8d8-7d198fff2519" providerId="ADAL" clId="{25D8C45B-B5F2-5040-834B-3166F4CFC0A9}" dt="2026-06-17T14:14:09.848" v="3904" actId="1037"/>
          <ac:spMkLst>
            <pc:docMk/>
            <pc:sldMk cId="897483768" sldId="269"/>
            <ac:spMk id="8" creationId="{485B1D44-0281-2C01-9B98-14C6EF6CC980}"/>
          </ac:spMkLst>
        </pc:spChg>
        <pc:spChg chg="add mod">
          <ac:chgData name="Wu, Jun" userId="14dfc53e-eb89-4a9e-b8d8-7d198fff2519" providerId="ADAL" clId="{25D8C45B-B5F2-5040-834B-3166F4CFC0A9}" dt="2026-06-17T14:14:09.848" v="3904" actId="1037"/>
          <ac:spMkLst>
            <pc:docMk/>
            <pc:sldMk cId="897483768" sldId="269"/>
            <ac:spMk id="9" creationId="{4A2772AD-80FC-D859-AC00-D530815156F7}"/>
          </ac:spMkLst>
        </pc:spChg>
        <pc:spChg chg="add mod">
          <ac:chgData name="Wu, Jun" userId="14dfc53e-eb89-4a9e-b8d8-7d198fff2519" providerId="ADAL" clId="{25D8C45B-B5F2-5040-834B-3166F4CFC0A9}" dt="2026-06-17T14:14:09.848" v="3904" actId="1037"/>
          <ac:spMkLst>
            <pc:docMk/>
            <pc:sldMk cId="897483768" sldId="269"/>
            <ac:spMk id="10" creationId="{51DA1865-410F-C582-1FFC-827DB416475C}"/>
          </ac:spMkLst>
        </pc:spChg>
        <pc:spChg chg="mod">
          <ac:chgData name="Wu, Jun" userId="14dfc53e-eb89-4a9e-b8d8-7d198fff2519" providerId="ADAL" clId="{25D8C45B-B5F2-5040-834B-3166F4CFC0A9}" dt="2026-06-17T06:41:25.060" v="3524" actId="1076"/>
          <ac:spMkLst>
            <pc:docMk/>
            <pc:sldMk cId="897483768" sldId="269"/>
            <ac:spMk id="113" creationId="{AB7F0139-57AC-B23E-FDE3-C4BFF6EC673C}"/>
          </ac:spMkLst>
        </pc:spChg>
        <pc:graphicFrameChg chg="add del mod modGraphic">
          <ac:chgData name="Wu, Jun" userId="14dfc53e-eb89-4a9e-b8d8-7d198fff2519" providerId="ADAL" clId="{25D8C45B-B5F2-5040-834B-3166F4CFC0A9}" dt="2026-06-17T03:59:52.323" v="1892" actId="478"/>
          <ac:graphicFrameMkLst>
            <pc:docMk/>
            <pc:sldMk cId="897483768" sldId="269"/>
            <ac:graphicFrameMk id="2" creationId="{BE5EB477-5151-C542-FC78-21DA0B87E59C}"/>
          </ac:graphicFrameMkLst>
        </pc:graphicFrameChg>
        <pc:graphicFrameChg chg="add mod modGraphic">
          <ac:chgData name="Wu, Jun" userId="14dfc53e-eb89-4a9e-b8d8-7d198fff2519" providerId="ADAL" clId="{25D8C45B-B5F2-5040-834B-3166F4CFC0A9}" dt="2026-06-17T14:28:34.058" v="4124" actId="20577"/>
          <ac:graphicFrameMkLst>
            <pc:docMk/>
            <pc:sldMk cId="897483768" sldId="269"/>
            <ac:graphicFrameMk id="3" creationId="{B0A75342-884E-A025-ABEC-FC6FB5DB2EDE}"/>
          </ac:graphicFrameMkLst>
        </pc:graphicFrameChg>
        <pc:picChg chg="add mod">
          <ac:chgData name="Wu, Jun" userId="14dfc53e-eb89-4a9e-b8d8-7d198fff2519" providerId="ADAL" clId="{25D8C45B-B5F2-5040-834B-3166F4CFC0A9}" dt="2026-06-17T14:14:09.848" v="3904" actId="1037"/>
          <ac:picMkLst>
            <pc:docMk/>
            <pc:sldMk cId="897483768" sldId="269"/>
            <ac:picMk id="11" creationId="{FE92C8B6-1CCC-D732-456B-A3FC27749D39}"/>
          </ac:picMkLst>
        </pc:picChg>
        <pc:picChg chg="add mod">
          <ac:chgData name="Wu, Jun" userId="14dfc53e-eb89-4a9e-b8d8-7d198fff2519" providerId="ADAL" clId="{25D8C45B-B5F2-5040-834B-3166F4CFC0A9}" dt="2026-06-17T14:14:09.848" v="3904" actId="1037"/>
          <ac:picMkLst>
            <pc:docMk/>
            <pc:sldMk cId="897483768" sldId="269"/>
            <ac:picMk id="13" creationId="{DC3C0C49-9676-002F-5EDE-13F1FB126041}"/>
          </ac:picMkLst>
        </pc:picChg>
        <pc:picChg chg="add mod">
          <ac:chgData name="Wu, Jun" userId="14dfc53e-eb89-4a9e-b8d8-7d198fff2519" providerId="ADAL" clId="{25D8C45B-B5F2-5040-834B-3166F4CFC0A9}" dt="2026-06-17T14:14:09.848" v="3904" actId="1037"/>
          <ac:picMkLst>
            <pc:docMk/>
            <pc:sldMk cId="897483768" sldId="269"/>
            <ac:picMk id="14" creationId="{C60296F3-F55B-F880-4137-E431B2DC42DA}"/>
          </ac:picMkLst>
        </pc:picChg>
        <pc:picChg chg="add mod">
          <ac:chgData name="Wu, Jun" userId="14dfc53e-eb89-4a9e-b8d8-7d198fff2519" providerId="ADAL" clId="{25D8C45B-B5F2-5040-834B-3166F4CFC0A9}" dt="2026-06-17T14:14:09.848" v="3904" actId="1037"/>
          <ac:picMkLst>
            <pc:docMk/>
            <pc:sldMk cId="897483768" sldId="269"/>
            <ac:picMk id="16" creationId="{4E8636FA-1D74-34AA-28CF-723A65F05E43}"/>
          </ac:picMkLst>
        </pc:picChg>
        <pc:picChg chg="add mod">
          <ac:chgData name="Wu, Jun" userId="14dfc53e-eb89-4a9e-b8d8-7d198fff2519" providerId="ADAL" clId="{25D8C45B-B5F2-5040-834B-3166F4CFC0A9}" dt="2026-06-17T14:14:09.848" v="3904" actId="1037"/>
          <ac:picMkLst>
            <pc:docMk/>
            <pc:sldMk cId="897483768" sldId="269"/>
            <ac:picMk id="17" creationId="{1D6D47C3-6C84-F096-3EE1-67F3614FA5F9}"/>
          </ac:picMkLst>
        </pc:picChg>
        <pc:picChg chg="add mod">
          <ac:chgData name="Wu, Jun" userId="14dfc53e-eb89-4a9e-b8d8-7d198fff2519" providerId="ADAL" clId="{25D8C45B-B5F2-5040-834B-3166F4CFC0A9}" dt="2026-06-17T14:14:09.848" v="3904" actId="1037"/>
          <ac:picMkLst>
            <pc:docMk/>
            <pc:sldMk cId="897483768" sldId="269"/>
            <ac:picMk id="19" creationId="{676086F4-7747-32BC-F015-2407A35061DC}"/>
          </ac:picMkLst>
        </pc:picChg>
        <pc:picChg chg="add mod">
          <ac:chgData name="Wu, Jun" userId="14dfc53e-eb89-4a9e-b8d8-7d198fff2519" providerId="ADAL" clId="{25D8C45B-B5F2-5040-834B-3166F4CFC0A9}" dt="2026-06-17T14:14:09.848" v="3904" actId="1037"/>
          <ac:picMkLst>
            <pc:docMk/>
            <pc:sldMk cId="897483768" sldId="269"/>
            <ac:picMk id="21" creationId="{244D8265-FCDD-1EE5-2EA2-860C47DB8DD4}"/>
          </ac:picMkLst>
        </pc:picChg>
        <pc:picChg chg="add del mod">
          <ac:chgData name="Wu, Jun" userId="14dfc53e-eb89-4a9e-b8d8-7d198fff2519" providerId="ADAL" clId="{25D8C45B-B5F2-5040-834B-3166F4CFC0A9}" dt="2026-06-17T04:05:25.591" v="1932" actId="478"/>
          <ac:picMkLst>
            <pc:docMk/>
            <pc:sldMk cId="897483768" sldId="269"/>
            <ac:picMk id="6146" creationId="{7DD87D04-951F-A5A1-F493-CFD01BA000D7}"/>
          </ac:picMkLst>
        </pc:picChg>
        <pc:picChg chg="add">
          <ac:chgData name="Wu, Jun" userId="14dfc53e-eb89-4a9e-b8d8-7d198fff2519" providerId="ADAL" clId="{25D8C45B-B5F2-5040-834B-3166F4CFC0A9}" dt="2026-06-17T04:05:26.395" v="1933"/>
          <ac:picMkLst>
            <pc:docMk/>
            <pc:sldMk cId="897483768" sldId="269"/>
            <ac:picMk id="6148" creationId="{82E2904A-5BBE-8C6F-3D71-74174DE6A2A5}"/>
          </ac:picMkLst>
        </pc:picChg>
        <pc:picChg chg="add mod">
          <ac:chgData name="Wu, Jun" userId="14dfc53e-eb89-4a9e-b8d8-7d198fff2519" providerId="ADAL" clId="{25D8C45B-B5F2-5040-834B-3166F4CFC0A9}" dt="2026-06-17T14:14:09.848" v="3904" actId="1037"/>
          <ac:picMkLst>
            <pc:docMk/>
            <pc:sldMk cId="897483768" sldId="269"/>
            <ac:picMk id="6150" creationId="{1EC835F8-FA43-3DE9-220B-54C9664772F5}"/>
          </ac:picMkLst>
        </pc:picChg>
        <pc:picChg chg="add mod">
          <ac:chgData name="Wu, Jun" userId="14dfc53e-eb89-4a9e-b8d8-7d198fff2519" providerId="ADAL" clId="{25D8C45B-B5F2-5040-834B-3166F4CFC0A9}" dt="2026-06-17T14:14:09.848" v="3904" actId="1037"/>
          <ac:picMkLst>
            <pc:docMk/>
            <pc:sldMk cId="897483768" sldId="269"/>
            <ac:picMk id="6152" creationId="{2BCBE22D-A69F-46B9-E0A7-8982ABECD024}"/>
          </ac:picMkLst>
        </pc:picChg>
        <pc:picChg chg="add mod">
          <ac:chgData name="Wu, Jun" userId="14dfc53e-eb89-4a9e-b8d8-7d198fff2519" providerId="ADAL" clId="{25D8C45B-B5F2-5040-834B-3166F4CFC0A9}" dt="2026-06-17T14:14:09.848" v="3904" actId="1037"/>
          <ac:picMkLst>
            <pc:docMk/>
            <pc:sldMk cId="897483768" sldId="269"/>
            <ac:picMk id="6154" creationId="{DED085F5-CF59-F487-BAE7-E172A03AFCD5}"/>
          </ac:picMkLst>
        </pc:picChg>
      </pc:sldChg>
      <pc:sldChg chg="addSp delSp modSp add mod">
        <pc:chgData name="Wu, Jun" userId="14dfc53e-eb89-4a9e-b8d8-7d198fff2519" providerId="ADAL" clId="{25D8C45B-B5F2-5040-834B-3166F4CFC0A9}" dt="2026-06-17T06:20:29.327" v="3313" actId="478"/>
        <pc:sldMkLst>
          <pc:docMk/>
          <pc:sldMk cId="2650070045" sldId="270"/>
        </pc:sldMkLst>
        <pc:spChg chg="add mod">
          <ac:chgData name="Wu, Jun" userId="14dfc53e-eb89-4a9e-b8d8-7d198fff2519" providerId="ADAL" clId="{25D8C45B-B5F2-5040-834B-3166F4CFC0A9}" dt="2026-06-17T05:26:53.585" v="3157" actId="1076"/>
          <ac:spMkLst>
            <pc:docMk/>
            <pc:sldMk cId="2650070045" sldId="270"/>
            <ac:spMk id="2" creationId="{ECCD9700-5911-B095-DC48-461F6C28F8E5}"/>
          </ac:spMkLst>
        </pc:spChg>
        <pc:spChg chg="add mod">
          <ac:chgData name="Wu, Jun" userId="14dfc53e-eb89-4a9e-b8d8-7d198fff2519" providerId="ADAL" clId="{25D8C45B-B5F2-5040-834B-3166F4CFC0A9}" dt="2026-06-17T05:26:53.585" v="3157" actId="1076"/>
          <ac:spMkLst>
            <pc:docMk/>
            <pc:sldMk cId="2650070045" sldId="270"/>
            <ac:spMk id="3" creationId="{6763BED6-A3B7-CD82-7578-6C3A5E604FF2}"/>
          </ac:spMkLst>
        </pc:spChg>
        <pc:spChg chg="add mod">
          <ac:chgData name="Wu, Jun" userId="14dfc53e-eb89-4a9e-b8d8-7d198fff2519" providerId="ADAL" clId="{25D8C45B-B5F2-5040-834B-3166F4CFC0A9}" dt="2026-06-17T05:26:53.585" v="3157" actId="1076"/>
          <ac:spMkLst>
            <pc:docMk/>
            <pc:sldMk cId="2650070045" sldId="270"/>
            <ac:spMk id="4" creationId="{45A500EA-CCA9-9DF5-D1B7-5D795E335711}"/>
          </ac:spMkLst>
        </pc:spChg>
        <pc:spChg chg="mod">
          <ac:chgData name="Wu, Jun" userId="14dfc53e-eb89-4a9e-b8d8-7d198fff2519" providerId="ADAL" clId="{25D8C45B-B5F2-5040-834B-3166F4CFC0A9}" dt="2026-06-17T05:14:07.954" v="2639" actId="1076"/>
          <ac:spMkLst>
            <pc:docMk/>
            <pc:sldMk cId="2650070045" sldId="270"/>
            <ac:spMk id="5" creationId="{20D4BF1A-B53E-DABC-67E8-409D3832B1E2}"/>
          </ac:spMkLst>
        </pc:spChg>
        <pc:spChg chg="del">
          <ac:chgData name="Wu, Jun" userId="14dfc53e-eb89-4a9e-b8d8-7d198fff2519" providerId="ADAL" clId="{25D8C45B-B5F2-5040-834B-3166F4CFC0A9}" dt="2026-06-17T04:54:38.878" v="2294" actId="478"/>
          <ac:spMkLst>
            <pc:docMk/>
            <pc:sldMk cId="2650070045" sldId="270"/>
            <ac:spMk id="6" creationId="{F870A7C7-D467-7FDA-0478-5393003C9CA2}"/>
          </ac:spMkLst>
        </pc:spChg>
        <pc:spChg chg="add mod">
          <ac:chgData name="Wu, Jun" userId="14dfc53e-eb89-4a9e-b8d8-7d198fff2519" providerId="ADAL" clId="{25D8C45B-B5F2-5040-834B-3166F4CFC0A9}" dt="2026-06-17T05:26:53.585" v="3157" actId="1076"/>
          <ac:spMkLst>
            <pc:docMk/>
            <pc:sldMk cId="2650070045" sldId="270"/>
            <ac:spMk id="7" creationId="{BFAB3D22-48DE-FF7E-2119-111C145312B7}"/>
          </ac:spMkLst>
        </pc:spChg>
        <pc:spChg chg="add mod">
          <ac:chgData name="Wu, Jun" userId="14dfc53e-eb89-4a9e-b8d8-7d198fff2519" providerId="ADAL" clId="{25D8C45B-B5F2-5040-834B-3166F4CFC0A9}" dt="2026-06-17T05:26:53.585" v="3157" actId="1076"/>
          <ac:spMkLst>
            <pc:docMk/>
            <pc:sldMk cId="2650070045" sldId="270"/>
            <ac:spMk id="10" creationId="{1C204A66-7154-BE46-9EA1-B25827E06195}"/>
          </ac:spMkLst>
        </pc:spChg>
        <pc:spChg chg="add mod">
          <ac:chgData name="Wu, Jun" userId="14dfc53e-eb89-4a9e-b8d8-7d198fff2519" providerId="ADAL" clId="{25D8C45B-B5F2-5040-834B-3166F4CFC0A9}" dt="2026-06-17T05:26:53.585" v="3157" actId="1076"/>
          <ac:spMkLst>
            <pc:docMk/>
            <pc:sldMk cId="2650070045" sldId="270"/>
            <ac:spMk id="11" creationId="{E4497272-8ED9-DC4D-447A-AB6B9E7B980C}"/>
          </ac:spMkLst>
        </pc:spChg>
        <pc:spChg chg="add mod">
          <ac:chgData name="Wu, Jun" userId="14dfc53e-eb89-4a9e-b8d8-7d198fff2519" providerId="ADAL" clId="{25D8C45B-B5F2-5040-834B-3166F4CFC0A9}" dt="2026-06-17T05:26:53.585" v="3157" actId="1076"/>
          <ac:spMkLst>
            <pc:docMk/>
            <pc:sldMk cId="2650070045" sldId="270"/>
            <ac:spMk id="15" creationId="{EC8C547B-30C9-4FE5-8072-EA6A6E9E5DDA}"/>
          </ac:spMkLst>
        </pc:spChg>
        <pc:spChg chg="add mod">
          <ac:chgData name="Wu, Jun" userId="14dfc53e-eb89-4a9e-b8d8-7d198fff2519" providerId="ADAL" clId="{25D8C45B-B5F2-5040-834B-3166F4CFC0A9}" dt="2026-06-17T05:26:53.585" v="3157" actId="1076"/>
          <ac:spMkLst>
            <pc:docMk/>
            <pc:sldMk cId="2650070045" sldId="270"/>
            <ac:spMk id="16" creationId="{0F9B7ED5-344C-9EF2-4B73-C0E4C0267CB6}"/>
          </ac:spMkLst>
        </pc:spChg>
        <pc:spChg chg="add mod">
          <ac:chgData name="Wu, Jun" userId="14dfc53e-eb89-4a9e-b8d8-7d198fff2519" providerId="ADAL" clId="{25D8C45B-B5F2-5040-834B-3166F4CFC0A9}" dt="2026-06-17T05:26:53.585" v="3157" actId="1076"/>
          <ac:spMkLst>
            <pc:docMk/>
            <pc:sldMk cId="2650070045" sldId="270"/>
            <ac:spMk id="20" creationId="{A7E15DA8-DC73-A40D-443F-B0BBFE1D0232}"/>
          </ac:spMkLst>
        </pc:spChg>
        <pc:spChg chg="add mod">
          <ac:chgData name="Wu, Jun" userId="14dfc53e-eb89-4a9e-b8d8-7d198fff2519" providerId="ADAL" clId="{25D8C45B-B5F2-5040-834B-3166F4CFC0A9}" dt="2026-06-17T05:26:53.585" v="3157" actId="1076"/>
          <ac:spMkLst>
            <pc:docMk/>
            <pc:sldMk cId="2650070045" sldId="270"/>
            <ac:spMk id="21" creationId="{62AF62BC-AC29-60F7-A2ED-92321EFD38F9}"/>
          </ac:spMkLst>
        </pc:spChg>
        <pc:spChg chg="add del mod">
          <ac:chgData name="Wu, Jun" userId="14dfc53e-eb89-4a9e-b8d8-7d198fff2519" providerId="ADAL" clId="{25D8C45B-B5F2-5040-834B-3166F4CFC0A9}" dt="2026-06-17T05:19:11.909" v="2754" actId="478"/>
          <ac:spMkLst>
            <pc:docMk/>
            <pc:sldMk cId="2650070045" sldId="270"/>
            <ac:spMk id="26" creationId="{952A5170-BA86-4033-10BA-00FFD788DC05}"/>
          </ac:spMkLst>
        </pc:spChg>
        <pc:spChg chg="add del mod">
          <ac:chgData name="Wu, Jun" userId="14dfc53e-eb89-4a9e-b8d8-7d198fff2519" providerId="ADAL" clId="{25D8C45B-B5F2-5040-834B-3166F4CFC0A9}" dt="2026-06-17T05:19:11.909" v="2754" actId="478"/>
          <ac:spMkLst>
            <pc:docMk/>
            <pc:sldMk cId="2650070045" sldId="270"/>
            <ac:spMk id="27" creationId="{D1916065-CA41-D938-FEF5-00A30C55EBB7}"/>
          </ac:spMkLst>
        </pc:spChg>
        <pc:spChg chg="add mod">
          <ac:chgData name="Wu, Jun" userId="14dfc53e-eb89-4a9e-b8d8-7d198fff2519" providerId="ADAL" clId="{25D8C45B-B5F2-5040-834B-3166F4CFC0A9}" dt="2026-06-17T05:26:53.585" v="3157" actId="1076"/>
          <ac:spMkLst>
            <pc:docMk/>
            <pc:sldMk cId="2650070045" sldId="270"/>
            <ac:spMk id="32" creationId="{64A0E0CA-78C4-206B-3F8A-EC498F17B75A}"/>
          </ac:spMkLst>
        </pc:spChg>
        <pc:spChg chg="add del mod">
          <ac:chgData name="Wu, Jun" userId="14dfc53e-eb89-4a9e-b8d8-7d198fff2519" providerId="ADAL" clId="{25D8C45B-B5F2-5040-834B-3166F4CFC0A9}" dt="2026-06-17T05:07:49.175" v="2455" actId="478"/>
          <ac:spMkLst>
            <pc:docMk/>
            <pc:sldMk cId="2650070045" sldId="270"/>
            <ac:spMk id="33" creationId="{4E993B63-3063-38C3-F71F-1F5751F93A87}"/>
          </ac:spMkLst>
        </pc:spChg>
        <pc:spChg chg="add del mod">
          <ac:chgData name="Wu, Jun" userId="14dfc53e-eb89-4a9e-b8d8-7d198fff2519" providerId="ADAL" clId="{25D8C45B-B5F2-5040-834B-3166F4CFC0A9}" dt="2026-06-17T05:21:51.359" v="2856" actId="478"/>
          <ac:spMkLst>
            <pc:docMk/>
            <pc:sldMk cId="2650070045" sldId="270"/>
            <ac:spMk id="36" creationId="{72BB0910-A56E-E005-4E4E-E4E9F93F4CC1}"/>
          </ac:spMkLst>
        </pc:spChg>
        <pc:spChg chg="add del mod">
          <ac:chgData name="Wu, Jun" userId="14dfc53e-eb89-4a9e-b8d8-7d198fff2519" providerId="ADAL" clId="{25D8C45B-B5F2-5040-834B-3166F4CFC0A9}" dt="2026-06-17T05:18:49.535" v="2750" actId="478"/>
          <ac:spMkLst>
            <pc:docMk/>
            <pc:sldMk cId="2650070045" sldId="270"/>
            <ac:spMk id="37" creationId="{52E9F0E8-31B0-C499-012B-72EFCF446115}"/>
          </ac:spMkLst>
        </pc:spChg>
        <pc:spChg chg="add del mod">
          <ac:chgData name="Wu, Jun" userId="14dfc53e-eb89-4a9e-b8d8-7d198fff2519" providerId="ADAL" clId="{25D8C45B-B5F2-5040-834B-3166F4CFC0A9}" dt="2026-06-17T05:18:49.535" v="2750" actId="478"/>
          <ac:spMkLst>
            <pc:docMk/>
            <pc:sldMk cId="2650070045" sldId="270"/>
            <ac:spMk id="38" creationId="{EDFBFF88-A304-C1FD-22BC-F88C54915F05}"/>
          </ac:spMkLst>
        </pc:spChg>
        <pc:spChg chg="add del mod">
          <ac:chgData name="Wu, Jun" userId="14dfc53e-eb89-4a9e-b8d8-7d198fff2519" providerId="ADAL" clId="{25D8C45B-B5F2-5040-834B-3166F4CFC0A9}" dt="2026-06-17T05:21:51.359" v="2856" actId="478"/>
          <ac:spMkLst>
            <pc:docMk/>
            <pc:sldMk cId="2650070045" sldId="270"/>
            <ac:spMk id="39" creationId="{D7A22A49-57B4-B647-9B7A-6AA1E1BBC35F}"/>
          </ac:spMkLst>
        </pc:spChg>
        <pc:spChg chg="add del mod">
          <ac:chgData name="Wu, Jun" userId="14dfc53e-eb89-4a9e-b8d8-7d198fff2519" providerId="ADAL" clId="{25D8C45B-B5F2-5040-834B-3166F4CFC0A9}" dt="2026-06-17T06:20:29.327" v="3313" actId="478"/>
          <ac:spMkLst>
            <pc:docMk/>
            <pc:sldMk cId="2650070045" sldId="270"/>
            <ac:spMk id="40" creationId="{864932F4-CAAF-013D-0B9B-71967365643A}"/>
          </ac:spMkLst>
        </pc:spChg>
        <pc:spChg chg="add del mod">
          <ac:chgData name="Wu, Jun" userId="14dfc53e-eb89-4a9e-b8d8-7d198fff2519" providerId="ADAL" clId="{25D8C45B-B5F2-5040-834B-3166F4CFC0A9}" dt="2026-06-17T06:20:29.327" v="3313" actId="478"/>
          <ac:spMkLst>
            <pc:docMk/>
            <pc:sldMk cId="2650070045" sldId="270"/>
            <ac:spMk id="41" creationId="{413D7F0D-541A-BBF2-CC53-DEEAF2F90AEA}"/>
          </ac:spMkLst>
        </pc:spChg>
        <pc:spChg chg="add del mod">
          <ac:chgData name="Wu, Jun" userId="14dfc53e-eb89-4a9e-b8d8-7d198fff2519" providerId="ADAL" clId="{25D8C45B-B5F2-5040-834B-3166F4CFC0A9}" dt="2026-06-17T05:18:51.676" v="2751" actId="478"/>
          <ac:spMkLst>
            <pc:docMk/>
            <pc:sldMk cId="2650070045" sldId="270"/>
            <ac:spMk id="42" creationId="{6B33FB16-09CB-27FA-E2AB-D3CC82A76765}"/>
          </ac:spMkLst>
        </pc:spChg>
        <pc:spChg chg="add del mod">
          <ac:chgData name="Wu, Jun" userId="14dfc53e-eb89-4a9e-b8d8-7d198fff2519" providerId="ADAL" clId="{25D8C45B-B5F2-5040-834B-3166F4CFC0A9}" dt="2026-06-17T05:18:51.676" v="2751" actId="478"/>
          <ac:spMkLst>
            <pc:docMk/>
            <pc:sldMk cId="2650070045" sldId="270"/>
            <ac:spMk id="43" creationId="{C5D65C90-2549-B86A-FDFC-17984038499C}"/>
          </ac:spMkLst>
        </pc:spChg>
        <pc:spChg chg="add mod">
          <ac:chgData name="Wu, Jun" userId="14dfc53e-eb89-4a9e-b8d8-7d198fff2519" providerId="ADAL" clId="{25D8C45B-B5F2-5040-834B-3166F4CFC0A9}" dt="2026-06-17T05:26:53.585" v="3157" actId="1076"/>
          <ac:spMkLst>
            <pc:docMk/>
            <pc:sldMk cId="2650070045" sldId="270"/>
            <ac:spMk id="44" creationId="{0A111888-188D-62AD-4EE6-DF3040A2EFBA}"/>
          </ac:spMkLst>
        </pc:spChg>
        <pc:spChg chg="add mod">
          <ac:chgData name="Wu, Jun" userId="14dfc53e-eb89-4a9e-b8d8-7d198fff2519" providerId="ADAL" clId="{25D8C45B-B5F2-5040-834B-3166F4CFC0A9}" dt="2026-06-17T05:26:53.585" v="3157" actId="1076"/>
          <ac:spMkLst>
            <pc:docMk/>
            <pc:sldMk cId="2650070045" sldId="270"/>
            <ac:spMk id="45" creationId="{9F952FA7-1E5F-B243-41B8-BCE239F07176}"/>
          </ac:spMkLst>
        </pc:spChg>
        <pc:spChg chg="add mod">
          <ac:chgData name="Wu, Jun" userId="14dfc53e-eb89-4a9e-b8d8-7d198fff2519" providerId="ADAL" clId="{25D8C45B-B5F2-5040-834B-3166F4CFC0A9}" dt="2026-06-17T05:26:53.585" v="3157" actId="1076"/>
          <ac:spMkLst>
            <pc:docMk/>
            <pc:sldMk cId="2650070045" sldId="270"/>
            <ac:spMk id="47" creationId="{1DCB1E97-1DDA-00A3-BFB3-CFE4B36651E2}"/>
          </ac:spMkLst>
        </pc:spChg>
        <pc:spChg chg="add del mod">
          <ac:chgData name="Wu, Jun" userId="14dfc53e-eb89-4a9e-b8d8-7d198fff2519" providerId="ADAL" clId="{25D8C45B-B5F2-5040-834B-3166F4CFC0A9}" dt="2026-06-17T05:21:51.359" v="2856" actId="478"/>
          <ac:spMkLst>
            <pc:docMk/>
            <pc:sldMk cId="2650070045" sldId="270"/>
            <ac:spMk id="52" creationId="{3703E266-A92F-7012-F9A2-38DCAD2A5649}"/>
          </ac:spMkLst>
        </pc:spChg>
        <pc:spChg chg="add del mod">
          <ac:chgData name="Wu, Jun" userId="14dfc53e-eb89-4a9e-b8d8-7d198fff2519" providerId="ADAL" clId="{25D8C45B-B5F2-5040-834B-3166F4CFC0A9}" dt="2026-06-17T06:20:29.327" v="3313" actId="478"/>
          <ac:spMkLst>
            <pc:docMk/>
            <pc:sldMk cId="2650070045" sldId="270"/>
            <ac:spMk id="53" creationId="{3FF3E892-D09D-A95B-94A9-65532BF6A534}"/>
          </ac:spMkLst>
        </pc:spChg>
        <pc:spChg chg="add del mod">
          <ac:chgData name="Wu, Jun" userId="14dfc53e-eb89-4a9e-b8d8-7d198fff2519" providerId="ADAL" clId="{25D8C45B-B5F2-5040-834B-3166F4CFC0A9}" dt="2026-06-17T06:20:29.327" v="3313" actId="478"/>
          <ac:spMkLst>
            <pc:docMk/>
            <pc:sldMk cId="2650070045" sldId="270"/>
            <ac:spMk id="65" creationId="{7AD5DA49-DCC9-9B59-394B-35EEA590CBE6}"/>
          </ac:spMkLst>
        </pc:spChg>
        <pc:spChg chg="add del mod">
          <ac:chgData name="Wu, Jun" userId="14dfc53e-eb89-4a9e-b8d8-7d198fff2519" providerId="ADAL" clId="{25D8C45B-B5F2-5040-834B-3166F4CFC0A9}" dt="2026-06-17T06:20:29.327" v="3313" actId="478"/>
          <ac:spMkLst>
            <pc:docMk/>
            <pc:sldMk cId="2650070045" sldId="270"/>
            <ac:spMk id="66" creationId="{78872354-3429-B623-C128-E403C3035342}"/>
          </ac:spMkLst>
        </pc:spChg>
        <pc:spChg chg="mod">
          <ac:chgData name="Wu, Jun" userId="14dfc53e-eb89-4a9e-b8d8-7d198fff2519" providerId="ADAL" clId="{25D8C45B-B5F2-5040-834B-3166F4CFC0A9}" dt="2026-06-17T04:54:11.294" v="2293" actId="2711"/>
          <ac:spMkLst>
            <pc:docMk/>
            <pc:sldMk cId="2650070045" sldId="270"/>
            <ac:spMk id="113" creationId="{0A46292A-0DD1-4A8A-441F-14803953E7DC}"/>
          </ac:spMkLst>
        </pc:spChg>
        <pc:picChg chg="add del mod">
          <ac:chgData name="Wu, Jun" userId="14dfc53e-eb89-4a9e-b8d8-7d198fff2519" providerId="ADAL" clId="{25D8C45B-B5F2-5040-834B-3166F4CFC0A9}" dt="2026-06-17T05:12:24.126" v="2621" actId="478"/>
          <ac:picMkLst>
            <pc:docMk/>
            <pc:sldMk cId="2650070045" sldId="270"/>
            <ac:picMk id="35" creationId="{E7311370-B807-04F7-D25B-EADB18080082}"/>
          </ac:picMkLst>
        </pc:picChg>
        <pc:cxnChg chg="add mod">
          <ac:chgData name="Wu, Jun" userId="14dfc53e-eb89-4a9e-b8d8-7d198fff2519" providerId="ADAL" clId="{25D8C45B-B5F2-5040-834B-3166F4CFC0A9}" dt="2026-06-17T05:26:53.585" v="3157" actId="1076"/>
          <ac:cxnSpMkLst>
            <pc:docMk/>
            <pc:sldMk cId="2650070045" sldId="270"/>
            <ac:cxnSpMk id="9" creationId="{6BF20007-87B2-E2F0-65C9-F308BB80D72F}"/>
          </ac:cxnSpMkLst>
        </pc:cxnChg>
        <pc:cxnChg chg="add mod">
          <ac:chgData name="Wu, Jun" userId="14dfc53e-eb89-4a9e-b8d8-7d198fff2519" providerId="ADAL" clId="{25D8C45B-B5F2-5040-834B-3166F4CFC0A9}" dt="2026-06-17T05:26:53.585" v="3157" actId="1076"/>
          <ac:cxnSpMkLst>
            <pc:docMk/>
            <pc:sldMk cId="2650070045" sldId="270"/>
            <ac:cxnSpMk id="12" creationId="{457F5657-6E2F-6D9B-B176-64D195821CDC}"/>
          </ac:cxnSpMkLst>
        </pc:cxnChg>
        <pc:cxnChg chg="add mod">
          <ac:chgData name="Wu, Jun" userId="14dfc53e-eb89-4a9e-b8d8-7d198fff2519" providerId="ADAL" clId="{25D8C45B-B5F2-5040-834B-3166F4CFC0A9}" dt="2026-06-17T05:26:53.585" v="3157" actId="1076"/>
          <ac:cxnSpMkLst>
            <pc:docMk/>
            <pc:sldMk cId="2650070045" sldId="270"/>
            <ac:cxnSpMk id="17" creationId="{E816F91E-55AF-EB59-B1A2-8EBCE277F360}"/>
          </ac:cxnSpMkLst>
        </pc:cxnChg>
        <pc:cxnChg chg="add mod">
          <ac:chgData name="Wu, Jun" userId="14dfc53e-eb89-4a9e-b8d8-7d198fff2519" providerId="ADAL" clId="{25D8C45B-B5F2-5040-834B-3166F4CFC0A9}" dt="2026-06-17T05:26:53.585" v="3157" actId="1076"/>
          <ac:cxnSpMkLst>
            <pc:docMk/>
            <pc:sldMk cId="2650070045" sldId="270"/>
            <ac:cxnSpMk id="22" creationId="{F08215F5-879F-EC7E-D107-8881E193F401}"/>
          </ac:cxnSpMkLst>
        </pc:cxnChg>
        <pc:cxnChg chg="add mod">
          <ac:chgData name="Wu, Jun" userId="14dfc53e-eb89-4a9e-b8d8-7d198fff2519" providerId="ADAL" clId="{25D8C45B-B5F2-5040-834B-3166F4CFC0A9}" dt="2026-06-17T05:26:53.585" v="3157" actId="1076"/>
          <ac:cxnSpMkLst>
            <pc:docMk/>
            <pc:sldMk cId="2650070045" sldId="270"/>
            <ac:cxnSpMk id="28" creationId="{68780FFF-7D74-C9B2-1407-42B9FE4F66EF}"/>
          </ac:cxnSpMkLst>
        </pc:cxnChg>
        <pc:cxnChg chg="add del mod">
          <ac:chgData name="Wu, Jun" userId="14dfc53e-eb89-4a9e-b8d8-7d198fff2519" providerId="ADAL" clId="{25D8C45B-B5F2-5040-834B-3166F4CFC0A9}" dt="2026-06-17T05:19:11.909" v="2754" actId="478"/>
          <ac:cxnSpMkLst>
            <pc:docMk/>
            <pc:sldMk cId="2650070045" sldId="270"/>
            <ac:cxnSpMk id="31" creationId="{92E26CA8-2262-9C19-4046-BF567CEA09A5}"/>
          </ac:cxnSpMkLst>
        </pc:cxnChg>
        <pc:cxnChg chg="add mod">
          <ac:chgData name="Wu, Jun" userId="14dfc53e-eb89-4a9e-b8d8-7d198fff2519" providerId="ADAL" clId="{25D8C45B-B5F2-5040-834B-3166F4CFC0A9}" dt="2026-06-17T05:26:53.585" v="3157" actId="1076"/>
          <ac:cxnSpMkLst>
            <pc:docMk/>
            <pc:sldMk cId="2650070045" sldId="270"/>
            <ac:cxnSpMk id="46" creationId="{EE51E174-AF23-9C9A-EBFD-A96F1B1A8AD9}"/>
          </ac:cxnSpMkLst>
        </pc:cxnChg>
        <pc:cxnChg chg="add mod">
          <ac:chgData name="Wu, Jun" userId="14dfc53e-eb89-4a9e-b8d8-7d198fff2519" providerId="ADAL" clId="{25D8C45B-B5F2-5040-834B-3166F4CFC0A9}" dt="2026-06-17T05:26:53.585" v="3157" actId="1076"/>
          <ac:cxnSpMkLst>
            <pc:docMk/>
            <pc:sldMk cId="2650070045" sldId="270"/>
            <ac:cxnSpMk id="49" creationId="{2B3D4558-6D72-E5ED-4904-66B6C290828B}"/>
          </ac:cxnSpMkLst>
        </pc:cxnChg>
      </pc:sldChg>
      <pc:sldChg chg="addSp delSp modSp add mod ord">
        <pc:chgData name="Wu, Jun" userId="14dfc53e-eb89-4a9e-b8d8-7d198fff2519" providerId="ADAL" clId="{25D8C45B-B5F2-5040-834B-3166F4CFC0A9}" dt="2026-06-17T14:24:09.850" v="4073" actId="20577"/>
        <pc:sldMkLst>
          <pc:docMk/>
          <pc:sldMk cId="4056544970" sldId="271"/>
        </pc:sldMkLst>
        <pc:spChg chg="del">
          <ac:chgData name="Wu, Jun" userId="14dfc53e-eb89-4a9e-b8d8-7d198fff2519" providerId="ADAL" clId="{25D8C45B-B5F2-5040-834B-3166F4CFC0A9}" dt="2026-06-17T05:45:43.193" v="3159" actId="478"/>
          <ac:spMkLst>
            <pc:docMk/>
            <pc:sldMk cId="4056544970" sldId="271"/>
            <ac:spMk id="2" creationId="{F0190C02-D639-25D8-471B-BEC04785669F}"/>
          </ac:spMkLst>
        </pc:spChg>
        <pc:spChg chg="del">
          <ac:chgData name="Wu, Jun" userId="14dfc53e-eb89-4a9e-b8d8-7d198fff2519" providerId="ADAL" clId="{25D8C45B-B5F2-5040-834B-3166F4CFC0A9}" dt="2026-06-17T05:45:43.193" v="3159" actId="478"/>
          <ac:spMkLst>
            <pc:docMk/>
            <pc:sldMk cId="4056544970" sldId="271"/>
            <ac:spMk id="3" creationId="{BB1143EB-CEC9-3E58-EF20-7EA47D9926A2}"/>
          </ac:spMkLst>
        </pc:spChg>
        <pc:spChg chg="del">
          <ac:chgData name="Wu, Jun" userId="14dfc53e-eb89-4a9e-b8d8-7d198fff2519" providerId="ADAL" clId="{25D8C45B-B5F2-5040-834B-3166F4CFC0A9}" dt="2026-06-17T05:45:43.193" v="3159" actId="478"/>
          <ac:spMkLst>
            <pc:docMk/>
            <pc:sldMk cId="4056544970" sldId="271"/>
            <ac:spMk id="4" creationId="{D3871E58-18D7-E928-6573-51F14E48D399}"/>
          </ac:spMkLst>
        </pc:spChg>
        <pc:spChg chg="del">
          <ac:chgData name="Wu, Jun" userId="14dfc53e-eb89-4a9e-b8d8-7d198fff2519" providerId="ADAL" clId="{25D8C45B-B5F2-5040-834B-3166F4CFC0A9}" dt="2026-06-17T05:45:43.193" v="3159" actId="478"/>
          <ac:spMkLst>
            <pc:docMk/>
            <pc:sldMk cId="4056544970" sldId="271"/>
            <ac:spMk id="7" creationId="{EA3554F4-66B0-792C-A544-E815E2F5C2DA}"/>
          </ac:spMkLst>
        </pc:spChg>
        <pc:spChg chg="add mod">
          <ac:chgData name="Wu, Jun" userId="14dfc53e-eb89-4a9e-b8d8-7d198fff2519" providerId="ADAL" clId="{25D8C45B-B5F2-5040-834B-3166F4CFC0A9}" dt="2026-06-17T14:24:09.850" v="4073" actId="20577"/>
          <ac:spMkLst>
            <pc:docMk/>
            <pc:sldMk cId="4056544970" sldId="271"/>
            <ac:spMk id="8" creationId="{E936C821-573B-B1C3-4605-460B68FBAB4F}"/>
          </ac:spMkLst>
        </pc:spChg>
        <pc:spChg chg="del">
          <ac:chgData name="Wu, Jun" userId="14dfc53e-eb89-4a9e-b8d8-7d198fff2519" providerId="ADAL" clId="{25D8C45B-B5F2-5040-834B-3166F4CFC0A9}" dt="2026-06-17T05:45:43.193" v="3159" actId="478"/>
          <ac:spMkLst>
            <pc:docMk/>
            <pc:sldMk cId="4056544970" sldId="271"/>
            <ac:spMk id="10" creationId="{89324A7B-2FAA-2F6E-D096-115C9872584E}"/>
          </ac:spMkLst>
        </pc:spChg>
        <pc:spChg chg="del">
          <ac:chgData name="Wu, Jun" userId="14dfc53e-eb89-4a9e-b8d8-7d198fff2519" providerId="ADAL" clId="{25D8C45B-B5F2-5040-834B-3166F4CFC0A9}" dt="2026-06-17T05:45:43.193" v="3159" actId="478"/>
          <ac:spMkLst>
            <pc:docMk/>
            <pc:sldMk cId="4056544970" sldId="271"/>
            <ac:spMk id="11" creationId="{2AF61E34-9B3B-74BD-EFEC-594D5CC1561F}"/>
          </ac:spMkLst>
        </pc:spChg>
        <pc:spChg chg="del">
          <ac:chgData name="Wu, Jun" userId="14dfc53e-eb89-4a9e-b8d8-7d198fff2519" providerId="ADAL" clId="{25D8C45B-B5F2-5040-834B-3166F4CFC0A9}" dt="2026-06-17T05:45:43.193" v="3159" actId="478"/>
          <ac:spMkLst>
            <pc:docMk/>
            <pc:sldMk cId="4056544970" sldId="271"/>
            <ac:spMk id="15" creationId="{A3FA9FD4-BDEA-45C2-C569-2306E849AE82}"/>
          </ac:spMkLst>
        </pc:spChg>
        <pc:spChg chg="del">
          <ac:chgData name="Wu, Jun" userId="14dfc53e-eb89-4a9e-b8d8-7d198fff2519" providerId="ADAL" clId="{25D8C45B-B5F2-5040-834B-3166F4CFC0A9}" dt="2026-06-17T05:45:43.193" v="3159" actId="478"/>
          <ac:spMkLst>
            <pc:docMk/>
            <pc:sldMk cId="4056544970" sldId="271"/>
            <ac:spMk id="16" creationId="{1019D03B-C6DB-FACA-35B1-6F9264EFF4FC}"/>
          </ac:spMkLst>
        </pc:spChg>
        <pc:spChg chg="del">
          <ac:chgData name="Wu, Jun" userId="14dfc53e-eb89-4a9e-b8d8-7d198fff2519" providerId="ADAL" clId="{25D8C45B-B5F2-5040-834B-3166F4CFC0A9}" dt="2026-06-17T05:45:43.193" v="3159" actId="478"/>
          <ac:spMkLst>
            <pc:docMk/>
            <pc:sldMk cId="4056544970" sldId="271"/>
            <ac:spMk id="20" creationId="{26036102-0F5C-9D5B-4325-1DC41CF9AEC1}"/>
          </ac:spMkLst>
        </pc:spChg>
        <pc:spChg chg="del">
          <ac:chgData name="Wu, Jun" userId="14dfc53e-eb89-4a9e-b8d8-7d198fff2519" providerId="ADAL" clId="{25D8C45B-B5F2-5040-834B-3166F4CFC0A9}" dt="2026-06-17T05:45:43.193" v="3159" actId="478"/>
          <ac:spMkLst>
            <pc:docMk/>
            <pc:sldMk cId="4056544970" sldId="271"/>
            <ac:spMk id="21" creationId="{19D03B43-A7A4-EE70-EC03-DA424FEF3829}"/>
          </ac:spMkLst>
        </pc:spChg>
        <pc:spChg chg="del">
          <ac:chgData name="Wu, Jun" userId="14dfc53e-eb89-4a9e-b8d8-7d198fff2519" providerId="ADAL" clId="{25D8C45B-B5F2-5040-834B-3166F4CFC0A9}" dt="2026-06-17T05:45:43.193" v="3159" actId="478"/>
          <ac:spMkLst>
            <pc:docMk/>
            <pc:sldMk cId="4056544970" sldId="271"/>
            <ac:spMk id="32" creationId="{B43A524C-063E-E1B9-DB90-5203DD6ABC73}"/>
          </ac:spMkLst>
        </pc:spChg>
        <pc:spChg chg="del">
          <ac:chgData name="Wu, Jun" userId="14dfc53e-eb89-4a9e-b8d8-7d198fff2519" providerId="ADAL" clId="{25D8C45B-B5F2-5040-834B-3166F4CFC0A9}" dt="2026-06-17T05:45:43.193" v="3159" actId="478"/>
          <ac:spMkLst>
            <pc:docMk/>
            <pc:sldMk cId="4056544970" sldId="271"/>
            <ac:spMk id="40" creationId="{7BC5A0C1-E7EA-2449-7396-316EEA5D3AE7}"/>
          </ac:spMkLst>
        </pc:spChg>
        <pc:spChg chg="del">
          <ac:chgData name="Wu, Jun" userId="14dfc53e-eb89-4a9e-b8d8-7d198fff2519" providerId="ADAL" clId="{25D8C45B-B5F2-5040-834B-3166F4CFC0A9}" dt="2026-06-17T05:45:43.193" v="3159" actId="478"/>
          <ac:spMkLst>
            <pc:docMk/>
            <pc:sldMk cId="4056544970" sldId="271"/>
            <ac:spMk id="41" creationId="{09748161-8AEE-B1D8-835E-9DF51EA955A2}"/>
          </ac:spMkLst>
        </pc:spChg>
        <pc:spChg chg="del">
          <ac:chgData name="Wu, Jun" userId="14dfc53e-eb89-4a9e-b8d8-7d198fff2519" providerId="ADAL" clId="{25D8C45B-B5F2-5040-834B-3166F4CFC0A9}" dt="2026-06-17T05:45:43.193" v="3159" actId="478"/>
          <ac:spMkLst>
            <pc:docMk/>
            <pc:sldMk cId="4056544970" sldId="271"/>
            <ac:spMk id="44" creationId="{656081A0-61DA-4CBE-4A48-0CEF33A7E3EF}"/>
          </ac:spMkLst>
        </pc:spChg>
        <pc:spChg chg="del">
          <ac:chgData name="Wu, Jun" userId="14dfc53e-eb89-4a9e-b8d8-7d198fff2519" providerId="ADAL" clId="{25D8C45B-B5F2-5040-834B-3166F4CFC0A9}" dt="2026-06-17T05:45:43.193" v="3159" actId="478"/>
          <ac:spMkLst>
            <pc:docMk/>
            <pc:sldMk cId="4056544970" sldId="271"/>
            <ac:spMk id="45" creationId="{B212C4B3-E96C-9C20-2158-4D60A76DC686}"/>
          </ac:spMkLst>
        </pc:spChg>
        <pc:spChg chg="del">
          <ac:chgData name="Wu, Jun" userId="14dfc53e-eb89-4a9e-b8d8-7d198fff2519" providerId="ADAL" clId="{25D8C45B-B5F2-5040-834B-3166F4CFC0A9}" dt="2026-06-17T05:45:43.193" v="3159" actId="478"/>
          <ac:spMkLst>
            <pc:docMk/>
            <pc:sldMk cId="4056544970" sldId="271"/>
            <ac:spMk id="47" creationId="{A99993C1-68F9-869B-3182-84762752BA68}"/>
          </ac:spMkLst>
        </pc:spChg>
        <pc:spChg chg="del">
          <ac:chgData name="Wu, Jun" userId="14dfc53e-eb89-4a9e-b8d8-7d198fff2519" providerId="ADAL" clId="{25D8C45B-B5F2-5040-834B-3166F4CFC0A9}" dt="2026-06-17T05:45:43.193" v="3159" actId="478"/>
          <ac:spMkLst>
            <pc:docMk/>
            <pc:sldMk cId="4056544970" sldId="271"/>
            <ac:spMk id="53" creationId="{8CDA1089-D081-D25F-77E4-37FA9D966308}"/>
          </ac:spMkLst>
        </pc:spChg>
        <pc:spChg chg="del">
          <ac:chgData name="Wu, Jun" userId="14dfc53e-eb89-4a9e-b8d8-7d198fff2519" providerId="ADAL" clId="{25D8C45B-B5F2-5040-834B-3166F4CFC0A9}" dt="2026-06-17T05:45:43.193" v="3159" actId="478"/>
          <ac:spMkLst>
            <pc:docMk/>
            <pc:sldMk cId="4056544970" sldId="271"/>
            <ac:spMk id="65" creationId="{98713165-426F-805B-E41C-4CAB13CC2E0D}"/>
          </ac:spMkLst>
        </pc:spChg>
        <pc:spChg chg="del">
          <ac:chgData name="Wu, Jun" userId="14dfc53e-eb89-4a9e-b8d8-7d198fff2519" providerId="ADAL" clId="{25D8C45B-B5F2-5040-834B-3166F4CFC0A9}" dt="2026-06-17T05:45:43.193" v="3159" actId="478"/>
          <ac:spMkLst>
            <pc:docMk/>
            <pc:sldMk cId="4056544970" sldId="271"/>
            <ac:spMk id="66" creationId="{3246BBF8-5EF6-C81D-C9F8-CE48323788AA}"/>
          </ac:spMkLst>
        </pc:spChg>
        <pc:graphicFrameChg chg="add mod modGraphic">
          <ac:chgData name="Wu, Jun" userId="14dfc53e-eb89-4a9e-b8d8-7d198fff2519" providerId="ADAL" clId="{25D8C45B-B5F2-5040-834B-3166F4CFC0A9}" dt="2026-06-17T14:23:13.681" v="4030" actId="1036"/>
          <ac:graphicFrameMkLst>
            <pc:docMk/>
            <pc:sldMk cId="4056544970" sldId="271"/>
            <ac:graphicFrameMk id="6" creationId="{AD972683-4233-09B3-086A-27FD82D2D808}"/>
          </ac:graphicFrameMkLst>
        </pc:graphicFrameChg>
        <pc:cxnChg chg="del mod">
          <ac:chgData name="Wu, Jun" userId="14dfc53e-eb89-4a9e-b8d8-7d198fff2519" providerId="ADAL" clId="{25D8C45B-B5F2-5040-834B-3166F4CFC0A9}" dt="2026-06-17T05:45:43.193" v="3159" actId="478"/>
          <ac:cxnSpMkLst>
            <pc:docMk/>
            <pc:sldMk cId="4056544970" sldId="271"/>
            <ac:cxnSpMk id="9" creationId="{152B19C8-D83A-F629-878F-62AFC6E7E72E}"/>
          </ac:cxnSpMkLst>
        </pc:cxnChg>
        <pc:cxnChg chg="del mod">
          <ac:chgData name="Wu, Jun" userId="14dfc53e-eb89-4a9e-b8d8-7d198fff2519" providerId="ADAL" clId="{25D8C45B-B5F2-5040-834B-3166F4CFC0A9}" dt="2026-06-17T05:45:43.193" v="3159" actId="478"/>
          <ac:cxnSpMkLst>
            <pc:docMk/>
            <pc:sldMk cId="4056544970" sldId="271"/>
            <ac:cxnSpMk id="12" creationId="{3C5BFFAB-4176-EBBF-09DA-640907E170A3}"/>
          </ac:cxnSpMkLst>
        </pc:cxnChg>
        <pc:cxnChg chg="del">
          <ac:chgData name="Wu, Jun" userId="14dfc53e-eb89-4a9e-b8d8-7d198fff2519" providerId="ADAL" clId="{25D8C45B-B5F2-5040-834B-3166F4CFC0A9}" dt="2026-06-17T05:45:43.193" v="3159" actId="478"/>
          <ac:cxnSpMkLst>
            <pc:docMk/>
            <pc:sldMk cId="4056544970" sldId="271"/>
            <ac:cxnSpMk id="17" creationId="{4EFEBA34-28A7-41E1-7EB0-A7135CD4FD52}"/>
          </ac:cxnSpMkLst>
        </pc:cxnChg>
        <pc:cxnChg chg="del mod">
          <ac:chgData name="Wu, Jun" userId="14dfc53e-eb89-4a9e-b8d8-7d198fff2519" providerId="ADAL" clId="{25D8C45B-B5F2-5040-834B-3166F4CFC0A9}" dt="2026-06-17T05:45:43.193" v="3159" actId="478"/>
          <ac:cxnSpMkLst>
            <pc:docMk/>
            <pc:sldMk cId="4056544970" sldId="271"/>
            <ac:cxnSpMk id="22" creationId="{5D508633-58E7-81F3-2E59-AD5160B066E4}"/>
          </ac:cxnSpMkLst>
        </pc:cxnChg>
        <pc:cxnChg chg="del">
          <ac:chgData name="Wu, Jun" userId="14dfc53e-eb89-4a9e-b8d8-7d198fff2519" providerId="ADAL" clId="{25D8C45B-B5F2-5040-834B-3166F4CFC0A9}" dt="2026-06-17T05:45:43.193" v="3159" actId="478"/>
          <ac:cxnSpMkLst>
            <pc:docMk/>
            <pc:sldMk cId="4056544970" sldId="271"/>
            <ac:cxnSpMk id="28" creationId="{2B96A20E-5E98-F199-764B-0D6EF48228FF}"/>
          </ac:cxnSpMkLst>
        </pc:cxnChg>
        <pc:cxnChg chg="del">
          <ac:chgData name="Wu, Jun" userId="14dfc53e-eb89-4a9e-b8d8-7d198fff2519" providerId="ADAL" clId="{25D8C45B-B5F2-5040-834B-3166F4CFC0A9}" dt="2026-06-17T05:45:43.193" v="3159" actId="478"/>
          <ac:cxnSpMkLst>
            <pc:docMk/>
            <pc:sldMk cId="4056544970" sldId="271"/>
            <ac:cxnSpMk id="46" creationId="{5379184C-6212-CCAF-D40F-9E68026260D7}"/>
          </ac:cxnSpMkLst>
        </pc:cxnChg>
        <pc:cxnChg chg="del mod">
          <ac:chgData name="Wu, Jun" userId="14dfc53e-eb89-4a9e-b8d8-7d198fff2519" providerId="ADAL" clId="{25D8C45B-B5F2-5040-834B-3166F4CFC0A9}" dt="2026-06-17T05:45:43.193" v="3159" actId="478"/>
          <ac:cxnSpMkLst>
            <pc:docMk/>
            <pc:sldMk cId="4056544970" sldId="271"/>
            <ac:cxnSpMk id="49" creationId="{DDED60DA-5289-7985-E1FF-1A8DF8B48391}"/>
          </ac:cxnSpMkLst>
        </pc:cxnChg>
      </pc:sldChg>
      <pc:sldChg chg="add">
        <pc:chgData name="Wu, Jun" userId="14dfc53e-eb89-4a9e-b8d8-7d198fff2519" providerId="ADAL" clId="{25D8C45B-B5F2-5040-834B-3166F4CFC0A9}" dt="2026-06-17T06:20:21.627" v="3312"/>
        <pc:sldMkLst>
          <pc:docMk/>
          <pc:sldMk cId="3530065737" sldId="272"/>
        </pc:sldMkLst>
      </pc:sldChg>
      <pc:sldChg chg="addSp delSp modSp add mod">
        <pc:chgData name="Wu, Jun" userId="14dfc53e-eb89-4a9e-b8d8-7d198fff2519" providerId="ADAL" clId="{25D8C45B-B5F2-5040-834B-3166F4CFC0A9}" dt="2026-06-17T06:31:32.456" v="3444" actId="1038"/>
        <pc:sldMkLst>
          <pc:docMk/>
          <pc:sldMk cId="3607758392" sldId="273"/>
        </pc:sldMkLst>
        <pc:spChg chg="add mod">
          <ac:chgData name="Wu, Jun" userId="14dfc53e-eb89-4a9e-b8d8-7d198fff2519" providerId="ADAL" clId="{25D8C45B-B5F2-5040-834B-3166F4CFC0A9}" dt="2026-06-17T06:24:59.412" v="3328" actId="1036"/>
          <ac:spMkLst>
            <pc:docMk/>
            <pc:sldMk cId="3607758392" sldId="273"/>
            <ac:spMk id="2" creationId="{5BA48D86-00DB-A93D-0244-8C731BE54BD9}"/>
          </ac:spMkLst>
        </pc:spChg>
        <pc:spChg chg="add mod">
          <ac:chgData name="Wu, Jun" userId="14dfc53e-eb89-4a9e-b8d8-7d198fff2519" providerId="ADAL" clId="{25D8C45B-B5F2-5040-834B-3166F4CFC0A9}" dt="2026-06-17T06:27:39.465" v="3385" actId="12788"/>
          <ac:spMkLst>
            <pc:docMk/>
            <pc:sldMk cId="3607758392" sldId="273"/>
            <ac:spMk id="3" creationId="{608A9877-4B73-9E81-FD43-6843A4D3A137}"/>
          </ac:spMkLst>
        </pc:spChg>
        <pc:spChg chg="add mod">
          <ac:chgData name="Wu, Jun" userId="14dfc53e-eb89-4a9e-b8d8-7d198fff2519" providerId="ADAL" clId="{25D8C45B-B5F2-5040-834B-3166F4CFC0A9}" dt="2026-06-17T06:27:35.249" v="3384" actId="12788"/>
          <ac:spMkLst>
            <pc:docMk/>
            <pc:sldMk cId="3607758392" sldId="273"/>
            <ac:spMk id="4" creationId="{0EDB803C-2B0F-F3B0-C118-35E445321675}"/>
          </ac:spMkLst>
        </pc:spChg>
        <pc:spChg chg="add mod">
          <ac:chgData name="Wu, Jun" userId="14dfc53e-eb89-4a9e-b8d8-7d198fff2519" providerId="ADAL" clId="{25D8C45B-B5F2-5040-834B-3166F4CFC0A9}" dt="2026-06-17T06:27:39.465" v="3385" actId="12788"/>
          <ac:spMkLst>
            <pc:docMk/>
            <pc:sldMk cId="3607758392" sldId="273"/>
            <ac:spMk id="7" creationId="{F549DF2F-B308-6B2F-443D-138FFD927431}"/>
          </ac:spMkLst>
        </pc:spChg>
        <pc:spChg chg="add mod">
          <ac:chgData name="Wu, Jun" userId="14dfc53e-eb89-4a9e-b8d8-7d198fff2519" providerId="ADAL" clId="{25D8C45B-B5F2-5040-834B-3166F4CFC0A9}" dt="2026-06-17T06:27:35.249" v="3384" actId="12788"/>
          <ac:spMkLst>
            <pc:docMk/>
            <pc:sldMk cId="3607758392" sldId="273"/>
            <ac:spMk id="8" creationId="{5FC55322-AEFA-9D06-333E-4B0987834B81}"/>
          </ac:spMkLst>
        </pc:spChg>
        <pc:spChg chg="add mod">
          <ac:chgData name="Wu, Jun" userId="14dfc53e-eb89-4a9e-b8d8-7d198fff2519" providerId="ADAL" clId="{25D8C45B-B5F2-5040-834B-3166F4CFC0A9}" dt="2026-06-17T06:31:32.456" v="3444" actId="1038"/>
          <ac:spMkLst>
            <pc:docMk/>
            <pc:sldMk cId="3607758392" sldId="273"/>
            <ac:spMk id="9" creationId="{2D7A72E0-A45D-5E10-59E3-9D7CAC90A287}"/>
          </ac:spMkLst>
        </pc:spChg>
        <pc:spChg chg="add mod">
          <ac:chgData name="Wu, Jun" userId="14dfc53e-eb89-4a9e-b8d8-7d198fff2519" providerId="ADAL" clId="{25D8C45B-B5F2-5040-834B-3166F4CFC0A9}" dt="2026-06-17T06:31:20.761" v="3440" actId="1035"/>
          <ac:spMkLst>
            <pc:docMk/>
            <pc:sldMk cId="3607758392" sldId="273"/>
            <ac:spMk id="10" creationId="{0980C4CE-F488-8AE1-5F61-E7EB2F1B75F7}"/>
          </ac:spMkLst>
        </pc:spChg>
        <pc:spChg chg="add mod">
          <ac:chgData name="Wu, Jun" userId="14dfc53e-eb89-4a9e-b8d8-7d198fff2519" providerId="ADAL" clId="{25D8C45B-B5F2-5040-834B-3166F4CFC0A9}" dt="2026-06-17T06:28:57.997" v="3396" actId="1076"/>
          <ac:spMkLst>
            <pc:docMk/>
            <pc:sldMk cId="3607758392" sldId="273"/>
            <ac:spMk id="11" creationId="{55994438-3387-61D6-9498-1567494BAA97}"/>
          </ac:spMkLst>
        </pc:spChg>
        <pc:spChg chg="add mod">
          <ac:chgData name="Wu, Jun" userId="14dfc53e-eb89-4a9e-b8d8-7d198fff2519" providerId="ADAL" clId="{25D8C45B-B5F2-5040-834B-3166F4CFC0A9}" dt="2026-06-17T06:29:22.436" v="3401" actId="208"/>
          <ac:spMkLst>
            <pc:docMk/>
            <pc:sldMk cId="3607758392" sldId="273"/>
            <ac:spMk id="15" creationId="{0D0BAEC6-54F8-3F0C-2B29-3CD81E7E564A}"/>
          </ac:spMkLst>
        </pc:spChg>
        <pc:spChg chg="add mod">
          <ac:chgData name="Wu, Jun" userId="14dfc53e-eb89-4a9e-b8d8-7d198fff2519" providerId="ADAL" clId="{25D8C45B-B5F2-5040-834B-3166F4CFC0A9}" dt="2026-06-17T06:29:36.664" v="3403" actId="208"/>
          <ac:spMkLst>
            <pc:docMk/>
            <pc:sldMk cId="3607758392" sldId="273"/>
            <ac:spMk id="16" creationId="{BED6F7C1-503F-BE70-A681-C1251849137A}"/>
          </ac:spMkLst>
        </pc:spChg>
        <pc:spChg chg="add mod">
          <ac:chgData name="Wu, Jun" userId="14dfc53e-eb89-4a9e-b8d8-7d198fff2519" providerId="ADAL" clId="{25D8C45B-B5F2-5040-834B-3166F4CFC0A9}" dt="2026-06-17T06:30:20.464" v="3418" actId="1035"/>
          <ac:spMkLst>
            <pc:docMk/>
            <pc:sldMk cId="3607758392" sldId="273"/>
            <ac:spMk id="17" creationId="{38CC5C02-DDFC-B5C3-383E-58F0976F4DE2}"/>
          </ac:spMkLst>
        </pc:spChg>
        <pc:spChg chg="add mod">
          <ac:chgData name="Wu, Jun" userId="14dfc53e-eb89-4a9e-b8d8-7d198fff2519" providerId="ADAL" clId="{25D8C45B-B5F2-5040-834B-3166F4CFC0A9}" dt="2026-06-17T06:31:13.388" v="3433" actId="1037"/>
          <ac:spMkLst>
            <pc:docMk/>
            <pc:sldMk cId="3607758392" sldId="273"/>
            <ac:spMk id="18" creationId="{51109A44-71B4-112E-4E55-F9CB389E8D47}"/>
          </ac:spMkLst>
        </pc:spChg>
        <pc:spChg chg="add mod">
          <ac:chgData name="Wu, Jun" userId="14dfc53e-eb89-4a9e-b8d8-7d198fff2519" providerId="ADAL" clId="{25D8C45B-B5F2-5040-834B-3166F4CFC0A9}" dt="2026-06-17T06:31:13.388" v="3433" actId="1037"/>
          <ac:spMkLst>
            <pc:docMk/>
            <pc:sldMk cId="3607758392" sldId="273"/>
            <ac:spMk id="19" creationId="{ABDD8228-4F23-9CDE-ECB9-C3D3DF8549B3}"/>
          </ac:spMkLst>
        </pc:spChg>
        <pc:spChg chg="add mod">
          <ac:chgData name="Wu, Jun" userId="14dfc53e-eb89-4a9e-b8d8-7d198fff2519" providerId="ADAL" clId="{25D8C45B-B5F2-5040-834B-3166F4CFC0A9}" dt="2026-06-17T06:31:13.388" v="3433" actId="1037"/>
          <ac:spMkLst>
            <pc:docMk/>
            <pc:sldMk cId="3607758392" sldId="273"/>
            <ac:spMk id="20" creationId="{952E8DB5-5EE7-050B-B2E4-F7F0A1B62F27}"/>
          </ac:spMkLst>
        </pc:spChg>
        <pc:spChg chg="add mod">
          <ac:chgData name="Wu, Jun" userId="14dfc53e-eb89-4a9e-b8d8-7d198fff2519" providerId="ADAL" clId="{25D8C45B-B5F2-5040-834B-3166F4CFC0A9}" dt="2026-06-17T06:31:13.388" v="3433" actId="1037"/>
          <ac:spMkLst>
            <pc:docMk/>
            <pc:sldMk cId="3607758392" sldId="273"/>
            <ac:spMk id="21" creationId="{54D56D88-12D9-6D22-228C-098FA65D8D08}"/>
          </ac:spMkLst>
        </pc:spChg>
        <pc:graphicFrameChg chg="del">
          <ac:chgData name="Wu, Jun" userId="14dfc53e-eb89-4a9e-b8d8-7d198fff2519" providerId="ADAL" clId="{25D8C45B-B5F2-5040-834B-3166F4CFC0A9}" dt="2026-06-17T06:21:19.391" v="3315" actId="478"/>
          <ac:graphicFrameMkLst>
            <pc:docMk/>
            <pc:sldMk cId="3607758392" sldId="273"/>
            <ac:graphicFrameMk id="6" creationId="{85E27630-7127-2078-7FB3-15ED5DE43680}"/>
          </ac:graphicFrameMkLst>
        </pc:graphicFrameChg>
        <pc:cxnChg chg="add del mod">
          <ac:chgData name="Wu, Jun" userId="14dfc53e-eb89-4a9e-b8d8-7d198fff2519" providerId="ADAL" clId="{25D8C45B-B5F2-5040-834B-3166F4CFC0A9}" dt="2026-06-17T06:29:10.583" v="3399" actId="478"/>
          <ac:cxnSpMkLst>
            <pc:docMk/>
            <pc:sldMk cId="3607758392" sldId="273"/>
            <ac:cxnSpMk id="13" creationId="{543942BD-D72E-4256-00AC-96B096FA24BA}"/>
          </ac:cxnSpMkLst>
        </pc:cxnChg>
      </pc:sldChg>
      <pc:sldChg chg="addSp delSp modSp add mod">
        <pc:chgData name="Wu, Jun" userId="14dfc53e-eb89-4a9e-b8d8-7d198fff2519" providerId="ADAL" clId="{25D8C45B-B5F2-5040-834B-3166F4CFC0A9}" dt="2026-06-17T14:57:07.371" v="4501" actId="1038"/>
        <pc:sldMkLst>
          <pc:docMk/>
          <pc:sldMk cId="3258956436" sldId="274"/>
        </pc:sldMkLst>
        <pc:spChg chg="del">
          <ac:chgData name="Wu, Jun" userId="14dfc53e-eb89-4a9e-b8d8-7d198fff2519" providerId="ADAL" clId="{25D8C45B-B5F2-5040-834B-3166F4CFC0A9}" dt="2026-06-17T06:32:44.370" v="3457" actId="478"/>
          <ac:spMkLst>
            <pc:docMk/>
            <pc:sldMk cId="3258956436" sldId="274"/>
            <ac:spMk id="2" creationId="{35EC6012-ADF8-E198-A340-9563AE89AACB}"/>
          </ac:spMkLst>
        </pc:spChg>
        <pc:spChg chg="del">
          <ac:chgData name="Wu, Jun" userId="14dfc53e-eb89-4a9e-b8d8-7d198fff2519" providerId="ADAL" clId="{25D8C45B-B5F2-5040-834B-3166F4CFC0A9}" dt="2026-06-17T06:31:56.666" v="3446" actId="478"/>
          <ac:spMkLst>
            <pc:docMk/>
            <pc:sldMk cId="3258956436" sldId="274"/>
            <ac:spMk id="3" creationId="{3C7F3476-2F8E-9B0A-BA9C-71C39DFF0A59}"/>
          </ac:spMkLst>
        </pc:spChg>
        <pc:spChg chg="del">
          <ac:chgData name="Wu, Jun" userId="14dfc53e-eb89-4a9e-b8d8-7d198fff2519" providerId="ADAL" clId="{25D8C45B-B5F2-5040-834B-3166F4CFC0A9}" dt="2026-06-17T06:31:56.666" v="3446" actId="478"/>
          <ac:spMkLst>
            <pc:docMk/>
            <pc:sldMk cId="3258956436" sldId="274"/>
            <ac:spMk id="4" creationId="{D3D6A3CA-5A47-4509-F69E-265ECC07957F}"/>
          </ac:spMkLst>
        </pc:spChg>
        <pc:spChg chg="mod">
          <ac:chgData name="Wu, Jun" userId="14dfc53e-eb89-4a9e-b8d8-7d198fff2519" providerId="ADAL" clId="{25D8C45B-B5F2-5040-834B-3166F4CFC0A9}" dt="2026-06-17T14:56:51.419" v="4485" actId="1076"/>
          <ac:spMkLst>
            <pc:docMk/>
            <pc:sldMk cId="3258956436" sldId="274"/>
            <ac:spMk id="5" creationId="{E30AED66-EA9B-4015-A9AF-B206541D44C9}"/>
          </ac:spMkLst>
        </pc:spChg>
        <pc:spChg chg="add del mod">
          <ac:chgData name="Wu, Jun" userId="14dfc53e-eb89-4a9e-b8d8-7d198fff2519" providerId="ADAL" clId="{25D8C45B-B5F2-5040-834B-3166F4CFC0A9}" dt="2026-06-17T14:52:20.081" v="4466" actId="478"/>
          <ac:spMkLst>
            <pc:docMk/>
            <pc:sldMk cId="3258956436" sldId="274"/>
            <ac:spMk id="6" creationId="{2137C3BB-547B-6E1B-D8D3-074504D2DEBF}"/>
          </ac:spMkLst>
        </pc:spChg>
        <pc:spChg chg="del">
          <ac:chgData name="Wu, Jun" userId="14dfc53e-eb89-4a9e-b8d8-7d198fff2519" providerId="ADAL" clId="{25D8C45B-B5F2-5040-834B-3166F4CFC0A9}" dt="2026-06-17T06:31:56.666" v="3446" actId="478"/>
          <ac:spMkLst>
            <pc:docMk/>
            <pc:sldMk cId="3258956436" sldId="274"/>
            <ac:spMk id="7" creationId="{B01F724F-ABB1-4E86-EB9B-6B67A1F1D8A5}"/>
          </ac:spMkLst>
        </pc:spChg>
        <pc:spChg chg="del">
          <ac:chgData name="Wu, Jun" userId="14dfc53e-eb89-4a9e-b8d8-7d198fff2519" providerId="ADAL" clId="{25D8C45B-B5F2-5040-834B-3166F4CFC0A9}" dt="2026-06-17T06:31:56.666" v="3446" actId="478"/>
          <ac:spMkLst>
            <pc:docMk/>
            <pc:sldMk cId="3258956436" sldId="274"/>
            <ac:spMk id="8" creationId="{471C54D1-8B77-C396-AD06-086ED51FE68E}"/>
          </ac:spMkLst>
        </pc:spChg>
        <pc:spChg chg="del">
          <ac:chgData name="Wu, Jun" userId="14dfc53e-eb89-4a9e-b8d8-7d198fff2519" providerId="ADAL" clId="{25D8C45B-B5F2-5040-834B-3166F4CFC0A9}" dt="2026-06-17T06:31:56.666" v="3446" actId="478"/>
          <ac:spMkLst>
            <pc:docMk/>
            <pc:sldMk cId="3258956436" sldId="274"/>
            <ac:spMk id="9" creationId="{63EB33F3-2003-B5F1-E31A-B79D471AAA8B}"/>
          </ac:spMkLst>
        </pc:spChg>
        <pc:spChg chg="del">
          <ac:chgData name="Wu, Jun" userId="14dfc53e-eb89-4a9e-b8d8-7d198fff2519" providerId="ADAL" clId="{25D8C45B-B5F2-5040-834B-3166F4CFC0A9}" dt="2026-06-17T06:31:56.666" v="3446" actId="478"/>
          <ac:spMkLst>
            <pc:docMk/>
            <pc:sldMk cId="3258956436" sldId="274"/>
            <ac:spMk id="10" creationId="{6F2E6B68-F28B-7330-1F48-83E23926B2E5}"/>
          </ac:spMkLst>
        </pc:spChg>
        <pc:spChg chg="del">
          <ac:chgData name="Wu, Jun" userId="14dfc53e-eb89-4a9e-b8d8-7d198fff2519" providerId="ADAL" clId="{25D8C45B-B5F2-5040-834B-3166F4CFC0A9}" dt="2026-06-17T06:31:56.666" v="3446" actId="478"/>
          <ac:spMkLst>
            <pc:docMk/>
            <pc:sldMk cId="3258956436" sldId="274"/>
            <ac:spMk id="11" creationId="{B4D347AD-ACC6-C0CA-20C0-E43933317E90}"/>
          </ac:spMkLst>
        </pc:spChg>
        <pc:spChg chg="add">
          <ac:chgData name="Wu, Jun" userId="14dfc53e-eb89-4a9e-b8d8-7d198fff2519" providerId="ADAL" clId="{25D8C45B-B5F2-5040-834B-3166F4CFC0A9}" dt="2026-06-17T14:55:55.772" v="4472"/>
          <ac:spMkLst>
            <pc:docMk/>
            <pc:sldMk cId="3258956436" sldId="274"/>
            <ac:spMk id="12" creationId="{377D87BA-CA2E-FE79-6809-9DE1DD234827}"/>
          </ac:spMkLst>
        </pc:spChg>
        <pc:spChg chg="del">
          <ac:chgData name="Wu, Jun" userId="14dfc53e-eb89-4a9e-b8d8-7d198fff2519" providerId="ADAL" clId="{25D8C45B-B5F2-5040-834B-3166F4CFC0A9}" dt="2026-06-17T06:31:56.666" v="3446" actId="478"/>
          <ac:spMkLst>
            <pc:docMk/>
            <pc:sldMk cId="3258956436" sldId="274"/>
            <ac:spMk id="15" creationId="{E8991C7C-64B8-0014-5D3A-62A13D9510FD}"/>
          </ac:spMkLst>
        </pc:spChg>
        <pc:spChg chg="del">
          <ac:chgData name="Wu, Jun" userId="14dfc53e-eb89-4a9e-b8d8-7d198fff2519" providerId="ADAL" clId="{25D8C45B-B5F2-5040-834B-3166F4CFC0A9}" dt="2026-06-17T06:31:56.666" v="3446" actId="478"/>
          <ac:spMkLst>
            <pc:docMk/>
            <pc:sldMk cId="3258956436" sldId="274"/>
            <ac:spMk id="16" creationId="{8E5548C4-4AA4-680F-EB58-86DB7800C011}"/>
          </ac:spMkLst>
        </pc:spChg>
        <pc:spChg chg="del">
          <ac:chgData name="Wu, Jun" userId="14dfc53e-eb89-4a9e-b8d8-7d198fff2519" providerId="ADAL" clId="{25D8C45B-B5F2-5040-834B-3166F4CFC0A9}" dt="2026-06-17T06:31:56.666" v="3446" actId="478"/>
          <ac:spMkLst>
            <pc:docMk/>
            <pc:sldMk cId="3258956436" sldId="274"/>
            <ac:spMk id="17" creationId="{2DD955BD-01AB-8E69-3B00-9E4F2584B544}"/>
          </ac:spMkLst>
        </pc:spChg>
        <pc:spChg chg="del">
          <ac:chgData name="Wu, Jun" userId="14dfc53e-eb89-4a9e-b8d8-7d198fff2519" providerId="ADAL" clId="{25D8C45B-B5F2-5040-834B-3166F4CFC0A9}" dt="2026-06-17T06:31:56.666" v="3446" actId="478"/>
          <ac:spMkLst>
            <pc:docMk/>
            <pc:sldMk cId="3258956436" sldId="274"/>
            <ac:spMk id="18" creationId="{267BC26F-BFD3-285E-6087-631F4935C151}"/>
          </ac:spMkLst>
        </pc:spChg>
        <pc:spChg chg="del">
          <ac:chgData name="Wu, Jun" userId="14dfc53e-eb89-4a9e-b8d8-7d198fff2519" providerId="ADAL" clId="{25D8C45B-B5F2-5040-834B-3166F4CFC0A9}" dt="2026-06-17T06:31:56.666" v="3446" actId="478"/>
          <ac:spMkLst>
            <pc:docMk/>
            <pc:sldMk cId="3258956436" sldId="274"/>
            <ac:spMk id="19" creationId="{C3197277-351F-178F-5343-AB532DB2B697}"/>
          </ac:spMkLst>
        </pc:spChg>
        <pc:spChg chg="del">
          <ac:chgData name="Wu, Jun" userId="14dfc53e-eb89-4a9e-b8d8-7d198fff2519" providerId="ADAL" clId="{25D8C45B-B5F2-5040-834B-3166F4CFC0A9}" dt="2026-06-17T06:31:56.666" v="3446" actId="478"/>
          <ac:spMkLst>
            <pc:docMk/>
            <pc:sldMk cId="3258956436" sldId="274"/>
            <ac:spMk id="20" creationId="{5DC23CC1-1633-35C6-D0AB-98CACCFA7433}"/>
          </ac:spMkLst>
        </pc:spChg>
        <pc:spChg chg="del">
          <ac:chgData name="Wu, Jun" userId="14dfc53e-eb89-4a9e-b8d8-7d198fff2519" providerId="ADAL" clId="{25D8C45B-B5F2-5040-834B-3166F4CFC0A9}" dt="2026-06-17T06:31:56.666" v="3446" actId="478"/>
          <ac:spMkLst>
            <pc:docMk/>
            <pc:sldMk cId="3258956436" sldId="274"/>
            <ac:spMk id="21" creationId="{8A1D087B-4B7C-8A23-0ED4-176D93454A69}"/>
          </ac:spMkLst>
        </pc:spChg>
        <pc:spChg chg="mod">
          <ac:chgData name="Wu, Jun" userId="14dfc53e-eb89-4a9e-b8d8-7d198fff2519" providerId="ADAL" clId="{25D8C45B-B5F2-5040-834B-3166F4CFC0A9}" dt="2026-06-17T14:28:45.814" v="4143" actId="20577"/>
          <ac:spMkLst>
            <pc:docMk/>
            <pc:sldMk cId="3258956436" sldId="274"/>
            <ac:spMk id="113" creationId="{449C4C00-6DB2-8538-A8AE-5A04AFFA9F65}"/>
          </ac:spMkLst>
        </pc:spChg>
        <pc:picChg chg="add mod">
          <ac:chgData name="Wu, Jun" userId="14dfc53e-eb89-4a9e-b8d8-7d198fff2519" providerId="ADAL" clId="{25D8C45B-B5F2-5040-834B-3166F4CFC0A9}" dt="2026-06-17T14:57:07.371" v="4501" actId="1038"/>
          <ac:picMkLst>
            <pc:docMk/>
            <pc:sldMk cId="3258956436" sldId="274"/>
            <ac:picMk id="14" creationId="{03D85551-33D4-B8A8-490A-FF47622AEAF5}"/>
          </ac:picMkLst>
        </pc:picChg>
        <pc:picChg chg="add mod">
          <ac:chgData name="Wu, Jun" userId="14dfc53e-eb89-4a9e-b8d8-7d198fff2519" providerId="ADAL" clId="{25D8C45B-B5F2-5040-834B-3166F4CFC0A9}" dt="2026-06-17T14:57:07.371" v="4501" actId="1038"/>
          <ac:picMkLst>
            <pc:docMk/>
            <pc:sldMk cId="3258956436" sldId="274"/>
            <ac:picMk id="22" creationId="{041325AF-5245-0FB5-A277-926E4753A11E}"/>
          </ac:picMkLst>
        </pc:picChg>
        <pc:picChg chg="add mod">
          <ac:chgData name="Wu, Jun" userId="14dfc53e-eb89-4a9e-b8d8-7d198fff2519" providerId="ADAL" clId="{25D8C45B-B5F2-5040-834B-3166F4CFC0A9}" dt="2026-06-17T14:53:10.030" v="4471" actId="1076"/>
          <ac:picMkLst>
            <pc:docMk/>
            <pc:sldMk cId="3258956436" sldId="274"/>
            <ac:picMk id="11266" creationId="{3F60B6C0-2106-B002-45ED-F9BCEFF0DC16}"/>
          </ac:picMkLst>
        </pc:picChg>
        <pc:picChg chg="add">
          <ac:chgData name="Wu, Jun" userId="14dfc53e-eb89-4a9e-b8d8-7d198fff2519" providerId="ADAL" clId="{25D8C45B-B5F2-5040-834B-3166F4CFC0A9}" dt="2026-06-17T14:55:55.772" v="4472"/>
          <ac:picMkLst>
            <pc:docMk/>
            <pc:sldMk cId="3258956436" sldId="274"/>
            <ac:picMk id="11268" creationId="{40501887-656E-0FE3-AC99-90DFFFD571D8}"/>
          </ac:picMkLst>
        </pc:picChg>
        <pc:picChg chg="add">
          <ac:chgData name="Wu, Jun" userId="14dfc53e-eb89-4a9e-b8d8-7d198fff2519" providerId="ADAL" clId="{25D8C45B-B5F2-5040-834B-3166F4CFC0A9}" dt="2026-06-17T14:55:55.772" v="4472"/>
          <ac:picMkLst>
            <pc:docMk/>
            <pc:sldMk cId="3258956436" sldId="274"/>
            <ac:picMk id="11269" creationId="{B0E5BF59-509B-4163-9545-085AF8D0F4C7}"/>
          </ac:picMkLst>
        </pc:picChg>
        <pc:picChg chg="add mod">
          <ac:chgData name="Wu, Jun" userId="14dfc53e-eb89-4a9e-b8d8-7d198fff2519" providerId="ADAL" clId="{25D8C45B-B5F2-5040-834B-3166F4CFC0A9}" dt="2026-06-17T14:56:12.427" v="4475" actId="1076"/>
          <ac:picMkLst>
            <pc:docMk/>
            <pc:sldMk cId="3258956436" sldId="274"/>
            <ac:picMk id="11271" creationId="{73FC3C9C-7A34-402B-8F5A-30EA04121633}"/>
          </ac:picMkLst>
        </pc:picChg>
      </pc:sldChg>
      <pc:sldChg chg="addSp modSp add mod">
        <pc:chgData name="Wu, Jun" userId="14dfc53e-eb89-4a9e-b8d8-7d198fff2519" providerId="ADAL" clId="{25D8C45B-B5F2-5040-834B-3166F4CFC0A9}" dt="2026-06-17T15:28:00.628" v="4926" actId="14100"/>
        <pc:sldMkLst>
          <pc:docMk/>
          <pc:sldMk cId="686487499" sldId="275"/>
        </pc:sldMkLst>
        <pc:spChg chg="mod">
          <ac:chgData name="Wu, Jun" userId="14dfc53e-eb89-4a9e-b8d8-7d198fff2519" providerId="ADAL" clId="{25D8C45B-B5F2-5040-834B-3166F4CFC0A9}" dt="2026-06-17T06:37:12.178" v="3492" actId="20577"/>
          <ac:spMkLst>
            <pc:docMk/>
            <pc:sldMk cId="686487499" sldId="275"/>
            <ac:spMk id="5" creationId="{35BC167A-19DB-BD52-6D94-575221A8AC1F}"/>
          </ac:spMkLst>
        </pc:spChg>
        <pc:spChg chg="mod">
          <ac:chgData name="Wu, Jun" userId="14dfc53e-eb89-4a9e-b8d8-7d198fff2519" providerId="ADAL" clId="{25D8C45B-B5F2-5040-834B-3166F4CFC0A9}" dt="2026-06-17T06:37:30.314" v="3509" actId="20577"/>
          <ac:spMkLst>
            <pc:docMk/>
            <pc:sldMk cId="686487499" sldId="275"/>
            <ac:spMk id="113" creationId="{55FDC194-6495-D018-6DA8-00966CA28607}"/>
          </ac:spMkLst>
        </pc:spChg>
        <pc:picChg chg="add mod">
          <ac:chgData name="Wu, Jun" userId="14dfc53e-eb89-4a9e-b8d8-7d198fff2519" providerId="ADAL" clId="{25D8C45B-B5F2-5040-834B-3166F4CFC0A9}" dt="2026-06-17T15:27:51.758" v="4924" actId="1076"/>
          <ac:picMkLst>
            <pc:docMk/>
            <pc:sldMk cId="686487499" sldId="275"/>
            <ac:picMk id="2" creationId="{A660D1B7-111C-A119-1C94-3720E10EE687}"/>
          </ac:picMkLst>
        </pc:picChg>
        <pc:picChg chg="add mod">
          <ac:chgData name="Wu, Jun" userId="14dfc53e-eb89-4a9e-b8d8-7d198fff2519" providerId="ADAL" clId="{25D8C45B-B5F2-5040-834B-3166F4CFC0A9}" dt="2026-06-17T15:27:47.100" v="4922" actId="1076"/>
          <ac:picMkLst>
            <pc:docMk/>
            <pc:sldMk cId="686487499" sldId="275"/>
            <ac:picMk id="3" creationId="{3377972C-50A4-678F-C232-02ABF63ECFEB}"/>
          </ac:picMkLst>
        </pc:picChg>
        <pc:picChg chg="add mod">
          <ac:chgData name="Wu, Jun" userId="14dfc53e-eb89-4a9e-b8d8-7d198fff2519" providerId="ADAL" clId="{25D8C45B-B5F2-5040-834B-3166F4CFC0A9}" dt="2026-06-17T15:28:00.628" v="4926" actId="14100"/>
          <ac:picMkLst>
            <pc:docMk/>
            <pc:sldMk cId="686487499" sldId="275"/>
            <ac:picMk id="4" creationId="{1DDDB7A1-C8D8-7A3F-3F00-F6635205751F}"/>
          </ac:picMkLst>
        </pc:picChg>
        <pc:picChg chg="add mod">
          <ac:chgData name="Wu, Jun" userId="14dfc53e-eb89-4a9e-b8d8-7d198fff2519" providerId="ADAL" clId="{25D8C45B-B5F2-5040-834B-3166F4CFC0A9}" dt="2026-06-17T15:27:55.748" v="4925" actId="1076"/>
          <ac:picMkLst>
            <pc:docMk/>
            <pc:sldMk cId="686487499" sldId="275"/>
            <ac:picMk id="6" creationId="{2A2FCE8D-3DE7-77B4-5C31-95828150B1D5}"/>
          </ac:picMkLst>
        </pc:picChg>
      </pc:sldChg>
      <pc:sldChg chg="addSp delSp modSp add mod">
        <pc:chgData name="Wu, Jun" userId="14dfc53e-eb89-4a9e-b8d8-7d198fff2519" providerId="ADAL" clId="{25D8C45B-B5F2-5040-834B-3166F4CFC0A9}" dt="2026-06-17T16:05:20.193" v="5263" actId="1036"/>
        <pc:sldMkLst>
          <pc:docMk/>
          <pc:sldMk cId="1193228974" sldId="276"/>
        </pc:sldMkLst>
        <pc:spChg chg="add del mod">
          <ac:chgData name="Wu, Jun" userId="14dfc53e-eb89-4a9e-b8d8-7d198fff2519" providerId="ADAL" clId="{25D8C45B-B5F2-5040-834B-3166F4CFC0A9}" dt="2026-06-17T15:57:13.642" v="5095" actId="478"/>
          <ac:spMkLst>
            <pc:docMk/>
            <pc:sldMk cId="1193228974" sldId="276"/>
            <ac:spMk id="2" creationId="{97DE93B7-471C-D457-9293-2C630E9DAC49}"/>
          </ac:spMkLst>
        </pc:spChg>
        <pc:spChg chg="add del mod">
          <ac:chgData name="Wu, Jun" userId="14dfc53e-eb89-4a9e-b8d8-7d198fff2519" providerId="ADAL" clId="{25D8C45B-B5F2-5040-834B-3166F4CFC0A9}" dt="2026-06-17T15:57:13.642" v="5095" actId="478"/>
          <ac:spMkLst>
            <pc:docMk/>
            <pc:sldMk cId="1193228974" sldId="276"/>
            <ac:spMk id="3" creationId="{D3E2E049-6F45-2429-FD81-8B5DD0872E78}"/>
          </ac:spMkLst>
        </pc:spChg>
        <pc:spChg chg="add del mod">
          <ac:chgData name="Wu, Jun" userId="14dfc53e-eb89-4a9e-b8d8-7d198fff2519" providerId="ADAL" clId="{25D8C45B-B5F2-5040-834B-3166F4CFC0A9}" dt="2026-06-17T15:57:13.642" v="5095" actId="478"/>
          <ac:spMkLst>
            <pc:docMk/>
            <pc:sldMk cId="1193228974" sldId="276"/>
            <ac:spMk id="4" creationId="{84D7C905-0CB8-DEC3-8E6B-7A1326483A86}"/>
          </ac:spMkLst>
        </pc:spChg>
        <pc:spChg chg="del">
          <ac:chgData name="Wu, Jun" userId="14dfc53e-eb89-4a9e-b8d8-7d198fff2519" providerId="ADAL" clId="{25D8C45B-B5F2-5040-834B-3166F4CFC0A9}" dt="2026-06-17T06:40:41.057" v="3512" actId="478"/>
          <ac:spMkLst>
            <pc:docMk/>
            <pc:sldMk cId="1193228974" sldId="276"/>
            <ac:spMk id="5" creationId="{ACF0CD40-2555-2455-6BE3-C76E455B6E1C}"/>
          </ac:spMkLst>
        </pc:spChg>
        <pc:spChg chg="add del mod">
          <ac:chgData name="Wu, Jun" userId="14dfc53e-eb89-4a9e-b8d8-7d198fff2519" providerId="ADAL" clId="{25D8C45B-B5F2-5040-834B-3166F4CFC0A9}" dt="2026-06-17T15:57:13.642" v="5095" actId="478"/>
          <ac:spMkLst>
            <pc:docMk/>
            <pc:sldMk cId="1193228974" sldId="276"/>
            <ac:spMk id="6" creationId="{C0950506-3225-4FF9-DEFE-3D342CF20125}"/>
          </ac:spMkLst>
        </pc:spChg>
        <pc:spChg chg="add del mod">
          <ac:chgData name="Wu, Jun" userId="14dfc53e-eb89-4a9e-b8d8-7d198fff2519" providerId="ADAL" clId="{25D8C45B-B5F2-5040-834B-3166F4CFC0A9}" dt="2026-06-17T15:57:13.642" v="5095" actId="478"/>
          <ac:spMkLst>
            <pc:docMk/>
            <pc:sldMk cId="1193228974" sldId="276"/>
            <ac:spMk id="7" creationId="{273199C4-F293-D2E9-C8D3-68E54E1AEA66}"/>
          </ac:spMkLst>
        </pc:spChg>
        <pc:spChg chg="add del mod">
          <ac:chgData name="Wu, Jun" userId="14dfc53e-eb89-4a9e-b8d8-7d198fff2519" providerId="ADAL" clId="{25D8C45B-B5F2-5040-834B-3166F4CFC0A9}" dt="2026-06-17T15:57:13.642" v="5095" actId="478"/>
          <ac:spMkLst>
            <pc:docMk/>
            <pc:sldMk cId="1193228974" sldId="276"/>
            <ac:spMk id="8" creationId="{523E8A0F-CB5D-BBC2-45E0-3D05FA5DD17A}"/>
          </ac:spMkLst>
        </pc:spChg>
        <pc:spChg chg="add del mod">
          <ac:chgData name="Wu, Jun" userId="14dfc53e-eb89-4a9e-b8d8-7d198fff2519" providerId="ADAL" clId="{25D8C45B-B5F2-5040-834B-3166F4CFC0A9}" dt="2026-06-17T15:57:13.642" v="5095" actId="478"/>
          <ac:spMkLst>
            <pc:docMk/>
            <pc:sldMk cId="1193228974" sldId="276"/>
            <ac:spMk id="9" creationId="{07B933A4-7054-069F-EFC5-7E4D263B779D}"/>
          </ac:spMkLst>
        </pc:spChg>
        <pc:spChg chg="add del mod">
          <ac:chgData name="Wu, Jun" userId="14dfc53e-eb89-4a9e-b8d8-7d198fff2519" providerId="ADAL" clId="{25D8C45B-B5F2-5040-834B-3166F4CFC0A9}" dt="2026-06-17T15:57:13.642" v="5095" actId="478"/>
          <ac:spMkLst>
            <pc:docMk/>
            <pc:sldMk cId="1193228974" sldId="276"/>
            <ac:spMk id="10" creationId="{DA679D62-25D5-62C6-FD49-B10F99A81E65}"/>
          </ac:spMkLst>
        </pc:spChg>
        <pc:spChg chg="add del mod">
          <ac:chgData name="Wu, Jun" userId="14dfc53e-eb89-4a9e-b8d8-7d198fff2519" providerId="ADAL" clId="{25D8C45B-B5F2-5040-834B-3166F4CFC0A9}" dt="2026-06-17T15:57:13.642" v="5095" actId="478"/>
          <ac:spMkLst>
            <pc:docMk/>
            <pc:sldMk cId="1193228974" sldId="276"/>
            <ac:spMk id="11" creationId="{803631B3-DDF3-C8CA-6140-5E90F35C64A9}"/>
          </ac:spMkLst>
        </pc:spChg>
        <pc:spChg chg="add del mod">
          <ac:chgData name="Wu, Jun" userId="14dfc53e-eb89-4a9e-b8d8-7d198fff2519" providerId="ADAL" clId="{25D8C45B-B5F2-5040-834B-3166F4CFC0A9}" dt="2026-06-17T15:57:13.642" v="5095" actId="478"/>
          <ac:spMkLst>
            <pc:docMk/>
            <pc:sldMk cId="1193228974" sldId="276"/>
            <ac:spMk id="12" creationId="{F80FDE23-779E-409B-7CFA-1926F4090142}"/>
          </ac:spMkLst>
        </pc:spChg>
        <pc:spChg chg="add del mod">
          <ac:chgData name="Wu, Jun" userId="14dfc53e-eb89-4a9e-b8d8-7d198fff2519" providerId="ADAL" clId="{25D8C45B-B5F2-5040-834B-3166F4CFC0A9}" dt="2026-06-17T15:57:13.642" v="5095" actId="478"/>
          <ac:spMkLst>
            <pc:docMk/>
            <pc:sldMk cId="1193228974" sldId="276"/>
            <ac:spMk id="13" creationId="{EE165AD2-DBFA-8BC1-CC9A-D84FF42889C7}"/>
          </ac:spMkLst>
        </pc:spChg>
        <pc:spChg chg="add del mod">
          <ac:chgData name="Wu, Jun" userId="14dfc53e-eb89-4a9e-b8d8-7d198fff2519" providerId="ADAL" clId="{25D8C45B-B5F2-5040-834B-3166F4CFC0A9}" dt="2026-06-17T15:57:13.642" v="5095" actId="478"/>
          <ac:spMkLst>
            <pc:docMk/>
            <pc:sldMk cId="1193228974" sldId="276"/>
            <ac:spMk id="14" creationId="{1A1291EB-F903-18DE-6ABA-E67FA96072FC}"/>
          </ac:spMkLst>
        </pc:spChg>
        <pc:spChg chg="add del mod">
          <ac:chgData name="Wu, Jun" userId="14dfc53e-eb89-4a9e-b8d8-7d198fff2519" providerId="ADAL" clId="{25D8C45B-B5F2-5040-834B-3166F4CFC0A9}" dt="2026-06-17T15:57:13.642" v="5095" actId="478"/>
          <ac:spMkLst>
            <pc:docMk/>
            <pc:sldMk cId="1193228974" sldId="276"/>
            <ac:spMk id="15" creationId="{0233C4BF-4A39-BC3C-CC09-48D93C331510}"/>
          </ac:spMkLst>
        </pc:spChg>
        <pc:spChg chg="add del mod">
          <ac:chgData name="Wu, Jun" userId="14dfc53e-eb89-4a9e-b8d8-7d198fff2519" providerId="ADAL" clId="{25D8C45B-B5F2-5040-834B-3166F4CFC0A9}" dt="2026-06-17T15:57:13.642" v="5095" actId="478"/>
          <ac:spMkLst>
            <pc:docMk/>
            <pc:sldMk cId="1193228974" sldId="276"/>
            <ac:spMk id="16" creationId="{20D3D128-7231-D62D-AF0B-49ED4CADB01B}"/>
          </ac:spMkLst>
        </pc:spChg>
        <pc:spChg chg="add del mod">
          <ac:chgData name="Wu, Jun" userId="14dfc53e-eb89-4a9e-b8d8-7d198fff2519" providerId="ADAL" clId="{25D8C45B-B5F2-5040-834B-3166F4CFC0A9}" dt="2026-06-17T15:57:13.642" v="5095" actId="478"/>
          <ac:spMkLst>
            <pc:docMk/>
            <pc:sldMk cId="1193228974" sldId="276"/>
            <ac:spMk id="17" creationId="{F71F5DFB-5970-B903-F447-36F206B27D6E}"/>
          </ac:spMkLst>
        </pc:spChg>
        <pc:spChg chg="add del mod">
          <ac:chgData name="Wu, Jun" userId="14dfc53e-eb89-4a9e-b8d8-7d198fff2519" providerId="ADAL" clId="{25D8C45B-B5F2-5040-834B-3166F4CFC0A9}" dt="2026-06-17T15:57:13.642" v="5095" actId="478"/>
          <ac:spMkLst>
            <pc:docMk/>
            <pc:sldMk cId="1193228974" sldId="276"/>
            <ac:spMk id="18" creationId="{C51443A6-0EAF-1EF8-FEEE-A079586453FA}"/>
          </ac:spMkLst>
        </pc:spChg>
        <pc:spChg chg="add del mod">
          <ac:chgData name="Wu, Jun" userId="14dfc53e-eb89-4a9e-b8d8-7d198fff2519" providerId="ADAL" clId="{25D8C45B-B5F2-5040-834B-3166F4CFC0A9}" dt="2026-06-17T15:57:13.642" v="5095" actId="478"/>
          <ac:spMkLst>
            <pc:docMk/>
            <pc:sldMk cId="1193228974" sldId="276"/>
            <ac:spMk id="19" creationId="{B52FEF56-9A61-E9DE-73C9-AF97B3CA56B1}"/>
          </ac:spMkLst>
        </pc:spChg>
        <pc:spChg chg="add del mod">
          <ac:chgData name="Wu, Jun" userId="14dfc53e-eb89-4a9e-b8d8-7d198fff2519" providerId="ADAL" clId="{25D8C45B-B5F2-5040-834B-3166F4CFC0A9}" dt="2026-06-17T15:57:13.642" v="5095" actId="478"/>
          <ac:spMkLst>
            <pc:docMk/>
            <pc:sldMk cId="1193228974" sldId="276"/>
            <ac:spMk id="20" creationId="{A0908007-3D7D-AA00-D694-6FFF9FE2A9A9}"/>
          </ac:spMkLst>
        </pc:spChg>
        <pc:spChg chg="add del mod">
          <ac:chgData name="Wu, Jun" userId="14dfc53e-eb89-4a9e-b8d8-7d198fff2519" providerId="ADAL" clId="{25D8C45B-B5F2-5040-834B-3166F4CFC0A9}" dt="2026-06-17T15:57:13.642" v="5095" actId="478"/>
          <ac:spMkLst>
            <pc:docMk/>
            <pc:sldMk cId="1193228974" sldId="276"/>
            <ac:spMk id="21" creationId="{C4F7DFCA-DE78-5C4D-1A69-8415B4392231}"/>
          </ac:spMkLst>
        </pc:spChg>
        <pc:spChg chg="add del mod">
          <ac:chgData name="Wu, Jun" userId="14dfc53e-eb89-4a9e-b8d8-7d198fff2519" providerId="ADAL" clId="{25D8C45B-B5F2-5040-834B-3166F4CFC0A9}" dt="2026-06-17T15:57:13.642" v="5095" actId="478"/>
          <ac:spMkLst>
            <pc:docMk/>
            <pc:sldMk cId="1193228974" sldId="276"/>
            <ac:spMk id="22" creationId="{ECD24278-CD42-D615-BA88-5912B8E29100}"/>
          </ac:spMkLst>
        </pc:spChg>
        <pc:spChg chg="add del mod">
          <ac:chgData name="Wu, Jun" userId="14dfc53e-eb89-4a9e-b8d8-7d198fff2519" providerId="ADAL" clId="{25D8C45B-B5F2-5040-834B-3166F4CFC0A9}" dt="2026-06-17T15:57:13.642" v="5095" actId="478"/>
          <ac:spMkLst>
            <pc:docMk/>
            <pc:sldMk cId="1193228974" sldId="276"/>
            <ac:spMk id="23" creationId="{7204B152-482C-F669-FEA1-A05FCB705812}"/>
          </ac:spMkLst>
        </pc:spChg>
        <pc:spChg chg="add del mod">
          <ac:chgData name="Wu, Jun" userId="14dfc53e-eb89-4a9e-b8d8-7d198fff2519" providerId="ADAL" clId="{25D8C45B-B5F2-5040-834B-3166F4CFC0A9}" dt="2026-06-17T15:57:13.642" v="5095" actId="478"/>
          <ac:spMkLst>
            <pc:docMk/>
            <pc:sldMk cId="1193228974" sldId="276"/>
            <ac:spMk id="24" creationId="{3A8621B5-1F2A-1449-6CAB-838B848FC874}"/>
          </ac:spMkLst>
        </pc:spChg>
        <pc:spChg chg="add del mod">
          <ac:chgData name="Wu, Jun" userId="14dfc53e-eb89-4a9e-b8d8-7d198fff2519" providerId="ADAL" clId="{25D8C45B-B5F2-5040-834B-3166F4CFC0A9}" dt="2026-06-17T15:57:13.642" v="5095" actId="478"/>
          <ac:spMkLst>
            <pc:docMk/>
            <pc:sldMk cId="1193228974" sldId="276"/>
            <ac:spMk id="25" creationId="{7A63F3F6-584C-9EB9-CC55-B013F20ACB33}"/>
          </ac:spMkLst>
        </pc:spChg>
        <pc:spChg chg="add del mod">
          <ac:chgData name="Wu, Jun" userId="14dfc53e-eb89-4a9e-b8d8-7d198fff2519" providerId="ADAL" clId="{25D8C45B-B5F2-5040-834B-3166F4CFC0A9}" dt="2026-06-17T15:57:13.642" v="5095" actId="478"/>
          <ac:spMkLst>
            <pc:docMk/>
            <pc:sldMk cId="1193228974" sldId="276"/>
            <ac:spMk id="26" creationId="{A57C5D96-16A8-C436-9C58-283A2D99C427}"/>
          </ac:spMkLst>
        </pc:spChg>
        <pc:spChg chg="add del mod">
          <ac:chgData name="Wu, Jun" userId="14dfc53e-eb89-4a9e-b8d8-7d198fff2519" providerId="ADAL" clId="{25D8C45B-B5F2-5040-834B-3166F4CFC0A9}" dt="2026-06-17T15:55:57.489" v="5082" actId="478"/>
          <ac:spMkLst>
            <pc:docMk/>
            <pc:sldMk cId="1193228974" sldId="276"/>
            <ac:spMk id="27" creationId="{CCA9D3FF-2B1C-C88E-C111-A6880324DAF0}"/>
          </ac:spMkLst>
        </pc:spChg>
        <pc:spChg chg="add del mod">
          <ac:chgData name="Wu, Jun" userId="14dfc53e-eb89-4a9e-b8d8-7d198fff2519" providerId="ADAL" clId="{25D8C45B-B5F2-5040-834B-3166F4CFC0A9}" dt="2026-06-17T15:55:57.489" v="5082" actId="478"/>
          <ac:spMkLst>
            <pc:docMk/>
            <pc:sldMk cId="1193228974" sldId="276"/>
            <ac:spMk id="28" creationId="{7BA5E7D0-8058-1220-D714-253E4C86A9AE}"/>
          </ac:spMkLst>
        </pc:spChg>
        <pc:spChg chg="add mod">
          <ac:chgData name="Wu, Jun" userId="14dfc53e-eb89-4a9e-b8d8-7d198fff2519" providerId="ADAL" clId="{25D8C45B-B5F2-5040-834B-3166F4CFC0A9}" dt="2026-06-17T15:58:38.507" v="5117" actId="14100"/>
          <ac:spMkLst>
            <pc:docMk/>
            <pc:sldMk cId="1193228974" sldId="276"/>
            <ac:spMk id="29" creationId="{AA2BDE9F-EB51-FECA-070E-CBE5E6E4513A}"/>
          </ac:spMkLst>
        </pc:spChg>
        <pc:spChg chg="add del mod">
          <ac:chgData name="Wu, Jun" userId="14dfc53e-eb89-4a9e-b8d8-7d198fff2519" providerId="ADAL" clId="{25D8C45B-B5F2-5040-834B-3166F4CFC0A9}" dt="2026-06-17T15:58:06.822" v="5114" actId="478"/>
          <ac:spMkLst>
            <pc:docMk/>
            <pc:sldMk cId="1193228974" sldId="276"/>
            <ac:spMk id="30" creationId="{965A0DD5-E7A7-D85D-B710-FBEDDB1A7351}"/>
          </ac:spMkLst>
        </pc:spChg>
        <pc:spChg chg="add del mod">
          <ac:chgData name="Wu, Jun" userId="14dfc53e-eb89-4a9e-b8d8-7d198fff2519" providerId="ADAL" clId="{25D8C45B-B5F2-5040-834B-3166F4CFC0A9}" dt="2026-06-17T15:59:16.923" v="5120" actId="478"/>
          <ac:spMkLst>
            <pc:docMk/>
            <pc:sldMk cId="1193228974" sldId="276"/>
            <ac:spMk id="31" creationId="{5486493F-5EF8-3B08-0C28-9F8743863AFD}"/>
          </ac:spMkLst>
        </pc:spChg>
        <pc:spChg chg="add del mod">
          <ac:chgData name="Wu, Jun" userId="14dfc53e-eb89-4a9e-b8d8-7d198fff2519" providerId="ADAL" clId="{25D8C45B-B5F2-5040-834B-3166F4CFC0A9}" dt="2026-06-17T15:59:16.923" v="5120" actId="478"/>
          <ac:spMkLst>
            <pc:docMk/>
            <pc:sldMk cId="1193228974" sldId="276"/>
            <ac:spMk id="32" creationId="{42D442FB-BAFC-D0D0-2ED5-603852E59D8F}"/>
          </ac:spMkLst>
        </pc:spChg>
        <pc:spChg chg="add del mod">
          <ac:chgData name="Wu, Jun" userId="14dfc53e-eb89-4a9e-b8d8-7d198fff2519" providerId="ADAL" clId="{25D8C45B-B5F2-5040-834B-3166F4CFC0A9}" dt="2026-06-17T15:59:16.923" v="5120" actId="478"/>
          <ac:spMkLst>
            <pc:docMk/>
            <pc:sldMk cId="1193228974" sldId="276"/>
            <ac:spMk id="33" creationId="{2D59F982-BC91-7CC9-61FC-08455A7820D8}"/>
          </ac:spMkLst>
        </pc:spChg>
        <pc:spChg chg="add del mod">
          <ac:chgData name="Wu, Jun" userId="14dfc53e-eb89-4a9e-b8d8-7d198fff2519" providerId="ADAL" clId="{25D8C45B-B5F2-5040-834B-3166F4CFC0A9}" dt="2026-06-17T15:59:16.923" v="5120" actId="478"/>
          <ac:spMkLst>
            <pc:docMk/>
            <pc:sldMk cId="1193228974" sldId="276"/>
            <ac:spMk id="34" creationId="{EBD71E90-B257-283A-59AC-7B92C126B42F}"/>
          </ac:spMkLst>
        </pc:spChg>
        <pc:spChg chg="add del mod">
          <ac:chgData name="Wu, Jun" userId="14dfc53e-eb89-4a9e-b8d8-7d198fff2519" providerId="ADAL" clId="{25D8C45B-B5F2-5040-834B-3166F4CFC0A9}" dt="2026-06-17T15:59:16.923" v="5120" actId="478"/>
          <ac:spMkLst>
            <pc:docMk/>
            <pc:sldMk cId="1193228974" sldId="276"/>
            <ac:spMk id="35" creationId="{FC8F1C77-857C-EBCE-B414-460C04EC9727}"/>
          </ac:spMkLst>
        </pc:spChg>
        <pc:spChg chg="add del mod">
          <ac:chgData name="Wu, Jun" userId="14dfc53e-eb89-4a9e-b8d8-7d198fff2519" providerId="ADAL" clId="{25D8C45B-B5F2-5040-834B-3166F4CFC0A9}" dt="2026-06-17T15:59:16.923" v="5120" actId="478"/>
          <ac:spMkLst>
            <pc:docMk/>
            <pc:sldMk cId="1193228974" sldId="276"/>
            <ac:spMk id="36" creationId="{2D338956-020B-BD27-1C91-8546C0AF01A9}"/>
          </ac:spMkLst>
        </pc:spChg>
        <pc:spChg chg="add del mod">
          <ac:chgData name="Wu, Jun" userId="14dfc53e-eb89-4a9e-b8d8-7d198fff2519" providerId="ADAL" clId="{25D8C45B-B5F2-5040-834B-3166F4CFC0A9}" dt="2026-06-17T15:59:16.923" v="5120" actId="478"/>
          <ac:spMkLst>
            <pc:docMk/>
            <pc:sldMk cId="1193228974" sldId="276"/>
            <ac:spMk id="37" creationId="{7E42AE33-0BF3-AEFF-D040-A49705433E7E}"/>
          </ac:spMkLst>
        </pc:spChg>
        <pc:spChg chg="add del mod">
          <ac:chgData name="Wu, Jun" userId="14dfc53e-eb89-4a9e-b8d8-7d198fff2519" providerId="ADAL" clId="{25D8C45B-B5F2-5040-834B-3166F4CFC0A9}" dt="2026-06-17T15:59:16.923" v="5120" actId="478"/>
          <ac:spMkLst>
            <pc:docMk/>
            <pc:sldMk cId="1193228974" sldId="276"/>
            <ac:spMk id="38" creationId="{194E2485-BFB8-1B38-6905-4BE2E7C0CBEB}"/>
          </ac:spMkLst>
        </pc:spChg>
        <pc:spChg chg="add del mod">
          <ac:chgData name="Wu, Jun" userId="14dfc53e-eb89-4a9e-b8d8-7d198fff2519" providerId="ADAL" clId="{25D8C45B-B5F2-5040-834B-3166F4CFC0A9}" dt="2026-06-17T15:59:16.923" v="5120" actId="478"/>
          <ac:spMkLst>
            <pc:docMk/>
            <pc:sldMk cId="1193228974" sldId="276"/>
            <ac:spMk id="39" creationId="{BDF6DCCB-9657-7E35-C0CD-CE010EC2D290}"/>
          </ac:spMkLst>
        </pc:spChg>
        <pc:spChg chg="add del mod">
          <ac:chgData name="Wu, Jun" userId="14dfc53e-eb89-4a9e-b8d8-7d198fff2519" providerId="ADAL" clId="{25D8C45B-B5F2-5040-834B-3166F4CFC0A9}" dt="2026-06-17T15:59:16.923" v="5120" actId="478"/>
          <ac:spMkLst>
            <pc:docMk/>
            <pc:sldMk cId="1193228974" sldId="276"/>
            <ac:spMk id="40" creationId="{E366B90F-2D4B-8A4F-224F-5FC6938BE237}"/>
          </ac:spMkLst>
        </pc:spChg>
        <pc:spChg chg="add del mod">
          <ac:chgData name="Wu, Jun" userId="14dfc53e-eb89-4a9e-b8d8-7d198fff2519" providerId="ADAL" clId="{25D8C45B-B5F2-5040-834B-3166F4CFC0A9}" dt="2026-06-17T15:59:16.923" v="5120" actId="478"/>
          <ac:spMkLst>
            <pc:docMk/>
            <pc:sldMk cId="1193228974" sldId="276"/>
            <ac:spMk id="41" creationId="{0A444150-B5A6-6C56-AAC1-2BC363052089}"/>
          </ac:spMkLst>
        </pc:spChg>
        <pc:spChg chg="add del mod">
          <ac:chgData name="Wu, Jun" userId="14dfc53e-eb89-4a9e-b8d8-7d198fff2519" providerId="ADAL" clId="{25D8C45B-B5F2-5040-834B-3166F4CFC0A9}" dt="2026-06-17T15:59:16.923" v="5120" actId="478"/>
          <ac:spMkLst>
            <pc:docMk/>
            <pc:sldMk cId="1193228974" sldId="276"/>
            <ac:spMk id="42" creationId="{E4E34623-3724-7530-15C5-21020227A5B0}"/>
          </ac:spMkLst>
        </pc:spChg>
        <pc:spChg chg="add del mod">
          <ac:chgData name="Wu, Jun" userId="14dfc53e-eb89-4a9e-b8d8-7d198fff2519" providerId="ADAL" clId="{25D8C45B-B5F2-5040-834B-3166F4CFC0A9}" dt="2026-06-17T15:59:16.923" v="5120" actId="478"/>
          <ac:spMkLst>
            <pc:docMk/>
            <pc:sldMk cId="1193228974" sldId="276"/>
            <ac:spMk id="43" creationId="{28A07069-BD7B-FDAF-3355-7E986C87EBD7}"/>
          </ac:spMkLst>
        </pc:spChg>
        <pc:spChg chg="add del mod">
          <ac:chgData name="Wu, Jun" userId="14dfc53e-eb89-4a9e-b8d8-7d198fff2519" providerId="ADAL" clId="{25D8C45B-B5F2-5040-834B-3166F4CFC0A9}" dt="2026-06-17T15:59:16.923" v="5120" actId="478"/>
          <ac:spMkLst>
            <pc:docMk/>
            <pc:sldMk cId="1193228974" sldId="276"/>
            <ac:spMk id="44" creationId="{BF963F66-B3F9-3244-E1F2-5162AE9826C0}"/>
          </ac:spMkLst>
        </pc:spChg>
        <pc:spChg chg="add del mod">
          <ac:chgData name="Wu, Jun" userId="14dfc53e-eb89-4a9e-b8d8-7d198fff2519" providerId="ADAL" clId="{25D8C45B-B5F2-5040-834B-3166F4CFC0A9}" dt="2026-06-17T15:59:16.923" v="5120" actId="478"/>
          <ac:spMkLst>
            <pc:docMk/>
            <pc:sldMk cId="1193228974" sldId="276"/>
            <ac:spMk id="45" creationId="{5352195E-D506-8EBF-9A5E-520AE8DF5828}"/>
          </ac:spMkLst>
        </pc:spChg>
        <pc:spChg chg="add del mod">
          <ac:chgData name="Wu, Jun" userId="14dfc53e-eb89-4a9e-b8d8-7d198fff2519" providerId="ADAL" clId="{25D8C45B-B5F2-5040-834B-3166F4CFC0A9}" dt="2026-06-17T15:59:16.923" v="5120" actId="478"/>
          <ac:spMkLst>
            <pc:docMk/>
            <pc:sldMk cId="1193228974" sldId="276"/>
            <ac:spMk id="46" creationId="{C6CDA038-9689-E050-0249-DD1ECE1A5C26}"/>
          </ac:spMkLst>
        </pc:spChg>
        <pc:spChg chg="add del mod">
          <ac:chgData name="Wu, Jun" userId="14dfc53e-eb89-4a9e-b8d8-7d198fff2519" providerId="ADAL" clId="{25D8C45B-B5F2-5040-834B-3166F4CFC0A9}" dt="2026-06-17T15:59:16.923" v="5120" actId="478"/>
          <ac:spMkLst>
            <pc:docMk/>
            <pc:sldMk cId="1193228974" sldId="276"/>
            <ac:spMk id="47" creationId="{831E6094-0720-675E-828C-90BB107A4C37}"/>
          </ac:spMkLst>
        </pc:spChg>
        <pc:spChg chg="add del mod">
          <ac:chgData name="Wu, Jun" userId="14dfc53e-eb89-4a9e-b8d8-7d198fff2519" providerId="ADAL" clId="{25D8C45B-B5F2-5040-834B-3166F4CFC0A9}" dt="2026-06-17T15:59:16.923" v="5120" actId="478"/>
          <ac:spMkLst>
            <pc:docMk/>
            <pc:sldMk cId="1193228974" sldId="276"/>
            <ac:spMk id="48" creationId="{BC1722C3-9F30-54FC-B4CD-ACAE6FA58D7E}"/>
          </ac:spMkLst>
        </pc:spChg>
        <pc:spChg chg="add del mod">
          <ac:chgData name="Wu, Jun" userId="14dfc53e-eb89-4a9e-b8d8-7d198fff2519" providerId="ADAL" clId="{25D8C45B-B5F2-5040-834B-3166F4CFC0A9}" dt="2026-06-17T15:59:16.923" v="5120" actId="478"/>
          <ac:spMkLst>
            <pc:docMk/>
            <pc:sldMk cId="1193228974" sldId="276"/>
            <ac:spMk id="49" creationId="{2FB75F2B-6F2D-F19D-3B17-2EB8389F662C}"/>
          </ac:spMkLst>
        </pc:spChg>
        <pc:spChg chg="add del mod">
          <ac:chgData name="Wu, Jun" userId="14dfc53e-eb89-4a9e-b8d8-7d198fff2519" providerId="ADAL" clId="{25D8C45B-B5F2-5040-834B-3166F4CFC0A9}" dt="2026-06-17T15:59:16.923" v="5120" actId="478"/>
          <ac:spMkLst>
            <pc:docMk/>
            <pc:sldMk cId="1193228974" sldId="276"/>
            <ac:spMk id="50" creationId="{3FB9F11D-FB23-2D24-B71F-A50DC4F610E8}"/>
          </ac:spMkLst>
        </pc:spChg>
        <pc:spChg chg="add del mod">
          <ac:chgData name="Wu, Jun" userId="14dfc53e-eb89-4a9e-b8d8-7d198fff2519" providerId="ADAL" clId="{25D8C45B-B5F2-5040-834B-3166F4CFC0A9}" dt="2026-06-17T15:59:16.923" v="5120" actId="478"/>
          <ac:spMkLst>
            <pc:docMk/>
            <pc:sldMk cId="1193228974" sldId="276"/>
            <ac:spMk id="51" creationId="{70E227F9-A807-041F-6AE5-AAB1477D4C55}"/>
          </ac:spMkLst>
        </pc:spChg>
        <pc:spChg chg="add del mod">
          <ac:chgData name="Wu, Jun" userId="14dfc53e-eb89-4a9e-b8d8-7d198fff2519" providerId="ADAL" clId="{25D8C45B-B5F2-5040-834B-3166F4CFC0A9}" dt="2026-06-17T15:59:16.923" v="5120" actId="478"/>
          <ac:spMkLst>
            <pc:docMk/>
            <pc:sldMk cId="1193228974" sldId="276"/>
            <ac:spMk id="52" creationId="{5A6EA3A7-BC72-A7F6-DE51-D8F1E537F77A}"/>
          </ac:spMkLst>
        </pc:spChg>
        <pc:spChg chg="add del mod">
          <ac:chgData name="Wu, Jun" userId="14dfc53e-eb89-4a9e-b8d8-7d198fff2519" providerId="ADAL" clId="{25D8C45B-B5F2-5040-834B-3166F4CFC0A9}" dt="2026-06-17T15:59:16.923" v="5120" actId="478"/>
          <ac:spMkLst>
            <pc:docMk/>
            <pc:sldMk cId="1193228974" sldId="276"/>
            <ac:spMk id="53" creationId="{C34B0CF8-F8D2-822B-283B-7C1D25A94D14}"/>
          </ac:spMkLst>
        </pc:spChg>
        <pc:spChg chg="add del mod">
          <ac:chgData name="Wu, Jun" userId="14dfc53e-eb89-4a9e-b8d8-7d198fff2519" providerId="ADAL" clId="{25D8C45B-B5F2-5040-834B-3166F4CFC0A9}" dt="2026-06-17T15:59:16.923" v="5120" actId="478"/>
          <ac:spMkLst>
            <pc:docMk/>
            <pc:sldMk cId="1193228974" sldId="276"/>
            <ac:spMk id="54" creationId="{33D52C9D-F91E-4F54-1AF0-3494F18B2887}"/>
          </ac:spMkLst>
        </pc:spChg>
        <pc:spChg chg="add mod">
          <ac:chgData name="Wu, Jun" userId="14dfc53e-eb89-4a9e-b8d8-7d198fff2519" providerId="ADAL" clId="{25D8C45B-B5F2-5040-834B-3166F4CFC0A9}" dt="2026-06-17T15:59:26.582" v="5122" actId="1076"/>
          <ac:spMkLst>
            <pc:docMk/>
            <pc:sldMk cId="1193228974" sldId="276"/>
            <ac:spMk id="55" creationId="{54C8BA96-EA82-E85F-692A-E0BFE3DF83C7}"/>
          </ac:spMkLst>
        </pc:spChg>
        <pc:spChg chg="add mod">
          <ac:chgData name="Wu, Jun" userId="14dfc53e-eb89-4a9e-b8d8-7d198fff2519" providerId="ADAL" clId="{25D8C45B-B5F2-5040-834B-3166F4CFC0A9}" dt="2026-06-17T15:59:26.582" v="5122" actId="1076"/>
          <ac:spMkLst>
            <pc:docMk/>
            <pc:sldMk cId="1193228974" sldId="276"/>
            <ac:spMk id="56" creationId="{23D641E9-B0A3-BAA6-3062-B92E8553E8A0}"/>
          </ac:spMkLst>
        </pc:spChg>
        <pc:spChg chg="add mod">
          <ac:chgData name="Wu, Jun" userId="14dfc53e-eb89-4a9e-b8d8-7d198fff2519" providerId="ADAL" clId="{25D8C45B-B5F2-5040-834B-3166F4CFC0A9}" dt="2026-06-17T15:59:26.582" v="5122" actId="1076"/>
          <ac:spMkLst>
            <pc:docMk/>
            <pc:sldMk cId="1193228974" sldId="276"/>
            <ac:spMk id="57" creationId="{D8140682-5F18-11C9-477C-0C8CED42281A}"/>
          </ac:spMkLst>
        </pc:spChg>
        <pc:spChg chg="add mod">
          <ac:chgData name="Wu, Jun" userId="14dfc53e-eb89-4a9e-b8d8-7d198fff2519" providerId="ADAL" clId="{25D8C45B-B5F2-5040-834B-3166F4CFC0A9}" dt="2026-06-17T15:59:26.582" v="5122" actId="1076"/>
          <ac:spMkLst>
            <pc:docMk/>
            <pc:sldMk cId="1193228974" sldId="276"/>
            <ac:spMk id="58" creationId="{43C25F9A-AFBC-4539-0421-C80960945E20}"/>
          </ac:spMkLst>
        </pc:spChg>
        <pc:spChg chg="add mod">
          <ac:chgData name="Wu, Jun" userId="14dfc53e-eb89-4a9e-b8d8-7d198fff2519" providerId="ADAL" clId="{25D8C45B-B5F2-5040-834B-3166F4CFC0A9}" dt="2026-06-17T15:59:26.582" v="5122" actId="1076"/>
          <ac:spMkLst>
            <pc:docMk/>
            <pc:sldMk cId="1193228974" sldId="276"/>
            <ac:spMk id="59" creationId="{3228E301-9A0C-F226-08E6-B473BCF10F17}"/>
          </ac:spMkLst>
        </pc:spChg>
        <pc:spChg chg="add mod">
          <ac:chgData name="Wu, Jun" userId="14dfc53e-eb89-4a9e-b8d8-7d198fff2519" providerId="ADAL" clId="{25D8C45B-B5F2-5040-834B-3166F4CFC0A9}" dt="2026-06-17T15:59:26.582" v="5122" actId="1076"/>
          <ac:spMkLst>
            <pc:docMk/>
            <pc:sldMk cId="1193228974" sldId="276"/>
            <ac:spMk id="60" creationId="{FB34B93C-42B0-F7F4-E19F-D4003D6AA843}"/>
          </ac:spMkLst>
        </pc:spChg>
        <pc:spChg chg="add mod">
          <ac:chgData name="Wu, Jun" userId="14dfc53e-eb89-4a9e-b8d8-7d198fff2519" providerId="ADAL" clId="{25D8C45B-B5F2-5040-834B-3166F4CFC0A9}" dt="2026-06-17T15:59:26.582" v="5122" actId="1076"/>
          <ac:spMkLst>
            <pc:docMk/>
            <pc:sldMk cId="1193228974" sldId="276"/>
            <ac:spMk id="63" creationId="{59F3E5D2-EE67-F692-5632-8D60C427E29C}"/>
          </ac:spMkLst>
        </pc:spChg>
        <pc:spChg chg="add mod">
          <ac:chgData name="Wu, Jun" userId="14dfc53e-eb89-4a9e-b8d8-7d198fff2519" providerId="ADAL" clId="{25D8C45B-B5F2-5040-834B-3166F4CFC0A9}" dt="2026-06-17T15:59:26.582" v="5122" actId="1076"/>
          <ac:spMkLst>
            <pc:docMk/>
            <pc:sldMk cId="1193228974" sldId="276"/>
            <ac:spMk id="64" creationId="{ED2A8533-9457-4574-0040-E66C6D58EFB5}"/>
          </ac:spMkLst>
        </pc:spChg>
        <pc:spChg chg="add mod">
          <ac:chgData name="Wu, Jun" userId="14dfc53e-eb89-4a9e-b8d8-7d198fff2519" providerId="ADAL" clId="{25D8C45B-B5F2-5040-834B-3166F4CFC0A9}" dt="2026-06-17T15:59:26.582" v="5122" actId="1076"/>
          <ac:spMkLst>
            <pc:docMk/>
            <pc:sldMk cId="1193228974" sldId="276"/>
            <ac:spMk id="65" creationId="{B1C7E860-2D81-2475-C04D-91A304CC5FBB}"/>
          </ac:spMkLst>
        </pc:spChg>
        <pc:spChg chg="add mod">
          <ac:chgData name="Wu, Jun" userId="14dfc53e-eb89-4a9e-b8d8-7d198fff2519" providerId="ADAL" clId="{25D8C45B-B5F2-5040-834B-3166F4CFC0A9}" dt="2026-06-17T16:05:20.193" v="5263" actId="1036"/>
          <ac:spMkLst>
            <pc:docMk/>
            <pc:sldMk cId="1193228974" sldId="276"/>
            <ac:spMk id="66" creationId="{D41069C5-07BC-929B-65FE-0D7AF7A366D6}"/>
          </ac:spMkLst>
        </pc:spChg>
        <pc:spChg chg="add mod">
          <ac:chgData name="Wu, Jun" userId="14dfc53e-eb89-4a9e-b8d8-7d198fff2519" providerId="ADAL" clId="{25D8C45B-B5F2-5040-834B-3166F4CFC0A9}" dt="2026-06-17T16:05:20.193" v="5263" actId="1036"/>
          <ac:spMkLst>
            <pc:docMk/>
            <pc:sldMk cId="1193228974" sldId="276"/>
            <ac:spMk id="67" creationId="{C267BC72-A934-EDB2-CB97-8A243ED90A96}"/>
          </ac:spMkLst>
        </pc:spChg>
        <pc:spChg chg="add mod">
          <ac:chgData name="Wu, Jun" userId="14dfc53e-eb89-4a9e-b8d8-7d198fff2519" providerId="ADAL" clId="{25D8C45B-B5F2-5040-834B-3166F4CFC0A9}" dt="2026-06-17T16:05:20.193" v="5263" actId="1036"/>
          <ac:spMkLst>
            <pc:docMk/>
            <pc:sldMk cId="1193228974" sldId="276"/>
            <ac:spMk id="68" creationId="{63E048C4-F458-F212-CB84-ADFEE23FE967}"/>
          </ac:spMkLst>
        </pc:spChg>
        <pc:spChg chg="add mod">
          <ac:chgData name="Wu, Jun" userId="14dfc53e-eb89-4a9e-b8d8-7d198fff2519" providerId="ADAL" clId="{25D8C45B-B5F2-5040-834B-3166F4CFC0A9}" dt="2026-06-17T16:05:20.193" v="5263" actId="1036"/>
          <ac:spMkLst>
            <pc:docMk/>
            <pc:sldMk cId="1193228974" sldId="276"/>
            <ac:spMk id="69" creationId="{F5B7BB6A-969D-87BC-A676-D60C12B85B0C}"/>
          </ac:spMkLst>
        </pc:spChg>
        <pc:spChg chg="add mod">
          <ac:chgData name="Wu, Jun" userId="14dfc53e-eb89-4a9e-b8d8-7d198fff2519" providerId="ADAL" clId="{25D8C45B-B5F2-5040-834B-3166F4CFC0A9}" dt="2026-06-17T16:05:20.193" v="5263" actId="1036"/>
          <ac:spMkLst>
            <pc:docMk/>
            <pc:sldMk cId="1193228974" sldId="276"/>
            <ac:spMk id="70" creationId="{2997391F-3A8D-D7A7-F273-47A4FED7418A}"/>
          </ac:spMkLst>
        </pc:spChg>
        <pc:spChg chg="add mod">
          <ac:chgData name="Wu, Jun" userId="14dfc53e-eb89-4a9e-b8d8-7d198fff2519" providerId="ADAL" clId="{25D8C45B-B5F2-5040-834B-3166F4CFC0A9}" dt="2026-06-17T16:05:20.193" v="5263" actId="1036"/>
          <ac:spMkLst>
            <pc:docMk/>
            <pc:sldMk cId="1193228974" sldId="276"/>
            <ac:spMk id="71" creationId="{DAE952BE-025E-89C4-0199-D71289BFA7EA}"/>
          </ac:spMkLst>
        </pc:spChg>
        <pc:spChg chg="add del mod">
          <ac:chgData name="Wu, Jun" userId="14dfc53e-eb89-4a9e-b8d8-7d198fff2519" providerId="ADAL" clId="{25D8C45B-B5F2-5040-834B-3166F4CFC0A9}" dt="2026-06-17T16:03:44.581" v="5215" actId="478"/>
          <ac:spMkLst>
            <pc:docMk/>
            <pc:sldMk cId="1193228974" sldId="276"/>
            <ac:spMk id="72" creationId="{490B27AD-0DE8-4F98-E01A-F610A3448F24}"/>
          </ac:spMkLst>
        </pc:spChg>
        <pc:spChg chg="add mod">
          <ac:chgData name="Wu, Jun" userId="14dfc53e-eb89-4a9e-b8d8-7d198fff2519" providerId="ADAL" clId="{25D8C45B-B5F2-5040-834B-3166F4CFC0A9}" dt="2026-06-17T16:05:02.605" v="5249" actId="12789"/>
          <ac:spMkLst>
            <pc:docMk/>
            <pc:sldMk cId="1193228974" sldId="276"/>
            <ac:spMk id="73" creationId="{3DF6306D-2522-D17E-5A41-311A3396B3CE}"/>
          </ac:spMkLst>
        </pc:spChg>
        <pc:spChg chg="add del mod">
          <ac:chgData name="Wu, Jun" userId="14dfc53e-eb89-4a9e-b8d8-7d198fff2519" providerId="ADAL" clId="{25D8C45B-B5F2-5040-834B-3166F4CFC0A9}" dt="2026-06-17T16:04:15.158" v="5230" actId="478"/>
          <ac:spMkLst>
            <pc:docMk/>
            <pc:sldMk cId="1193228974" sldId="276"/>
            <ac:spMk id="74" creationId="{C3F1B33A-BC75-CB56-58C4-4E4A3993E097}"/>
          </ac:spMkLst>
        </pc:spChg>
        <pc:spChg chg="add mod">
          <ac:chgData name="Wu, Jun" userId="14dfc53e-eb89-4a9e-b8d8-7d198fff2519" providerId="ADAL" clId="{25D8C45B-B5F2-5040-834B-3166F4CFC0A9}" dt="2026-06-17T16:05:02.605" v="5249" actId="12789"/>
          <ac:spMkLst>
            <pc:docMk/>
            <pc:sldMk cId="1193228974" sldId="276"/>
            <ac:spMk id="75" creationId="{72C2EB42-3E79-E4BC-D6FB-3089D6740757}"/>
          </ac:spMkLst>
        </pc:spChg>
        <pc:spChg chg="add del mod">
          <ac:chgData name="Wu, Jun" userId="14dfc53e-eb89-4a9e-b8d8-7d198fff2519" providerId="ADAL" clId="{25D8C45B-B5F2-5040-834B-3166F4CFC0A9}" dt="2026-06-17T16:04:32.903" v="5235" actId="478"/>
          <ac:spMkLst>
            <pc:docMk/>
            <pc:sldMk cId="1193228974" sldId="276"/>
            <ac:spMk id="76" creationId="{0A5E8E19-2CFE-E32F-8454-634BCFC14170}"/>
          </ac:spMkLst>
        </pc:spChg>
        <pc:spChg chg="add mod">
          <ac:chgData name="Wu, Jun" userId="14dfc53e-eb89-4a9e-b8d8-7d198fff2519" providerId="ADAL" clId="{25D8C45B-B5F2-5040-834B-3166F4CFC0A9}" dt="2026-06-17T16:05:02.605" v="5249" actId="12789"/>
          <ac:spMkLst>
            <pc:docMk/>
            <pc:sldMk cId="1193228974" sldId="276"/>
            <ac:spMk id="77" creationId="{1738C735-B9CA-2E68-D392-91079F5E72E6}"/>
          </ac:spMkLst>
        </pc:spChg>
        <pc:spChg chg="mod">
          <ac:chgData name="Wu, Jun" userId="14dfc53e-eb89-4a9e-b8d8-7d198fff2519" providerId="ADAL" clId="{25D8C45B-B5F2-5040-834B-3166F4CFC0A9}" dt="2026-06-17T06:39:58.183" v="3511"/>
          <ac:spMkLst>
            <pc:docMk/>
            <pc:sldMk cId="1193228974" sldId="276"/>
            <ac:spMk id="113" creationId="{DCED3461-75C7-A207-D40E-31582257CD6C}"/>
          </ac:spMkLst>
        </pc:spChg>
        <pc:cxnChg chg="add mod">
          <ac:chgData name="Wu, Jun" userId="14dfc53e-eb89-4a9e-b8d8-7d198fff2519" providerId="ADAL" clId="{25D8C45B-B5F2-5040-834B-3166F4CFC0A9}" dt="2026-06-17T15:59:26.582" v="5122" actId="1076"/>
          <ac:cxnSpMkLst>
            <pc:docMk/>
            <pc:sldMk cId="1193228974" sldId="276"/>
            <ac:cxnSpMk id="61" creationId="{644A2A41-6454-FFEC-6A06-8F48E493CB4D}"/>
          </ac:cxnSpMkLst>
        </pc:cxnChg>
        <pc:cxnChg chg="add mod">
          <ac:chgData name="Wu, Jun" userId="14dfc53e-eb89-4a9e-b8d8-7d198fff2519" providerId="ADAL" clId="{25D8C45B-B5F2-5040-834B-3166F4CFC0A9}" dt="2026-06-17T15:59:26.582" v="5122" actId="1076"/>
          <ac:cxnSpMkLst>
            <pc:docMk/>
            <pc:sldMk cId="1193228974" sldId="276"/>
            <ac:cxnSpMk id="62" creationId="{E3390A55-1B4F-4B7C-647D-600F035A8EBA}"/>
          </ac:cxnSpMkLst>
        </pc:cxnChg>
      </pc:sldChg>
      <pc:sldChg chg="addSp delSp modSp add mod">
        <pc:chgData name="Wu, Jun" userId="14dfc53e-eb89-4a9e-b8d8-7d198fff2519" providerId="ADAL" clId="{25D8C45B-B5F2-5040-834B-3166F4CFC0A9}" dt="2026-06-17T14:50:00.640" v="4462" actId="1037"/>
        <pc:sldMkLst>
          <pc:docMk/>
          <pc:sldMk cId="1937676367" sldId="277"/>
        </pc:sldMkLst>
        <pc:spChg chg="add mod">
          <ac:chgData name="Wu, Jun" userId="14dfc53e-eb89-4a9e-b8d8-7d198fff2519" providerId="ADAL" clId="{25D8C45B-B5F2-5040-834B-3166F4CFC0A9}" dt="2026-06-17T06:42:09.785" v="3532" actId="14100"/>
          <ac:spMkLst>
            <pc:docMk/>
            <pc:sldMk cId="1937676367" sldId="277"/>
            <ac:spMk id="5" creationId="{CFE9F2C1-71A2-0172-BA14-7EFCB4F45FC9}"/>
          </ac:spMkLst>
        </pc:spChg>
        <pc:spChg chg="add mod">
          <ac:chgData name="Wu, Jun" userId="14dfc53e-eb89-4a9e-b8d8-7d198fff2519" providerId="ADAL" clId="{25D8C45B-B5F2-5040-834B-3166F4CFC0A9}" dt="2026-06-17T06:42:09.785" v="3532" actId="14100"/>
          <ac:spMkLst>
            <pc:docMk/>
            <pc:sldMk cId="1937676367" sldId="277"/>
            <ac:spMk id="6" creationId="{9C4B1772-E8B4-40CE-89EF-9620697A947C}"/>
          </ac:spMkLst>
        </pc:spChg>
        <pc:spChg chg="add mod">
          <ac:chgData name="Wu, Jun" userId="14dfc53e-eb89-4a9e-b8d8-7d198fff2519" providerId="ADAL" clId="{25D8C45B-B5F2-5040-834B-3166F4CFC0A9}" dt="2026-06-17T06:42:09.785" v="3532" actId="14100"/>
          <ac:spMkLst>
            <pc:docMk/>
            <pc:sldMk cId="1937676367" sldId="277"/>
            <ac:spMk id="7" creationId="{E172BC14-665C-56F3-E56F-4601CE589955}"/>
          </ac:spMkLst>
        </pc:spChg>
        <pc:spChg chg="add mod">
          <ac:chgData name="Wu, Jun" userId="14dfc53e-eb89-4a9e-b8d8-7d198fff2519" providerId="ADAL" clId="{25D8C45B-B5F2-5040-834B-3166F4CFC0A9}" dt="2026-06-17T06:43:03.268" v="3541" actId="404"/>
          <ac:spMkLst>
            <pc:docMk/>
            <pc:sldMk cId="1937676367" sldId="277"/>
            <ac:spMk id="19" creationId="{B452DF89-2EE9-2CB0-C9D8-311DC0C66279}"/>
          </ac:spMkLst>
        </pc:spChg>
        <pc:spChg chg="add mod">
          <ac:chgData name="Wu, Jun" userId="14dfc53e-eb89-4a9e-b8d8-7d198fff2519" providerId="ADAL" clId="{25D8C45B-B5F2-5040-834B-3166F4CFC0A9}" dt="2026-06-17T06:48:41.382" v="3737" actId="20577"/>
          <ac:spMkLst>
            <pc:docMk/>
            <pc:sldMk cId="1937676367" sldId="277"/>
            <ac:spMk id="20" creationId="{5FF4A7A7-A53B-8026-CE4F-CFDAF4AE5157}"/>
          </ac:spMkLst>
        </pc:spChg>
        <pc:spChg chg="mod">
          <ac:chgData name="Wu, Jun" userId="14dfc53e-eb89-4a9e-b8d8-7d198fff2519" providerId="ADAL" clId="{25D8C45B-B5F2-5040-834B-3166F4CFC0A9}" dt="2026-06-17T06:48:01.340" v="3717"/>
          <ac:spMkLst>
            <pc:docMk/>
            <pc:sldMk cId="1937676367" sldId="277"/>
            <ac:spMk id="22" creationId="{2857126E-7638-88F2-EA4B-E4FD7D3B597D}"/>
          </ac:spMkLst>
        </pc:spChg>
        <pc:spChg chg="mod">
          <ac:chgData name="Wu, Jun" userId="14dfc53e-eb89-4a9e-b8d8-7d198fff2519" providerId="ADAL" clId="{25D8C45B-B5F2-5040-834B-3166F4CFC0A9}" dt="2026-06-17T06:48:01.340" v="3717"/>
          <ac:spMkLst>
            <pc:docMk/>
            <pc:sldMk cId="1937676367" sldId="277"/>
            <ac:spMk id="23" creationId="{A2530054-F05D-3E9C-49D7-07A96A2722F0}"/>
          </ac:spMkLst>
        </pc:spChg>
        <pc:spChg chg="mod">
          <ac:chgData name="Wu, Jun" userId="14dfc53e-eb89-4a9e-b8d8-7d198fff2519" providerId="ADAL" clId="{25D8C45B-B5F2-5040-834B-3166F4CFC0A9}" dt="2026-06-17T06:48:18.270" v="3720"/>
          <ac:spMkLst>
            <pc:docMk/>
            <pc:sldMk cId="1937676367" sldId="277"/>
            <ac:spMk id="25" creationId="{625280DB-3EFA-DDFF-29F0-B8F99432649B}"/>
          </ac:spMkLst>
        </pc:spChg>
        <pc:spChg chg="mod">
          <ac:chgData name="Wu, Jun" userId="14dfc53e-eb89-4a9e-b8d8-7d198fff2519" providerId="ADAL" clId="{25D8C45B-B5F2-5040-834B-3166F4CFC0A9}" dt="2026-06-17T06:52:41.332" v="3755" actId="113"/>
          <ac:spMkLst>
            <pc:docMk/>
            <pc:sldMk cId="1937676367" sldId="277"/>
            <ac:spMk id="26" creationId="{1AC33974-FC24-4E15-5528-2945FE5F2D9A}"/>
          </ac:spMkLst>
        </pc:spChg>
        <pc:spChg chg="mod">
          <ac:chgData name="Wu, Jun" userId="14dfc53e-eb89-4a9e-b8d8-7d198fff2519" providerId="ADAL" clId="{25D8C45B-B5F2-5040-834B-3166F4CFC0A9}" dt="2026-06-17T06:41:06.473" v="3522" actId="20577"/>
          <ac:spMkLst>
            <pc:docMk/>
            <pc:sldMk cId="1937676367" sldId="277"/>
            <ac:spMk id="113" creationId="{38D3B9D8-D935-1C94-73C4-6E426956024B}"/>
          </ac:spMkLst>
        </pc:spChg>
        <pc:grpChg chg="add del mod">
          <ac:chgData name="Wu, Jun" userId="14dfc53e-eb89-4a9e-b8d8-7d198fff2519" providerId="ADAL" clId="{25D8C45B-B5F2-5040-834B-3166F4CFC0A9}" dt="2026-06-17T06:42:30.913" v="3533" actId="478"/>
          <ac:grpSpMkLst>
            <pc:docMk/>
            <pc:sldMk cId="1937676367" sldId="277"/>
            <ac:grpSpMk id="16" creationId="{1C7ECAC3-514D-723E-6E63-E0BB32C731F2}"/>
          </ac:grpSpMkLst>
        </pc:grpChg>
        <pc:grpChg chg="add mod">
          <ac:chgData name="Wu, Jun" userId="14dfc53e-eb89-4a9e-b8d8-7d198fff2519" providerId="ADAL" clId="{25D8C45B-B5F2-5040-834B-3166F4CFC0A9}" dt="2026-06-17T14:50:00.640" v="4462" actId="1037"/>
          <ac:grpSpMkLst>
            <pc:docMk/>
            <pc:sldMk cId="1937676367" sldId="277"/>
            <ac:grpSpMk id="18" creationId="{CA22574E-CC46-E841-CE2F-8CC6C7AD7772}"/>
          </ac:grpSpMkLst>
        </pc:grpChg>
        <pc:grpChg chg="add mod">
          <ac:chgData name="Wu, Jun" userId="14dfc53e-eb89-4a9e-b8d8-7d198fff2519" providerId="ADAL" clId="{25D8C45B-B5F2-5040-834B-3166F4CFC0A9}" dt="2026-06-17T06:48:01.340" v="3717"/>
          <ac:grpSpMkLst>
            <pc:docMk/>
            <pc:sldMk cId="1937676367" sldId="277"/>
            <ac:grpSpMk id="21" creationId="{838A0502-12FD-3EF8-3866-07850CB5F9D8}"/>
          </ac:grpSpMkLst>
        </pc:grpChg>
        <pc:grpChg chg="add mod">
          <ac:chgData name="Wu, Jun" userId="14dfc53e-eb89-4a9e-b8d8-7d198fff2519" providerId="ADAL" clId="{25D8C45B-B5F2-5040-834B-3166F4CFC0A9}" dt="2026-06-17T14:50:00.640" v="4462" actId="1037"/>
          <ac:grpSpMkLst>
            <pc:docMk/>
            <pc:sldMk cId="1937676367" sldId="277"/>
            <ac:grpSpMk id="24" creationId="{B514FBF9-B566-C3B0-CFDF-E78BEB4A673F}"/>
          </ac:grpSpMkLst>
        </pc:grpChg>
        <pc:graphicFrameChg chg="add mod">
          <ac:chgData name="Wu, Jun" userId="14dfc53e-eb89-4a9e-b8d8-7d198fff2519" providerId="ADAL" clId="{25D8C45B-B5F2-5040-834B-3166F4CFC0A9}" dt="2026-06-17T06:42:09.785" v="3532" actId="14100"/>
          <ac:graphicFrameMkLst>
            <pc:docMk/>
            <pc:sldMk cId="1937676367" sldId="277"/>
            <ac:graphicFrameMk id="2" creationId="{CD8489F2-A9A4-E251-5868-1ACC5C94A943}"/>
          </ac:graphicFrameMkLst>
        </pc:graphicFrameChg>
        <pc:picChg chg="add mod">
          <ac:chgData name="Wu, Jun" userId="14dfc53e-eb89-4a9e-b8d8-7d198fff2519" providerId="ADAL" clId="{25D8C45B-B5F2-5040-834B-3166F4CFC0A9}" dt="2026-06-17T06:42:09.785" v="3532" actId="14100"/>
          <ac:picMkLst>
            <pc:docMk/>
            <pc:sldMk cId="1937676367" sldId="277"/>
            <ac:picMk id="3" creationId="{C46724DB-6E9B-1AE2-2C28-1BB9F1E23422}"/>
          </ac:picMkLst>
        </pc:picChg>
        <pc:picChg chg="add mod">
          <ac:chgData name="Wu, Jun" userId="14dfc53e-eb89-4a9e-b8d8-7d198fff2519" providerId="ADAL" clId="{25D8C45B-B5F2-5040-834B-3166F4CFC0A9}" dt="2026-06-17T06:42:09.785" v="3532" actId="14100"/>
          <ac:picMkLst>
            <pc:docMk/>
            <pc:sldMk cId="1937676367" sldId="277"/>
            <ac:picMk id="4" creationId="{358CBBA7-C24B-536B-78E7-863753E3E42B}"/>
          </ac:picMkLst>
        </pc:picChg>
        <pc:picChg chg="add mod">
          <ac:chgData name="Wu, Jun" userId="14dfc53e-eb89-4a9e-b8d8-7d198fff2519" providerId="ADAL" clId="{25D8C45B-B5F2-5040-834B-3166F4CFC0A9}" dt="2026-06-17T06:42:09.785" v="3532" actId="14100"/>
          <ac:picMkLst>
            <pc:docMk/>
            <pc:sldMk cId="1937676367" sldId="277"/>
            <ac:picMk id="8" creationId="{A3E2DD68-4B0B-5408-5882-9D9E4A648AAC}"/>
          </ac:picMkLst>
        </pc:picChg>
        <pc:picChg chg="add mod">
          <ac:chgData name="Wu, Jun" userId="14dfc53e-eb89-4a9e-b8d8-7d198fff2519" providerId="ADAL" clId="{25D8C45B-B5F2-5040-834B-3166F4CFC0A9}" dt="2026-06-17T06:42:09.785" v="3532" actId="14100"/>
          <ac:picMkLst>
            <pc:docMk/>
            <pc:sldMk cId="1937676367" sldId="277"/>
            <ac:picMk id="9" creationId="{3DF69697-1AC8-E8F4-E19D-C754F5865585}"/>
          </ac:picMkLst>
        </pc:picChg>
        <pc:picChg chg="add mod">
          <ac:chgData name="Wu, Jun" userId="14dfc53e-eb89-4a9e-b8d8-7d198fff2519" providerId="ADAL" clId="{25D8C45B-B5F2-5040-834B-3166F4CFC0A9}" dt="2026-06-17T06:42:09.785" v="3532" actId="14100"/>
          <ac:picMkLst>
            <pc:docMk/>
            <pc:sldMk cId="1937676367" sldId="277"/>
            <ac:picMk id="10" creationId="{7274CE9D-97B9-E570-4319-7F12FCC39F7C}"/>
          </ac:picMkLst>
        </pc:picChg>
        <pc:picChg chg="add mod">
          <ac:chgData name="Wu, Jun" userId="14dfc53e-eb89-4a9e-b8d8-7d198fff2519" providerId="ADAL" clId="{25D8C45B-B5F2-5040-834B-3166F4CFC0A9}" dt="2026-06-17T06:42:09.785" v="3532" actId="14100"/>
          <ac:picMkLst>
            <pc:docMk/>
            <pc:sldMk cId="1937676367" sldId="277"/>
            <ac:picMk id="11" creationId="{7E93F0D4-8094-1441-843F-239734896CA4}"/>
          </ac:picMkLst>
        </pc:picChg>
        <pc:picChg chg="add mod">
          <ac:chgData name="Wu, Jun" userId="14dfc53e-eb89-4a9e-b8d8-7d198fff2519" providerId="ADAL" clId="{25D8C45B-B5F2-5040-834B-3166F4CFC0A9}" dt="2026-06-17T06:42:09.785" v="3532" actId="14100"/>
          <ac:picMkLst>
            <pc:docMk/>
            <pc:sldMk cId="1937676367" sldId="277"/>
            <ac:picMk id="12" creationId="{F624B46D-74C4-D91F-DE75-DFD365293200}"/>
          </ac:picMkLst>
        </pc:picChg>
        <pc:picChg chg="add mod">
          <ac:chgData name="Wu, Jun" userId="14dfc53e-eb89-4a9e-b8d8-7d198fff2519" providerId="ADAL" clId="{25D8C45B-B5F2-5040-834B-3166F4CFC0A9}" dt="2026-06-17T06:42:09.785" v="3532" actId="14100"/>
          <ac:picMkLst>
            <pc:docMk/>
            <pc:sldMk cId="1937676367" sldId="277"/>
            <ac:picMk id="13" creationId="{1B7EBA4F-39E9-D34A-9609-5DD5B10D4BBD}"/>
          </ac:picMkLst>
        </pc:picChg>
        <pc:picChg chg="add mod">
          <ac:chgData name="Wu, Jun" userId="14dfc53e-eb89-4a9e-b8d8-7d198fff2519" providerId="ADAL" clId="{25D8C45B-B5F2-5040-834B-3166F4CFC0A9}" dt="2026-06-17T06:42:09.785" v="3532" actId="14100"/>
          <ac:picMkLst>
            <pc:docMk/>
            <pc:sldMk cId="1937676367" sldId="277"/>
            <ac:picMk id="14" creationId="{94FB65BC-2754-D33D-25ED-7FF5B7020C68}"/>
          </ac:picMkLst>
        </pc:picChg>
        <pc:picChg chg="add mod">
          <ac:chgData name="Wu, Jun" userId="14dfc53e-eb89-4a9e-b8d8-7d198fff2519" providerId="ADAL" clId="{25D8C45B-B5F2-5040-834B-3166F4CFC0A9}" dt="2026-06-17T06:42:09.785" v="3532" actId="14100"/>
          <ac:picMkLst>
            <pc:docMk/>
            <pc:sldMk cId="1937676367" sldId="277"/>
            <ac:picMk id="15" creationId="{537FABCA-64DB-860E-FC86-1C822E0D5147}"/>
          </ac:picMkLst>
        </pc:picChg>
        <pc:picChg chg="add del mod">
          <ac:chgData name="Wu, Jun" userId="14dfc53e-eb89-4a9e-b8d8-7d198fff2519" providerId="ADAL" clId="{25D8C45B-B5F2-5040-834B-3166F4CFC0A9}" dt="2026-06-17T14:48:57.422" v="4436" actId="478"/>
          <ac:picMkLst>
            <pc:docMk/>
            <pc:sldMk cId="1937676367" sldId="277"/>
            <ac:picMk id="17" creationId="{906462BE-D7EF-49B8-97C8-40731A761A94}"/>
          </ac:picMkLst>
        </pc:picChg>
        <pc:picChg chg="add mod">
          <ac:chgData name="Wu, Jun" userId="14dfc53e-eb89-4a9e-b8d8-7d198fff2519" providerId="ADAL" clId="{25D8C45B-B5F2-5040-834B-3166F4CFC0A9}" dt="2026-06-17T14:49:49.825" v="4449" actId="1076"/>
          <ac:picMkLst>
            <pc:docMk/>
            <pc:sldMk cId="1937676367" sldId="277"/>
            <ac:picMk id="27" creationId="{67B53547-5BE2-161F-7BC4-C394F9857D46}"/>
          </ac:picMkLst>
        </pc:picChg>
      </pc:sldChg>
      <pc:sldChg chg="addSp delSp modSp add mod">
        <pc:chgData name="Wu, Jun" userId="14dfc53e-eb89-4a9e-b8d8-7d198fff2519" providerId="ADAL" clId="{25D8C45B-B5F2-5040-834B-3166F4CFC0A9}" dt="2026-06-17T15:52:23.175" v="5078"/>
        <pc:sldMkLst>
          <pc:docMk/>
          <pc:sldMk cId="3591873546" sldId="278"/>
        </pc:sldMkLst>
        <pc:spChg chg="add del mod">
          <ac:chgData name="Wu, Jun" userId="14dfc53e-eb89-4a9e-b8d8-7d198fff2519" providerId="ADAL" clId="{25D8C45B-B5F2-5040-834B-3166F4CFC0A9}" dt="2026-06-17T14:21:47.071" v="4010" actId="478"/>
          <ac:spMkLst>
            <pc:docMk/>
            <pc:sldMk cId="3591873546" sldId="278"/>
            <ac:spMk id="2" creationId="{86EC93C3-3AA1-E079-41AE-7DD8E1781304}"/>
          </ac:spMkLst>
        </pc:spChg>
        <pc:spChg chg="add mod">
          <ac:chgData name="Wu, Jun" userId="14dfc53e-eb89-4a9e-b8d8-7d198fff2519" providerId="ADAL" clId="{25D8C45B-B5F2-5040-834B-3166F4CFC0A9}" dt="2026-06-17T14:36:39.223" v="4357" actId="1036"/>
          <ac:spMkLst>
            <pc:docMk/>
            <pc:sldMk cId="3591873546" sldId="278"/>
            <ac:spMk id="6" creationId="{B221AAEF-FC59-95BC-B557-0AF4A2526F5B}"/>
          </ac:spMkLst>
        </pc:spChg>
        <pc:spChg chg="add mod">
          <ac:chgData name="Wu, Jun" userId="14dfc53e-eb89-4a9e-b8d8-7d198fff2519" providerId="ADAL" clId="{25D8C45B-B5F2-5040-834B-3166F4CFC0A9}" dt="2026-06-17T14:36:39.223" v="4357" actId="1036"/>
          <ac:spMkLst>
            <pc:docMk/>
            <pc:sldMk cId="3591873546" sldId="278"/>
            <ac:spMk id="7" creationId="{8FB5D8CB-BD26-9B26-2E07-B47B0B62F2FE}"/>
          </ac:spMkLst>
        </pc:spChg>
        <pc:spChg chg="del">
          <ac:chgData name="Wu, Jun" userId="14dfc53e-eb89-4a9e-b8d8-7d198fff2519" providerId="ADAL" clId="{25D8C45B-B5F2-5040-834B-3166F4CFC0A9}" dt="2026-06-17T14:26:58.363" v="4074" actId="478"/>
          <ac:spMkLst>
            <pc:docMk/>
            <pc:sldMk cId="3591873546" sldId="278"/>
            <ac:spMk id="8" creationId="{7120865C-6F03-DC3D-281C-3E3E88C59210}"/>
          </ac:spMkLst>
        </pc:spChg>
        <pc:spChg chg="del">
          <ac:chgData name="Wu, Jun" userId="14dfc53e-eb89-4a9e-b8d8-7d198fff2519" providerId="ADAL" clId="{25D8C45B-B5F2-5040-834B-3166F4CFC0A9}" dt="2026-06-17T14:26:58.363" v="4074" actId="478"/>
          <ac:spMkLst>
            <pc:docMk/>
            <pc:sldMk cId="3591873546" sldId="278"/>
            <ac:spMk id="9" creationId="{1612BB8F-D5E8-50DD-1BF1-AC830E692BFC}"/>
          </ac:spMkLst>
        </pc:spChg>
        <pc:spChg chg="del">
          <ac:chgData name="Wu, Jun" userId="14dfc53e-eb89-4a9e-b8d8-7d198fff2519" providerId="ADAL" clId="{25D8C45B-B5F2-5040-834B-3166F4CFC0A9}" dt="2026-06-17T14:26:58.363" v="4074" actId="478"/>
          <ac:spMkLst>
            <pc:docMk/>
            <pc:sldMk cId="3591873546" sldId="278"/>
            <ac:spMk id="10" creationId="{B835660A-7E01-0EB4-6B8A-D843E4A68EB9}"/>
          </ac:spMkLst>
        </pc:spChg>
        <pc:spChg chg="add mod">
          <ac:chgData name="Wu, Jun" userId="14dfc53e-eb89-4a9e-b8d8-7d198fff2519" providerId="ADAL" clId="{25D8C45B-B5F2-5040-834B-3166F4CFC0A9}" dt="2026-06-17T14:36:39.223" v="4357" actId="1036"/>
          <ac:spMkLst>
            <pc:docMk/>
            <pc:sldMk cId="3591873546" sldId="278"/>
            <ac:spMk id="12" creationId="{A39957FE-DBE0-9E85-9C06-1DF81B9A1270}"/>
          </ac:spMkLst>
        </pc:spChg>
        <pc:spChg chg="add mod">
          <ac:chgData name="Wu, Jun" userId="14dfc53e-eb89-4a9e-b8d8-7d198fff2519" providerId="ADAL" clId="{25D8C45B-B5F2-5040-834B-3166F4CFC0A9}" dt="2026-06-17T14:36:39.223" v="4357" actId="1036"/>
          <ac:spMkLst>
            <pc:docMk/>
            <pc:sldMk cId="3591873546" sldId="278"/>
            <ac:spMk id="15" creationId="{4D1CB92E-E6DB-DFD0-9990-751A968B8536}"/>
          </ac:spMkLst>
        </pc:spChg>
        <pc:spChg chg="add mod">
          <ac:chgData name="Wu, Jun" userId="14dfc53e-eb89-4a9e-b8d8-7d198fff2519" providerId="ADAL" clId="{25D8C45B-B5F2-5040-834B-3166F4CFC0A9}" dt="2026-06-17T14:36:39.223" v="4357" actId="1036"/>
          <ac:spMkLst>
            <pc:docMk/>
            <pc:sldMk cId="3591873546" sldId="278"/>
            <ac:spMk id="18" creationId="{554BA5EA-D842-783E-62A6-81B338196721}"/>
          </ac:spMkLst>
        </pc:spChg>
        <pc:spChg chg="add mod">
          <ac:chgData name="Wu, Jun" userId="14dfc53e-eb89-4a9e-b8d8-7d198fff2519" providerId="ADAL" clId="{25D8C45B-B5F2-5040-834B-3166F4CFC0A9}" dt="2026-06-17T14:36:39.223" v="4357" actId="1036"/>
          <ac:spMkLst>
            <pc:docMk/>
            <pc:sldMk cId="3591873546" sldId="278"/>
            <ac:spMk id="20" creationId="{C4048C43-6D81-3115-8DE2-B9844402FB65}"/>
          </ac:spMkLst>
        </pc:spChg>
        <pc:spChg chg="add mod">
          <ac:chgData name="Wu, Jun" userId="14dfc53e-eb89-4a9e-b8d8-7d198fff2519" providerId="ADAL" clId="{25D8C45B-B5F2-5040-834B-3166F4CFC0A9}" dt="2026-06-17T14:36:39.223" v="4357" actId="1036"/>
          <ac:spMkLst>
            <pc:docMk/>
            <pc:sldMk cId="3591873546" sldId="278"/>
            <ac:spMk id="28" creationId="{405E6375-F3A6-324B-4AE0-7929719134BE}"/>
          </ac:spMkLst>
        </pc:spChg>
        <pc:spChg chg="add mod">
          <ac:chgData name="Wu, Jun" userId="14dfc53e-eb89-4a9e-b8d8-7d198fff2519" providerId="ADAL" clId="{25D8C45B-B5F2-5040-834B-3166F4CFC0A9}" dt="2026-06-17T14:36:39.223" v="4357" actId="1036"/>
          <ac:spMkLst>
            <pc:docMk/>
            <pc:sldMk cId="3591873546" sldId="278"/>
            <ac:spMk id="29" creationId="{0E014966-906E-52A5-7391-71BDB6339647}"/>
          </ac:spMkLst>
        </pc:spChg>
        <pc:spChg chg="add mod">
          <ac:chgData name="Wu, Jun" userId="14dfc53e-eb89-4a9e-b8d8-7d198fff2519" providerId="ADAL" clId="{25D8C45B-B5F2-5040-834B-3166F4CFC0A9}" dt="2026-06-17T14:36:39.223" v="4357" actId="1036"/>
          <ac:spMkLst>
            <pc:docMk/>
            <pc:sldMk cId="3591873546" sldId="278"/>
            <ac:spMk id="30" creationId="{E47751B3-E1CE-84E8-AA6C-C1BC0E2D1290}"/>
          </ac:spMkLst>
        </pc:spChg>
        <pc:spChg chg="add del mod">
          <ac:chgData name="Wu, Jun" userId="14dfc53e-eb89-4a9e-b8d8-7d198fff2519" providerId="ADAL" clId="{25D8C45B-B5F2-5040-834B-3166F4CFC0A9}" dt="2026-06-17T14:34:40.961" v="4268" actId="478"/>
          <ac:spMkLst>
            <pc:docMk/>
            <pc:sldMk cId="3591873546" sldId="278"/>
            <ac:spMk id="31" creationId="{669B1593-DD85-1BD4-5968-CCA6BE832B91}"/>
          </ac:spMkLst>
        </pc:spChg>
        <pc:spChg chg="add del mod">
          <ac:chgData name="Wu, Jun" userId="14dfc53e-eb89-4a9e-b8d8-7d198fff2519" providerId="ADAL" clId="{25D8C45B-B5F2-5040-834B-3166F4CFC0A9}" dt="2026-06-17T14:34:40.961" v="4268" actId="478"/>
          <ac:spMkLst>
            <pc:docMk/>
            <pc:sldMk cId="3591873546" sldId="278"/>
            <ac:spMk id="32" creationId="{E416621C-7E67-599B-4066-15AD11DC46B7}"/>
          </ac:spMkLst>
        </pc:spChg>
        <pc:spChg chg="add del mod">
          <ac:chgData name="Wu, Jun" userId="14dfc53e-eb89-4a9e-b8d8-7d198fff2519" providerId="ADAL" clId="{25D8C45B-B5F2-5040-834B-3166F4CFC0A9}" dt="2026-06-17T15:52:22.805" v="5077" actId="478"/>
          <ac:spMkLst>
            <pc:docMk/>
            <pc:sldMk cId="3591873546" sldId="278"/>
            <ac:spMk id="33" creationId="{8B3878B2-325E-0BD7-6468-86FC47268035}"/>
          </ac:spMkLst>
        </pc:spChg>
        <pc:spChg chg="add del mod">
          <ac:chgData name="Wu, Jun" userId="14dfc53e-eb89-4a9e-b8d8-7d198fff2519" providerId="ADAL" clId="{25D8C45B-B5F2-5040-834B-3166F4CFC0A9}" dt="2026-06-17T15:52:22.805" v="5077" actId="478"/>
          <ac:spMkLst>
            <pc:docMk/>
            <pc:sldMk cId="3591873546" sldId="278"/>
            <ac:spMk id="34" creationId="{18EEE74B-1E29-A241-8AC2-5BC5B68A51F2}"/>
          </ac:spMkLst>
        </pc:spChg>
        <pc:spChg chg="add del mod">
          <ac:chgData name="Wu, Jun" userId="14dfc53e-eb89-4a9e-b8d8-7d198fff2519" providerId="ADAL" clId="{25D8C45B-B5F2-5040-834B-3166F4CFC0A9}" dt="2026-06-17T15:52:22.805" v="5077" actId="478"/>
          <ac:spMkLst>
            <pc:docMk/>
            <pc:sldMk cId="3591873546" sldId="278"/>
            <ac:spMk id="35" creationId="{863AA674-A36F-0A46-36CE-9301AB4415A9}"/>
          </ac:spMkLst>
        </pc:spChg>
        <pc:spChg chg="add del mod">
          <ac:chgData name="Wu, Jun" userId="14dfc53e-eb89-4a9e-b8d8-7d198fff2519" providerId="ADAL" clId="{25D8C45B-B5F2-5040-834B-3166F4CFC0A9}" dt="2026-06-17T15:52:22.805" v="5077" actId="478"/>
          <ac:spMkLst>
            <pc:docMk/>
            <pc:sldMk cId="3591873546" sldId="278"/>
            <ac:spMk id="36" creationId="{1AD89612-5953-8889-361A-BEF76E39D123}"/>
          </ac:spMkLst>
        </pc:spChg>
        <pc:spChg chg="add del mod">
          <ac:chgData name="Wu, Jun" userId="14dfc53e-eb89-4a9e-b8d8-7d198fff2519" providerId="ADAL" clId="{25D8C45B-B5F2-5040-834B-3166F4CFC0A9}" dt="2026-06-17T15:52:22.805" v="5077" actId="478"/>
          <ac:spMkLst>
            <pc:docMk/>
            <pc:sldMk cId="3591873546" sldId="278"/>
            <ac:spMk id="37" creationId="{9FCC4F79-31D2-EC07-326A-E053FD11649B}"/>
          </ac:spMkLst>
        </pc:spChg>
        <pc:spChg chg="add del mod">
          <ac:chgData name="Wu, Jun" userId="14dfc53e-eb89-4a9e-b8d8-7d198fff2519" providerId="ADAL" clId="{25D8C45B-B5F2-5040-834B-3166F4CFC0A9}" dt="2026-06-17T15:52:22.805" v="5077" actId="478"/>
          <ac:spMkLst>
            <pc:docMk/>
            <pc:sldMk cId="3591873546" sldId="278"/>
            <ac:spMk id="38" creationId="{83601CBB-AAE8-613F-7364-D9F0AD7F60D9}"/>
          </ac:spMkLst>
        </pc:spChg>
        <pc:spChg chg="add del mod">
          <ac:chgData name="Wu, Jun" userId="14dfc53e-eb89-4a9e-b8d8-7d198fff2519" providerId="ADAL" clId="{25D8C45B-B5F2-5040-834B-3166F4CFC0A9}" dt="2026-06-17T15:52:22.805" v="5077" actId="478"/>
          <ac:spMkLst>
            <pc:docMk/>
            <pc:sldMk cId="3591873546" sldId="278"/>
            <ac:spMk id="39" creationId="{FB943A96-CD7E-5596-6E1D-5A31142AF376}"/>
          </ac:spMkLst>
        </pc:spChg>
        <pc:spChg chg="add del mod">
          <ac:chgData name="Wu, Jun" userId="14dfc53e-eb89-4a9e-b8d8-7d198fff2519" providerId="ADAL" clId="{25D8C45B-B5F2-5040-834B-3166F4CFC0A9}" dt="2026-06-17T15:52:22.805" v="5077" actId="478"/>
          <ac:spMkLst>
            <pc:docMk/>
            <pc:sldMk cId="3591873546" sldId="278"/>
            <ac:spMk id="40" creationId="{ACA0CACB-B27F-57D5-FADE-DFD8E9FEF25E}"/>
          </ac:spMkLst>
        </pc:spChg>
        <pc:spChg chg="add del mod">
          <ac:chgData name="Wu, Jun" userId="14dfc53e-eb89-4a9e-b8d8-7d198fff2519" providerId="ADAL" clId="{25D8C45B-B5F2-5040-834B-3166F4CFC0A9}" dt="2026-06-17T15:52:22.805" v="5077" actId="478"/>
          <ac:spMkLst>
            <pc:docMk/>
            <pc:sldMk cId="3591873546" sldId="278"/>
            <ac:spMk id="41" creationId="{E2CC8B32-6618-1ABE-EE3E-E79F3BF2DB9E}"/>
          </ac:spMkLst>
        </pc:spChg>
        <pc:spChg chg="add del mod">
          <ac:chgData name="Wu, Jun" userId="14dfc53e-eb89-4a9e-b8d8-7d198fff2519" providerId="ADAL" clId="{25D8C45B-B5F2-5040-834B-3166F4CFC0A9}" dt="2026-06-17T15:52:22.805" v="5077" actId="478"/>
          <ac:spMkLst>
            <pc:docMk/>
            <pc:sldMk cId="3591873546" sldId="278"/>
            <ac:spMk id="42" creationId="{C2403B6D-929F-B286-63C2-606E21196F6C}"/>
          </ac:spMkLst>
        </pc:spChg>
        <pc:spChg chg="add del mod">
          <ac:chgData name="Wu, Jun" userId="14dfc53e-eb89-4a9e-b8d8-7d198fff2519" providerId="ADAL" clId="{25D8C45B-B5F2-5040-834B-3166F4CFC0A9}" dt="2026-06-17T15:52:22.805" v="5077" actId="478"/>
          <ac:spMkLst>
            <pc:docMk/>
            <pc:sldMk cId="3591873546" sldId="278"/>
            <ac:spMk id="43" creationId="{75532C84-8C97-208B-E5E2-3FD51426ECC4}"/>
          </ac:spMkLst>
        </pc:spChg>
        <pc:spChg chg="add del mod">
          <ac:chgData name="Wu, Jun" userId="14dfc53e-eb89-4a9e-b8d8-7d198fff2519" providerId="ADAL" clId="{25D8C45B-B5F2-5040-834B-3166F4CFC0A9}" dt="2026-06-17T15:52:22.805" v="5077" actId="478"/>
          <ac:spMkLst>
            <pc:docMk/>
            <pc:sldMk cId="3591873546" sldId="278"/>
            <ac:spMk id="44" creationId="{CAE79538-5348-F67F-365F-4C50286B5A74}"/>
          </ac:spMkLst>
        </pc:spChg>
        <pc:spChg chg="add mod">
          <ac:chgData name="Wu, Jun" userId="14dfc53e-eb89-4a9e-b8d8-7d198fff2519" providerId="ADAL" clId="{25D8C45B-B5F2-5040-834B-3166F4CFC0A9}" dt="2026-06-17T15:52:23.175" v="5078"/>
          <ac:spMkLst>
            <pc:docMk/>
            <pc:sldMk cId="3591873546" sldId="278"/>
            <ac:spMk id="45" creationId="{C4F86CEA-526C-B7A4-A8A1-6EAE40AFA70C}"/>
          </ac:spMkLst>
        </pc:spChg>
        <pc:spChg chg="add mod">
          <ac:chgData name="Wu, Jun" userId="14dfc53e-eb89-4a9e-b8d8-7d198fff2519" providerId="ADAL" clId="{25D8C45B-B5F2-5040-834B-3166F4CFC0A9}" dt="2026-06-17T15:52:23.175" v="5078"/>
          <ac:spMkLst>
            <pc:docMk/>
            <pc:sldMk cId="3591873546" sldId="278"/>
            <ac:spMk id="46" creationId="{F34CA503-978B-AB8D-CA95-2E5CC4378EA6}"/>
          </ac:spMkLst>
        </pc:spChg>
        <pc:spChg chg="add mod">
          <ac:chgData name="Wu, Jun" userId="14dfc53e-eb89-4a9e-b8d8-7d198fff2519" providerId="ADAL" clId="{25D8C45B-B5F2-5040-834B-3166F4CFC0A9}" dt="2026-06-17T15:52:23.175" v="5078"/>
          <ac:spMkLst>
            <pc:docMk/>
            <pc:sldMk cId="3591873546" sldId="278"/>
            <ac:spMk id="47" creationId="{1B4ACEB3-1BBF-93AB-BFD2-B7DB92613904}"/>
          </ac:spMkLst>
        </pc:spChg>
        <pc:spChg chg="add mod">
          <ac:chgData name="Wu, Jun" userId="14dfc53e-eb89-4a9e-b8d8-7d198fff2519" providerId="ADAL" clId="{25D8C45B-B5F2-5040-834B-3166F4CFC0A9}" dt="2026-06-17T15:52:23.175" v="5078"/>
          <ac:spMkLst>
            <pc:docMk/>
            <pc:sldMk cId="3591873546" sldId="278"/>
            <ac:spMk id="48" creationId="{6ABA5C71-5697-FAFA-01B6-2FB0F67B04B9}"/>
          </ac:spMkLst>
        </pc:spChg>
        <pc:spChg chg="add mod">
          <ac:chgData name="Wu, Jun" userId="14dfc53e-eb89-4a9e-b8d8-7d198fff2519" providerId="ADAL" clId="{25D8C45B-B5F2-5040-834B-3166F4CFC0A9}" dt="2026-06-17T15:52:23.175" v="5078"/>
          <ac:spMkLst>
            <pc:docMk/>
            <pc:sldMk cId="3591873546" sldId="278"/>
            <ac:spMk id="49" creationId="{9B064D1A-8C19-19EE-A42B-54B6E329D1FF}"/>
          </ac:spMkLst>
        </pc:spChg>
        <pc:spChg chg="add mod">
          <ac:chgData name="Wu, Jun" userId="14dfc53e-eb89-4a9e-b8d8-7d198fff2519" providerId="ADAL" clId="{25D8C45B-B5F2-5040-834B-3166F4CFC0A9}" dt="2026-06-17T15:52:23.175" v="5078"/>
          <ac:spMkLst>
            <pc:docMk/>
            <pc:sldMk cId="3591873546" sldId="278"/>
            <ac:spMk id="50" creationId="{68D5FF67-B402-D8C0-7F19-A1487433DBF8}"/>
          </ac:spMkLst>
        </pc:spChg>
        <pc:spChg chg="add mod">
          <ac:chgData name="Wu, Jun" userId="14dfc53e-eb89-4a9e-b8d8-7d198fff2519" providerId="ADAL" clId="{25D8C45B-B5F2-5040-834B-3166F4CFC0A9}" dt="2026-06-17T15:52:23.175" v="5078"/>
          <ac:spMkLst>
            <pc:docMk/>
            <pc:sldMk cId="3591873546" sldId="278"/>
            <ac:spMk id="51" creationId="{30EDDAFF-5524-4BE4-50AE-D2B38241EA58}"/>
          </ac:spMkLst>
        </pc:spChg>
        <pc:spChg chg="add mod">
          <ac:chgData name="Wu, Jun" userId="14dfc53e-eb89-4a9e-b8d8-7d198fff2519" providerId="ADAL" clId="{25D8C45B-B5F2-5040-834B-3166F4CFC0A9}" dt="2026-06-17T15:52:23.175" v="5078"/>
          <ac:spMkLst>
            <pc:docMk/>
            <pc:sldMk cId="3591873546" sldId="278"/>
            <ac:spMk id="52" creationId="{16A099E5-ED49-EADD-D65A-CB725A1C90B3}"/>
          </ac:spMkLst>
        </pc:spChg>
        <pc:spChg chg="add mod">
          <ac:chgData name="Wu, Jun" userId="14dfc53e-eb89-4a9e-b8d8-7d198fff2519" providerId="ADAL" clId="{25D8C45B-B5F2-5040-834B-3166F4CFC0A9}" dt="2026-06-17T15:52:23.175" v="5078"/>
          <ac:spMkLst>
            <pc:docMk/>
            <pc:sldMk cId="3591873546" sldId="278"/>
            <ac:spMk id="53" creationId="{3A09A9B9-6964-341B-21F2-9F3F51167FC0}"/>
          </ac:spMkLst>
        </pc:spChg>
        <pc:spChg chg="add mod">
          <ac:chgData name="Wu, Jun" userId="14dfc53e-eb89-4a9e-b8d8-7d198fff2519" providerId="ADAL" clId="{25D8C45B-B5F2-5040-834B-3166F4CFC0A9}" dt="2026-06-17T15:52:23.175" v="5078"/>
          <ac:spMkLst>
            <pc:docMk/>
            <pc:sldMk cId="3591873546" sldId="278"/>
            <ac:spMk id="54" creationId="{929BD8F3-2F3B-0B80-A3C7-4AC982CFE970}"/>
          </ac:spMkLst>
        </pc:spChg>
        <pc:spChg chg="add mod">
          <ac:chgData name="Wu, Jun" userId="14dfc53e-eb89-4a9e-b8d8-7d198fff2519" providerId="ADAL" clId="{25D8C45B-B5F2-5040-834B-3166F4CFC0A9}" dt="2026-06-17T15:52:23.175" v="5078"/>
          <ac:spMkLst>
            <pc:docMk/>
            <pc:sldMk cId="3591873546" sldId="278"/>
            <ac:spMk id="55" creationId="{16733726-A60B-1E10-C239-DD68FC7B35D3}"/>
          </ac:spMkLst>
        </pc:spChg>
        <pc:spChg chg="add mod">
          <ac:chgData name="Wu, Jun" userId="14dfc53e-eb89-4a9e-b8d8-7d198fff2519" providerId="ADAL" clId="{25D8C45B-B5F2-5040-834B-3166F4CFC0A9}" dt="2026-06-17T15:52:23.175" v="5078"/>
          <ac:spMkLst>
            <pc:docMk/>
            <pc:sldMk cId="3591873546" sldId="278"/>
            <ac:spMk id="56" creationId="{02C39203-319E-227B-696C-05E7F5B7DBB3}"/>
          </ac:spMkLst>
        </pc:spChg>
        <pc:graphicFrameChg chg="del mod">
          <ac:chgData name="Wu, Jun" userId="14dfc53e-eb89-4a9e-b8d8-7d198fff2519" providerId="ADAL" clId="{25D8C45B-B5F2-5040-834B-3166F4CFC0A9}" dt="2026-06-17T14:26:58.363" v="4074" actId="478"/>
          <ac:graphicFrameMkLst>
            <pc:docMk/>
            <pc:sldMk cId="3591873546" sldId="278"/>
            <ac:graphicFrameMk id="3" creationId="{C5A0B90B-1409-C327-E6B3-DF9678DDC0D9}"/>
          </ac:graphicFrameMkLst>
        </pc:graphicFrameChg>
        <pc:picChg chg="add del mod">
          <ac:chgData name="Wu, Jun" userId="14dfc53e-eb89-4a9e-b8d8-7d198fff2519" providerId="ADAL" clId="{25D8C45B-B5F2-5040-834B-3166F4CFC0A9}" dt="2026-06-17T14:27:00.164" v="4075" actId="478"/>
          <ac:picMkLst>
            <pc:docMk/>
            <pc:sldMk cId="3591873546" sldId="278"/>
            <ac:picMk id="5" creationId="{86A05DE1-92DC-CF57-7FCA-A44320C6D714}"/>
          </ac:picMkLst>
        </pc:picChg>
        <pc:picChg chg="del">
          <ac:chgData name="Wu, Jun" userId="14dfc53e-eb89-4a9e-b8d8-7d198fff2519" providerId="ADAL" clId="{25D8C45B-B5F2-5040-834B-3166F4CFC0A9}" dt="2026-06-17T14:26:58.363" v="4074" actId="478"/>
          <ac:picMkLst>
            <pc:docMk/>
            <pc:sldMk cId="3591873546" sldId="278"/>
            <ac:picMk id="11" creationId="{C48866E6-61B3-E3EC-7A82-DE4310FA9626}"/>
          </ac:picMkLst>
        </pc:picChg>
        <pc:picChg chg="del">
          <ac:chgData name="Wu, Jun" userId="14dfc53e-eb89-4a9e-b8d8-7d198fff2519" providerId="ADAL" clId="{25D8C45B-B5F2-5040-834B-3166F4CFC0A9}" dt="2026-06-17T14:26:58.363" v="4074" actId="478"/>
          <ac:picMkLst>
            <pc:docMk/>
            <pc:sldMk cId="3591873546" sldId="278"/>
            <ac:picMk id="13" creationId="{DF0756D1-B5B5-46ED-ECDC-4754FE4AC0D2}"/>
          </ac:picMkLst>
        </pc:picChg>
        <pc:picChg chg="del">
          <ac:chgData name="Wu, Jun" userId="14dfc53e-eb89-4a9e-b8d8-7d198fff2519" providerId="ADAL" clId="{25D8C45B-B5F2-5040-834B-3166F4CFC0A9}" dt="2026-06-17T14:26:58.363" v="4074" actId="478"/>
          <ac:picMkLst>
            <pc:docMk/>
            <pc:sldMk cId="3591873546" sldId="278"/>
            <ac:picMk id="14" creationId="{3AFCD04D-D176-6C97-FCF1-B3223EEBE69C}"/>
          </ac:picMkLst>
        </pc:picChg>
        <pc:picChg chg="del">
          <ac:chgData name="Wu, Jun" userId="14dfc53e-eb89-4a9e-b8d8-7d198fff2519" providerId="ADAL" clId="{25D8C45B-B5F2-5040-834B-3166F4CFC0A9}" dt="2026-06-17T14:26:58.363" v="4074" actId="478"/>
          <ac:picMkLst>
            <pc:docMk/>
            <pc:sldMk cId="3591873546" sldId="278"/>
            <ac:picMk id="16" creationId="{5C73E4A3-D22F-86A7-246D-002F5C6A10D7}"/>
          </ac:picMkLst>
        </pc:picChg>
        <pc:picChg chg="del">
          <ac:chgData name="Wu, Jun" userId="14dfc53e-eb89-4a9e-b8d8-7d198fff2519" providerId="ADAL" clId="{25D8C45B-B5F2-5040-834B-3166F4CFC0A9}" dt="2026-06-17T14:26:58.363" v="4074" actId="478"/>
          <ac:picMkLst>
            <pc:docMk/>
            <pc:sldMk cId="3591873546" sldId="278"/>
            <ac:picMk id="17" creationId="{8C3F0D48-1C9D-F09E-37E8-5DEE6B721B2D}"/>
          </ac:picMkLst>
        </pc:picChg>
        <pc:picChg chg="del">
          <ac:chgData name="Wu, Jun" userId="14dfc53e-eb89-4a9e-b8d8-7d198fff2519" providerId="ADAL" clId="{25D8C45B-B5F2-5040-834B-3166F4CFC0A9}" dt="2026-06-17T14:26:58.363" v="4074" actId="478"/>
          <ac:picMkLst>
            <pc:docMk/>
            <pc:sldMk cId="3591873546" sldId="278"/>
            <ac:picMk id="19" creationId="{7E6405B4-D659-6AC6-C399-91929FC8A4DA}"/>
          </ac:picMkLst>
        </pc:picChg>
        <pc:picChg chg="del">
          <ac:chgData name="Wu, Jun" userId="14dfc53e-eb89-4a9e-b8d8-7d198fff2519" providerId="ADAL" clId="{25D8C45B-B5F2-5040-834B-3166F4CFC0A9}" dt="2026-06-17T14:26:58.363" v="4074" actId="478"/>
          <ac:picMkLst>
            <pc:docMk/>
            <pc:sldMk cId="3591873546" sldId="278"/>
            <ac:picMk id="21" creationId="{25CECA3F-C0A4-19CF-069B-12226020B0EE}"/>
          </ac:picMkLst>
        </pc:picChg>
        <pc:picChg chg="del">
          <ac:chgData name="Wu, Jun" userId="14dfc53e-eb89-4a9e-b8d8-7d198fff2519" providerId="ADAL" clId="{25D8C45B-B5F2-5040-834B-3166F4CFC0A9}" dt="2026-06-17T14:26:58.363" v="4074" actId="478"/>
          <ac:picMkLst>
            <pc:docMk/>
            <pc:sldMk cId="3591873546" sldId="278"/>
            <ac:picMk id="6150" creationId="{1C799C1F-32CB-FE0E-28BB-C9147FAAEFFB}"/>
          </ac:picMkLst>
        </pc:picChg>
        <pc:picChg chg="del">
          <ac:chgData name="Wu, Jun" userId="14dfc53e-eb89-4a9e-b8d8-7d198fff2519" providerId="ADAL" clId="{25D8C45B-B5F2-5040-834B-3166F4CFC0A9}" dt="2026-06-17T14:26:58.363" v="4074" actId="478"/>
          <ac:picMkLst>
            <pc:docMk/>
            <pc:sldMk cId="3591873546" sldId="278"/>
            <ac:picMk id="6152" creationId="{A24F50E2-644C-EFFC-581C-5D28D1C34C32}"/>
          </ac:picMkLst>
        </pc:picChg>
        <pc:picChg chg="del">
          <ac:chgData name="Wu, Jun" userId="14dfc53e-eb89-4a9e-b8d8-7d198fff2519" providerId="ADAL" clId="{25D8C45B-B5F2-5040-834B-3166F4CFC0A9}" dt="2026-06-17T14:26:58.363" v="4074" actId="478"/>
          <ac:picMkLst>
            <pc:docMk/>
            <pc:sldMk cId="3591873546" sldId="278"/>
            <ac:picMk id="6154" creationId="{40289403-6011-FC0B-6782-DD10598542C9}"/>
          </ac:picMkLst>
        </pc:picChg>
        <pc:cxnChg chg="add mod">
          <ac:chgData name="Wu, Jun" userId="14dfc53e-eb89-4a9e-b8d8-7d198fff2519" providerId="ADAL" clId="{25D8C45B-B5F2-5040-834B-3166F4CFC0A9}" dt="2026-06-17T14:36:39.223" v="4357" actId="1036"/>
          <ac:cxnSpMkLst>
            <pc:docMk/>
            <pc:sldMk cId="3591873546" sldId="278"/>
            <ac:cxnSpMk id="23" creationId="{A3E347E5-8176-A033-EC25-52B200B33551}"/>
          </ac:cxnSpMkLst>
        </pc:cxnChg>
        <pc:cxnChg chg="add mod">
          <ac:chgData name="Wu, Jun" userId="14dfc53e-eb89-4a9e-b8d8-7d198fff2519" providerId="ADAL" clId="{25D8C45B-B5F2-5040-834B-3166F4CFC0A9}" dt="2026-06-17T14:36:39.223" v="4357" actId="1036"/>
          <ac:cxnSpMkLst>
            <pc:docMk/>
            <pc:sldMk cId="3591873546" sldId="278"/>
            <ac:cxnSpMk id="25" creationId="{8104E19E-C005-688F-6082-89FA81F04DD0}"/>
          </ac:cxnSpMkLst>
        </pc:cxnChg>
      </pc:sldChg>
      <pc:sldChg chg="delSp add mod">
        <pc:chgData name="Wu, Jun" userId="14dfc53e-eb89-4a9e-b8d8-7d198fff2519" providerId="ADAL" clId="{25D8C45B-B5F2-5040-834B-3166F4CFC0A9}" dt="2026-06-17T14:36:50.006" v="4359" actId="478"/>
        <pc:sldMkLst>
          <pc:docMk/>
          <pc:sldMk cId="3869781849" sldId="279"/>
        </pc:sldMkLst>
        <pc:spChg chg="del">
          <ac:chgData name="Wu, Jun" userId="14dfc53e-eb89-4a9e-b8d8-7d198fff2519" providerId="ADAL" clId="{25D8C45B-B5F2-5040-834B-3166F4CFC0A9}" dt="2026-06-17T14:36:50.006" v="4359" actId="478"/>
          <ac:spMkLst>
            <pc:docMk/>
            <pc:sldMk cId="3869781849" sldId="279"/>
            <ac:spMk id="33" creationId="{DE142087-CA03-2A26-78D2-3059159B45BC}"/>
          </ac:spMkLst>
        </pc:spChg>
        <pc:spChg chg="del">
          <ac:chgData name="Wu, Jun" userId="14dfc53e-eb89-4a9e-b8d8-7d198fff2519" providerId="ADAL" clId="{25D8C45B-B5F2-5040-834B-3166F4CFC0A9}" dt="2026-06-17T14:36:50.006" v="4359" actId="478"/>
          <ac:spMkLst>
            <pc:docMk/>
            <pc:sldMk cId="3869781849" sldId="279"/>
            <ac:spMk id="34" creationId="{55F53516-A84A-D989-815B-C81026EE28A2}"/>
          </ac:spMkLst>
        </pc:spChg>
        <pc:spChg chg="del">
          <ac:chgData name="Wu, Jun" userId="14dfc53e-eb89-4a9e-b8d8-7d198fff2519" providerId="ADAL" clId="{25D8C45B-B5F2-5040-834B-3166F4CFC0A9}" dt="2026-06-17T14:36:50.006" v="4359" actId="478"/>
          <ac:spMkLst>
            <pc:docMk/>
            <pc:sldMk cId="3869781849" sldId="279"/>
            <ac:spMk id="35" creationId="{60B0FFD6-9095-5EEC-A7AE-77045AF47836}"/>
          </ac:spMkLst>
        </pc:spChg>
        <pc:spChg chg="del">
          <ac:chgData name="Wu, Jun" userId="14dfc53e-eb89-4a9e-b8d8-7d198fff2519" providerId="ADAL" clId="{25D8C45B-B5F2-5040-834B-3166F4CFC0A9}" dt="2026-06-17T14:36:50.006" v="4359" actId="478"/>
          <ac:spMkLst>
            <pc:docMk/>
            <pc:sldMk cId="3869781849" sldId="279"/>
            <ac:spMk id="36" creationId="{2BD9CF67-E28C-CA73-DC7E-EDDCE1F1D740}"/>
          </ac:spMkLst>
        </pc:spChg>
        <pc:spChg chg="del">
          <ac:chgData name="Wu, Jun" userId="14dfc53e-eb89-4a9e-b8d8-7d198fff2519" providerId="ADAL" clId="{25D8C45B-B5F2-5040-834B-3166F4CFC0A9}" dt="2026-06-17T14:36:50.006" v="4359" actId="478"/>
          <ac:spMkLst>
            <pc:docMk/>
            <pc:sldMk cId="3869781849" sldId="279"/>
            <ac:spMk id="37" creationId="{4A11CDFC-0FD7-FBC9-1199-BB78F4872077}"/>
          </ac:spMkLst>
        </pc:spChg>
        <pc:spChg chg="del">
          <ac:chgData name="Wu, Jun" userId="14dfc53e-eb89-4a9e-b8d8-7d198fff2519" providerId="ADAL" clId="{25D8C45B-B5F2-5040-834B-3166F4CFC0A9}" dt="2026-06-17T14:36:50.006" v="4359" actId="478"/>
          <ac:spMkLst>
            <pc:docMk/>
            <pc:sldMk cId="3869781849" sldId="279"/>
            <ac:spMk id="38" creationId="{2D4596C5-BCBC-ED5F-6BA1-2A83BFAC9BFB}"/>
          </ac:spMkLst>
        </pc:spChg>
        <pc:spChg chg="del">
          <ac:chgData name="Wu, Jun" userId="14dfc53e-eb89-4a9e-b8d8-7d198fff2519" providerId="ADAL" clId="{25D8C45B-B5F2-5040-834B-3166F4CFC0A9}" dt="2026-06-17T14:36:50.006" v="4359" actId="478"/>
          <ac:spMkLst>
            <pc:docMk/>
            <pc:sldMk cId="3869781849" sldId="279"/>
            <ac:spMk id="39" creationId="{5F99C718-2BB9-6F81-2FE5-679260251B8B}"/>
          </ac:spMkLst>
        </pc:spChg>
        <pc:spChg chg="del">
          <ac:chgData name="Wu, Jun" userId="14dfc53e-eb89-4a9e-b8d8-7d198fff2519" providerId="ADAL" clId="{25D8C45B-B5F2-5040-834B-3166F4CFC0A9}" dt="2026-06-17T14:36:50.006" v="4359" actId="478"/>
          <ac:spMkLst>
            <pc:docMk/>
            <pc:sldMk cId="3869781849" sldId="279"/>
            <ac:spMk id="40" creationId="{381F8FC2-B5AB-1526-BA9A-06D5FEAB16F3}"/>
          </ac:spMkLst>
        </pc:spChg>
        <pc:spChg chg="del">
          <ac:chgData name="Wu, Jun" userId="14dfc53e-eb89-4a9e-b8d8-7d198fff2519" providerId="ADAL" clId="{25D8C45B-B5F2-5040-834B-3166F4CFC0A9}" dt="2026-06-17T14:36:50.006" v="4359" actId="478"/>
          <ac:spMkLst>
            <pc:docMk/>
            <pc:sldMk cId="3869781849" sldId="279"/>
            <ac:spMk id="41" creationId="{3967E5F6-0AF1-519C-3F71-8FA9D330B9E6}"/>
          </ac:spMkLst>
        </pc:spChg>
        <pc:spChg chg="del">
          <ac:chgData name="Wu, Jun" userId="14dfc53e-eb89-4a9e-b8d8-7d198fff2519" providerId="ADAL" clId="{25D8C45B-B5F2-5040-834B-3166F4CFC0A9}" dt="2026-06-17T14:36:50.006" v="4359" actId="478"/>
          <ac:spMkLst>
            <pc:docMk/>
            <pc:sldMk cId="3869781849" sldId="279"/>
            <ac:spMk id="42" creationId="{C9497CA3-187B-73B6-6381-F6184464F664}"/>
          </ac:spMkLst>
        </pc:spChg>
        <pc:spChg chg="del">
          <ac:chgData name="Wu, Jun" userId="14dfc53e-eb89-4a9e-b8d8-7d198fff2519" providerId="ADAL" clId="{25D8C45B-B5F2-5040-834B-3166F4CFC0A9}" dt="2026-06-17T14:36:50.006" v="4359" actId="478"/>
          <ac:spMkLst>
            <pc:docMk/>
            <pc:sldMk cId="3869781849" sldId="279"/>
            <ac:spMk id="43" creationId="{312B38AE-7AE2-ACF0-0A5F-83ECB969B3DB}"/>
          </ac:spMkLst>
        </pc:spChg>
        <pc:spChg chg="del">
          <ac:chgData name="Wu, Jun" userId="14dfc53e-eb89-4a9e-b8d8-7d198fff2519" providerId="ADAL" clId="{25D8C45B-B5F2-5040-834B-3166F4CFC0A9}" dt="2026-06-17T14:36:50.006" v="4359" actId="478"/>
          <ac:spMkLst>
            <pc:docMk/>
            <pc:sldMk cId="3869781849" sldId="279"/>
            <ac:spMk id="44" creationId="{7875AD93-7CC1-8F03-4869-1D2ED46E8EFA}"/>
          </ac:spMkLst>
        </pc:spChg>
      </pc:sldChg>
      <pc:sldChg chg="addSp delSp modSp add mod">
        <pc:chgData name="Wu, Jun" userId="14dfc53e-eb89-4a9e-b8d8-7d198fff2519" providerId="ADAL" clId="{25D8C45B-B5F2-5040-834B-3166F4CFC0A9}" dt="2026-06-17T14:47:24.575" v="4435" actId="1036"/>
        <pc:sldMkLst>
          <pc:docMk/>
          <pc:sldMk cId="2367081901" sldId="280"/>
        </pc:sldMkLst>
        <pc:spChg chg="add del mod">
          <ac:chgData name="Wu, Jun" userId="14dfc53e-eb89-4a9e-b8d8-7d198fff2519" providerId="ADAL" clId="{25D8C45B-B5F2-5040-834B-3166F4CFC0A9}" dt="2026-06-17T14:39:15.366" v="4363" actId="478"/>
          <ac:spMkLst>
            <pc:docMk/>
            <pc:sldMk cId="2367081901" sldId="280"/>
            <ac:spMk id="2" creationId="{770298F2-944C-15C0-3D7A-4F26FE800200}"/>
          </ac:spMkLst>
        </pc:spChg>
        <pc:spChg chg="add del mod">
          <ac:chgData name="Wu, Jun" userId="14dfc53e-eb89-4a9e-b8d8-7d198fff2519" providerId="ADAL" clId="{25D8C45B-B5F2-5040-834B-3166F4CFC0A9}" dt="2026-06-17T14:39:15.366" v="4363" actId="478"/>
          <ac:spMkLst>
            <pc:docMk/>
            <pc:sldMk cId="2367081901" sldId="280"/>
            <ac:spMk id="3" creationId="{8B39B7B2-7325-785A-4548-5CAC1CF41F46}"/>
          </ac:spMkLst>
        </pc:spChg>
        <pc:spChg chg="add mod">
          <ac:chgData name="Wu, Jun" userId="14dfc53e-eb89-4a9e-b8d8-7d198fff2519" providerId="ADAL" clId="{25D8C45B-B5F2-5040-834B-3166F4CFC0A9}" dt="2026-06-17T14:47:20.737" v="4425" actId="14100"/>
          <ac:spMkLst>
            <pc:docMk/>
            <pc:sldMk cId="2367081901" sldId="280"/>
            <ac:spMk id="4" creationId="{FBDECA21-F9BE-751E-A78D-09866C9449F0}"/>
          </ac:spMkLst>
        </pc:spChg>
        <pc:spChg chg="add mod">
          <ac:chgData name="Wu, Jun" userId="14dfc53e-eb89-4a9e-b8d8-7d198fff2519" providerId="ADAL" clId="{25D8C45B-B5F2-5040-834B-3166F4CFC0A9}" dt="2026-06-17T14:47:24.575" v="4435" actId="1036"/>
          <ac:spMkLst>
            <pc:docMk/>
            <pc:sldMk cId="2367081901" sldId="280"/>
            <ac:spMk id="5" creationId="{371E0B60-4D2E-8DA4-6E57-DF5043B498DC}"/>
          </ac:spMkLst>
        </pc:spChg>
        <pc:spChg chg="mod">
          <ac:chgData name="Wu, Jun" userId="14dfc53e-eb89-4a9e-b8d8-7d198fff2519" providerId="ADAL" clId="{25D8C45B-B5F2-5040-834B-3166F4CFC0A9}" dt="2026-06-17T14:46:55.476" v="4414" actId="403"/>
          <ac:spMkLst>
            <pc:docMk/>
            <pc:sldMk cId="2367081901" sldId="280"/>
            <ac:spMk id="34" creationId="{47A2601F-FEF1-56F4-9B52-B5FAEF8AEAE9}"/>
          </ac:spMkLst>
        </pc:spChg>
        <pc:spChg chg="mod">
          <ac:chgData name="Wu, Jun" userId="14dfc53e-eb89-4a9e-b8d8-7d198fff2519" providerId="ADAL" clId="{25D8C45B-B5F2-5040-834B-3166F4CFC0A9}" dt="2026-06-17T14:47:01.005" v="4415" actId="403"/>
          <ac:spMkLst>
            <pc:docMk/>
            <pc:sldMk cId="2367081901" sldId="280"/>
            <ac:spMk id="36" creationId="{80AC6F25-9549-8D84-4C1A-B88FCF1221F4}"/>
          </ac:spMkLst>
        </pc:spChg>
        <pc:spChg chg="mod">
          <ac:chgData name="Wu, Jun" userId="14dfc53e-eb89-4a9e-b8d8-7d198fff2519" providerId="ADAL" clId="{25D8C45B-B5F2-5040-834B-3166F4CFC0A9}" dt="2026-06-17T14:46:55.476" v="4414" actId="403"/>
          <ac:spMkLst>
            <pc:docMk/>
            <pc:sldMk cId="2367081901" sldId="280"/>
            <ac:spMk id="38" creationId="{2B604BDF-3C4F-49F4-8DB6-463E991A3BBE}"/>
          </ac:spMkLst>
        </pc:spChg>
        <pc:spChg chg="mod">
          <ac:chgData name="Wu, Jun" userId="14dfc53e-eb89-4a9e-b8d8-7d198fff2519" providerId="ADAL" clId="{25D8C45B-B5F2-5040-834B-3166F4CFC0A9}" dt="2026-06-17T14:47:01.005" v="4415" actId="403"/>
          <ac:spMkLst>
            <pc:docMk/>
            <pc:sldMk cId="2367081901" sldId="280"/>
            <ac:spMk id="40" creationId="{F1515FF7-D511-B776-4B76-D7E1652765CA}"/>
          </ac:spMkLst>
        </pc:spChg>
        <pc:spChg chg="mod">
          <ac:chgData name="Wu, Jun" userId="14dfc53e-eb89-4a9e-b8d8-7d198fff2519" providerId="ADAL" clId="{25D8C45B-B5F2-5040-834B-3166F4CFC0A9}" dt="2026-06-17T14:46:55.476" v="4414" actId="403"/>
          <ac:spMkLst>
            <pc:docMk/>
            <pc:sldMk cId="2367081901" sldId="280"/>
            <ac:spMk id="42" creationId="{8FEC2454-FFBD-6A86-1EF7-29CE2F990F72}"/>
          </ac:spMkLst>
        </pc:spChg>
        <pc:spChg chg="mod">
          <ac:chgData name="Wu, Jun" userId="14dfc53e-eb89-4a9e-b8d8-7d198fff2519" providerId="ADAL" clId="{25D8C45B-B5F2-5040-834B-3166F4CFC0A9}" dt="2026-06-17T14:47:01.005" v="4415" actId="403"/>
          <ac:spMkLst>
            <pc:docMk/>
            <pc:sldMk cId="2367081901" sldId="280"/>
            <ac:spMk id="44" creationId="{93229B90-EE32-CBFA-4ADD-716FFB781BA6}"/>
          </ac:spMkLst>
        </pc:spChg>
      </pc:sldChg>
      <pc:sldChg chg="addSp modSp add mod">
        <pc:chgData name="Wu, Jun" userId="14dfc53e-eb89-4a9e-b8d8-7d198fff2519" providerId="ADAL" clId="{25D8C45B-B5F2-5040-834B-3166F4CFC0A9}" dt="2026-06-17T15:03:50.613" v="4733" actId="1035"/>
        <pc:sldMkLst>
          <pc:docMk/>
          <pc:sldMk cId="3331647775" sldId="281"/>
        </pc:sldMkLst>
        <pc:spChg chg="add mod">
          <ac:chgData name="Wu, Jun" userId="14dfc53e-eb89-4a9e-b8d8-7d198fff2519" providerId="ADAL" clId="{25D8C45B-B5F2-5040-834B-3166F4CFC0A9}" dt="2026-06-17T15:03:50.613" v="4733" actId="1035"/>
          <ac:spMkLst>
            <pc:docMk/>
            <pc:sldMk cId="3331647775" sldId="281"/>
            <ac:spMk id="2" creationId="{AA9A8424-6C8B-8310-68ED-EC7224749CC9}"/>
          </ac:spMkLst>
        </pc:spChg>
        <pc:spChg chg="add mod">
          <ac:chgData name="Wu, Jun" userId="14dfc53e-eb89-4a9e-b8d8-7d198fff2519" providerId="ADAL" clId="{25D8C45B-B5F2-5040-834B-3166F4CFC0A9}" dt="2026-06-17T15:03:50.613" v="4733" actId="1035"/>
          <ac:spMkLst>
            <pc:docMk/>
            <pc:sldMk cId="3331647775" sldId="281"/>
            <ac:spMk id="3" creationId="{4D52486F-80E2-D18B-B8AD-6BFB32C33F8F}"/>
          </ac:spMkLst>
        </pc:spChg>
        <pc:spChg chg="add mod">
          <ac:chgData name="Wu, Jun" userId="14dfc53e-eb89-4a9e-b8d8-7d198fff2519" providerId="ADAL" clId="{25D8C45B-B5F2-5040-834B-3166F4CFC0A9}" dt="2026-06-17T15:03:50.613" v="4733" actId="1035"/>
          <ac:spMkLst>
            <pc:docMk/>
            <pc:sldMk cId="3331647775" sldId="281"/>
            <ac:spMk id="4" creationId="{23818E30-C880-8677-4AF7-B9195C2C3805}"/>
          </ac:spMkLst>
        </pc:spChg>
        <pc:spChg chg="mod">
          <ac:chgData name="Wu, Jun" userId="14dfc53e-eb89-4a9e-b8d8-7d198fff2519" providerId="ADAL" clId="{25D8C45B-B5F2-5040-834B-3166F4CFC0A9}" dt="2026-06-17T14:58:21.561" v="4502" actId="20577"/>
          <ac:spMkLst>
            <pc:docMk/>
            <pc:sldMk cId="3331647775" sldId="281"/>
            <ac:spMk id="5" creationId="{DD3F398F-8606-BBCA-98D5-E6806AF1FCAA}"/>
          </ac:spMkLst>
        </pc:spChg>
        <pc:spChg chg="mod">
          <ac:chgData name="Wu, Jun" userId="14dfc53e-eb89-4a9e-b8d8-7d198fff2519" providerId="ADAL" clId="{25D8C45B-B5F2-5040-834B-3166F4CFC0A9}" dt="2026-06-17T15:03:43.595" v="4707" actId="1036"/>
          <ac:spMkLst>
            <pc:docMk/>
            <pc:sldMk cId="3331647775" sldId="281"/>
            <ac:spMk id="6" creationId="{2EF323D9-24D9-E1A1-BFE0-60D6AF041177}"/>
          </ac:spMkLst>
        </pc:spChg>
        <pc:spChg chg="add mod">
          <ac:chgData name="Wu, Jun" userId="14dfc53e-eb89-4a9e-b8d8-7d198fff2519" providerId="ADAL" clId="{25D8C45B-B5F2-5040-834B-3166F4CFC0A9}" dt="2026-06-17T15:03:50.613" v="4733" actId="1035"/>
          <ac:spMkLst>
            <pc:docMk/>
            <pc:sldMk cId="3331647775" sldId="281"/>
            <ac:spMk id="7" creationId="{C0FC4B2B-EDB4-8F21-26F6-2EBD7FB5AB37}"/>
          </ac:spMkLst>
        </pc:spChg>
        <pc:spChg chg="add mod">
          <ac:chgData name="Wu, Jun" userId="14dfc53e-eb89-4a9e-b8d8-7d198fff2519" providerId="ADAL" clId="{25D8C45B-B5F2-5040-834B-3166F4CFC0A9}" dt="2026-06-17T15:03:50.613" v="4733" actId="1035"/>
          <ac:spMkLst>
            <pc:docMk/>
            <pc:sldMk cId="3331647775" sldId="281"/>
            <ac:spMk id="8" creationId="{478872B8-794B-906B-9265-C977377B7758}"/>
          </ac:spMkLst>
        </pc:spChg>
        <pc:spChg chg="add mod">
          <ac:chgData name="Wu, Jun" userId="14dfc53e-eb89-4a9e-b8d8-7d198fff2519" providerId="ADAL" clId="{25D8C45B-B5F2-5040-834B-3166F4CFC0A9}" dt="2026-06-17T15:03:50.613" v="4733" actId="1035"/>
          <ac:spMkLst>
            <pc:docMk/>
            <pc:sldMk cId="3331647775" sldId="281"/>
            <ac:spMk id="9" creationId="{F14E237F-C122-B980-1089-27A4A29F53D7}"/>
          </ac:spMkLst>
        </pc:spChg>
        <pc:spChg chg="add mod">
          <ac:chgData name="Wu, Jun" userId="14dfc53e-eb89-4a9e-b8d8-7d198fff2519" providerId="ADAL" clId="{25D8C45B-B5F2-5040-834B-3166F4CFC0A9}" dt="2026-06-17T15:03:50.613" v="4733" actId="1035"/>
          <ac:spMkLst>
            <pc:docMk/>
            <pc:sldMk cId="3331647775" sldId="281"/>
            <ac:spMk id="10" creationId="{FE8E2D17-807F-3A9E-9062-6D03CD95383C}"/>
          </ac:spMkLst>
        </pc:spChg>
        <pc:spChg chg="add mod">
          <ac:chgData name="Wu, Jun" userId="14dfc53e-eb89-4a9e-b8d8-7d198fff2519" providerId="ADAL" clId="{25D8C45B-B5F2-5040-834B-3166F4CFC0A9}" dt="2026-06-17T15:03:50.613" v="4733" actId="1035"/>
          <ac:spMkLst>
            <pc:docMk/>
            <pc:sldMk cId="3331647775" sldId="281"/>
            <ac:spMk id="11" creationId="{B9F7754A-1A4D-ABFE-424F-1FD36829CB74}"/>
          </ac:spMkLst>
        </pc:spChg>
        <pc:spChg chg="add mod">
          <ac:chgData name="Wu, Jun" userId="14dfc53e-eb89-4a9e-b8d8-7d198fff2519" providerId="ADAL" clId="{25D8C45B-B5F2-5040-834B-3166F4CFC0A9}" dt="2026-06-17T15:03:50.613" v="4733" actId="1035"/>
          <ac:spMkLst>
            <pc:docMk/>
            <pc:sldMk cId="3331647775" sldId="281"/>
            <ac:spMk id="12" creationId="{E342DCFB-6237-835D-99D6-5D9E62094E6F}"/>
          </ac:spMkLst>
        </pc:spChg>
        <pc:spChg chg="add mod">
          <ac:chgData name="Wu, Jun" userId="14dfc53e-eb89-4a9e-b8d8-7d198fff2519" providerId="ADAL" clId="{25D8C45B-B5F2-5040-834B-3166F4CFC0A9}" dt="2026-06-17T15:03:50.613" v="4733" actId="1035"/>
          <ac:spMkLst>
            <pc:docMk/>
            <pc:sldMk cId="3331647775" sldId="281"/>
            <ac:spMk id="13" creationId="{2DF42FE6-FE09-BA1E-2732-58B8E9A41BE6}"/>
          </ac:spMkLst>
        </pc:spChg>
        <pc:spChg chg="add mod">
          <ac:chgData name="Wu, Jun" userId="14dfc53e-eb89-4a9e-b8d8-7d198fff2519" providerId="ADAL" clId="{25D8C45B-B5F2-5040-834B-3166F4CFC0A9}" dt="2026-06-17T15:03:50.613" v="4733" actId="1035"/>
          <ac:spMkLst>
            <pc:docMk/>
            <pc:sldMk cId="3331647775" sldId="281"/>
            <ac:spMk id="14" creationId="{08B5A234-6524-CAB3-B615-3AC9D4D2C1B1}"/>
          </ac:spMkLst>
        </pc:spChg>
        <pc:spChg chg="add mod">
          <ac:chgData name="Wu, Jun" userId="14dfc53e-eb89-4a9e-b8d8-7d198fff2519" providerId="ADAL" clId="{25D8C45B-B5F2-5040-834B-3166F4CFC0A9}" dt="2026-06-17T15:03:50.613" v="4733" actId="1035"/>
          <ac:spMkLst>
            <pc:docMk/>
            <pc:sldMk cId="3331647775" sldId="281"/>
            <ac:spMk id="15" creationId="{7D616C07-8560-A131-BD32-E9BC4CEB7A74}"/>
          </ac:spMkLst>
        </pc:spChg>
        <pc:spChg chg="add mod">
          <ac:chgData name="Wu, Jun" userId="14dfc53e-eb89-4a9e-b8d8-7d198fff2519" providerId="ADAL" clId="{25D8C45B-B5F2-5040-834B-3166F4CFC0A9}" dt="2026-06-17T15:03:50.613" v="4733" actId="1035"/>
          <ac:spMkLst>
            <pc:docMk/>
            <pc:sldMk cId="3331647775" sldId="281"/>
            <ac:spMk id="16" creationId="{B2FEFBBD-9ED0-B341-53E2-7A4C9D1575DC}"/>
          </ac:spMkLst>
        </pc:spChg>
        <pc:spChg chg="add mod">
          <ac:chgData name="Wu, Jun" userId="14dfc53e-eb89-4a9e-b8d8-7d198fff2519" providerId="ADAL" clId="{25D8C45B-B5F2-5040-834B-3166F4CFC0A9}" dt="2026-06-17T15:03:50.613" v="4733" actId="1035"/>
          <ac:spMkLst>
            <pc:docMk/>
            <pc:sldMk cId="3331647775" sldId="281"/>
            <ac:spMk id="17" creationId="{6AA877E3-1075-3700-CD0F-C9B5C5C9969E}"/>
          </ac:spMkLst>
        </pc:spChg>
        <pc:spChg chg="add mod">
          <ac:chgData name="Wu, Jun" userId="14dfc53e-eb89-4a9e-b8d8-7d198fff2519" providerId="ADAL" clId="{25D8C45B-B5F2-5040-834B-3166F4CFC0A9}" dt="2026-06-17T15:03:50.613" v="4733" actId="1035"/>
          <ac:spMkLst>
            <pc:docMk/>
            <pc:sldMk cId="3331647775" sldId="281"/>
            <ac:spMk id="18" creationId="{33318EC2-4621-1618-6A37-21EC4AC03BB6}"/>
          </ac:spMkLst>
        </pc:spChg>
        <pc:spChg chg="add mod">
          <ac:chgData name="Wu, Jun" userId="14dfc53e-eb89-4a9e-b8d8-7d198fff2519" providerId="ADAL" clId="{25D8C45B-B5F2-5040-834B-3166F4CFC0A9}" dt="2026-06-17T15:03:50.613" v="4733" actId="1035"/>
          <ac:spMkLst>
            <pc:docMk/>
            <pc:sldMk cId="3331647775" sldId="281"/>
            <ac:spMk id="19" creationId="{A184D4C1-1525-76DA-B996-73FAE2812801}"/>
          </ac:spMkLst>
        </pc:spChg>
        <pc:spChg chg="add mod">
          <ac:chgData name="Wu, Jun" userId="14dfc53e-eb89-4a9e-b8d8-7d198fff2519" providerId="ADAL" clId="{25D8C45B-B5F2-5040-834B-3166F4CFC0A9}" dt="2026-06-17T15:03:50.613" v="4733" actId="1035"/>
          <ac:spMkLst>
            <pc:docMk/>
            <pc:sldMk cId="3331647775" sldId="281"/>
            <ac:spMk id="20" creationId="{F252E8B3-81B9-69C6-889C-4FD8D07D734E}"/>
          </ac:spMkLst>
        </pc:spChg>
        <pc:spChg chg="add mod">
          <ac:chgData name="Wu, Jun" userId="14dfc53e-eb89-4a9e-b8d8-7d198fff2519" providerId="ADAL" clId="{25D8C45B-B5F2-5040-834B-3166F4CFC0A9}" dt="2026-06-17T15:03:50.613" v="4733" actId="1035"/>
          <ac:spMkLst>
            <pc:docMk/>
            <pc:sldMk cId="3331647775" sldId="281"/>
            <ac:spMk id="21" creationId="{1E5AFB62-6ED2-1EC0-5686-38F8E4ECEA5A}"/>
          </ac:spMkLst>
        </pc:spChg>
        <pc:spChg chg="add mod">
          <ac:chgData name="Wu, Jun" userId="14dfc53e-eb89-4a9e-b8d8-7d198fff2519" providerId="ADAL" clId="{25D8C45B-B5F2-5040-834B-3166F4CFC0A9}" dt="2026-06-17T15:03:50.613" v="4733" actId="1035"/>
          <ac:spMkLst>
            <pc:docMk/>
            <pc:sldMk cId="3331647775" sldId="281"/>
            <ac:spMk id="22" creationId="{88CB8A5F-9AB0-FB02-F047-951F4608F5AC}"/>
          </ac:spMkLst>
        </pc:spChg>
        <pc:spChg chg="add mod">
          <ac:chgData name="Wu, Jun" userId="14dfc53e-eb89-4a9e-b8d8-7d198fff2519" providerId="ADAL" clId="{25D8C45B-B5F2-5040-834B-3166F4CFC0A9}" dt="2026-06-17T15:03:50.613" v="4733" actId="1035"/>
          <ac:spMkLst>
            <pc:docMk/>
            <pc:sldMk cId="3331647775" sldId="281"/>
            <ac:spMk id="23" creationId="{70A51019-68EC-F8AC-154B-AEF8AE5A9D7E}"/>
          </ac:spMkLst>
        </pc:spChg>
        <pc:spChg chg="add mod">
          <ac:chgData name="Wu, Jun" userId="14dfc53e-eb89-4a9e-b8d8-7d198fff2519" providerId="ADAL" clId="{25D8C45B-B5F2-5040-834B-3166F4CFC0A9}" dt="2026-06-17T15:03:50.613" v="4733" actId="1035"/>
          <ac:spMkLst>
            <pc:docMk/>
            <pc:sldMk cId="3331647775" sldId="281"/>
            <ac:spMk id="24" creationId="{AE17BA9E-CF8F-4CA7-6047-60EBACCD593B}"/>
          </ac:spMkLst>
        </pc:spChg>
        <pc:spChg chg="add mod">
          <ac:chgData name="Wu, Jun" userId="14dfc53e-eb89-4a9e-b8d8-7d198fff2519" providerId="ADAL" clId="{25D8C45B-B5F2-5040-834B-3166F4CFC0A9}" dt="2026-06-17T15:03:50.613" v="4733" actId="1035"/>
          <ac:spMkLst>
            <pc:docMk/>
            <pc:sldMk cId="3331647775" sldId="281"/>
            <ac:spMk id="25" creationId="{82A7A87B-7D72-0FA9-A564-3D88A5108B72}"/>
          </ac:spMkLst>
        </pc:spChg>
        <pc:spChg chg="add mod">
          <ac:chgData name="Wu, Jun" userId="14dfc53e-eb89-4a9e-b8d8-7d198fff2519" providerId="ADAL" clId="{25D8C45B-B5F2-5040-834B-3166F4CFC0A9}" dt="2026-06-17T15:03:50.613" v="4733" actId="1035"/>
          <ac:spMkLst>
            <pc:docMk/>
            <pc:sldMk cId="3331647775" sldId="281"/>
            <ac:spMk id="26" creationId="{064C1BC5-4A5F-2204-E19D-7D8426077361}"/>
          </ac:spMkLst>
        </pc:spChg>
        <pc:spChg chg="add mod">
          <ac:chgData name="Wu, Jun" userId="14dfc53e-eb89-4a9e-b8d8-7d198fff2519" providerId="ADAL" clId="{25D8C45B-B5F2-5040-834B-3166F4CFC0A9}" dt="2026-06-17T15:03:50.613" v="4733" actId="1035"/>
          <ac:spMkLst>
            <pc:docMk/>
            <pc:sldMk cId="3331647775" sldId="281"/>
            <ac:spMk id="27" creationId="{A550B833-E3D9-584C-239D-24C30EB323B5}"/>
          </ac:spMkLst>
        </pc:spChg>
        <pc:spChg chg="add mod">
          <ac:chgData name="Wu, Jun" userId="14dfc53e-eb89-4a9e-b8d8-7d198fff2519" providerId="ADAL" clId="{25D8C45B-B5F2-5040-834B-3166F4CFC0A9}" dt="2026-06-17T15:03:50.613" v="4733" actId="1035"/>
          <ac:spMkLst>
            <pc:docMk/>
            <pc:sldMk cId="3331647775" sldId="281"/>
            <ac:spMk id="28" creationId="{468E9851-5E6B-5483-2D92-F71D94543D9B}"/>
          </ac:spMkLst>
        </pc:spChg>
        <pc:spChg chg="add mod">
          <ac:chgData name="Wu, Jun" userId="14dfc53e-eb89-4a9e-b8d8-7d198fff2519" providerId="ADAL" clId="{25D8C45B-B5F2-5040-834B-3166F4CFC0A9}" dt="2026-06-17T15:03:50.613" v="4733" actId="1035"/>
          <ac:spMkLst>
            <pc:docMk/>
            <pc:sldMk cId="3331647775" sldId="281"/>
            <ac:spMk id="29" creationId="{8BB0D740-3548-BC6E-2717-9B59B534F234}"/>
          </ac:spMkLst>
        </pc:spChg>
        <pc:spChg chg="add mod">
          <ac:chgData name="Wu, Jun" userId="14dfc53e-eb89-4a9e-b8d8-7d198fff2519" providerId="ADAL" clId="{25D8C45B-B5F2-5040-834B-3166F4CFC0A9}" dt="2026-06-17T15:03:50.613" v="4733" actId="1035"/>
          <ac:spMkLst>
            <pc:docMk/>
            <pc:sldMk cId="3331647775" sldId="281"/>
            <ac:spMk id="30" creationId="{B4652C4E-EBA0-C4EB-369C-A9FC1486052C}"/>
          </ac:spMkLst>
        </pc:spChg>
        <pc:spChg chg="add mod">
          <ac:chgData name="Wu, Jun" userId="14dfc53e-eb89-4a9e-b8d8-7d198fff2519" providerId="ADAL" clId="{25D8C45B-B5F2-5040-834B-3166F4CFC0A9}" dt="2026-06-17T15:03:50.613" v="4733" actId="1035"/>
          <ac:spMkLst>
            <pc:docMk/>
            <pc:sldMk cId="3331647775" sldId="281"/>
            <ac:spMk id="31" creationId="{5164D0F2-A552-1C9A-D0A5-EA978EDDD0BD}"/>
          </ac:spMkLst>
        </pc:spChg>
        <pc:spChg chg="add mod">
          <ac:chgData name="Wu, Jun" userId="14dfc53e-eb89-4a9e-b8d8-7d198fff2519" providerId="ADAL" clId="{25D8C45B-B5F2-5040-834B-3166F4CFC0A9}" dt="2026-06-17T15:03:50.613" v="4733" actId="1035"/>
          <ac:spMkLst>
            <pc:docMk/>
            <pc:sldMk cId="3331647775" sldId="281"/>
            <ac:spMk id="32" creationId="{7E39D293-4791-B3CC-D1E3-2375B4D6A68A}"/>
          </ac:spMkLst>
        </pc:spChg>
        <pc:spChg chg="add mod">
          <ac:chgData name="Wu, Jun" userId="14dfc53e-eb89-4a9e-b8d8-7d198fff2519" providerId="ADAL" clId="{25D8C45B-B5F2-5040-834B-3166F4CFC0A9}" dt="2026-06-17T15:03:50.613" v="4733" actId="1035"/>
          <ac:spMkLst>
            <pc:docMk/>
            <pc:sldMk cId="3331647775" sldId="281"/>
            <ac:spMk id="33" creationId="{7DB88F51-18D8-3690-AE23-FA45B562389E}"/>
          </ac:spMkLst>
        </pc:spChg>
        <pc:spChg chg="add mod">
          <ac:chgData name="Wu, Jun" userId="14dfc53e-eb89-4a9e-b8d8-7d198fff2519" providerId="ADAL" clId="{25D8C45B-B5F2-5040-834B-3166F4CFC0A9}" dt="2026-06-17T15:03:50.613" v="4733" actId="1035"/>
          <ac:spMkLst>
            <pc:docMk/>
            <pc:sldMk cId="3331647775" sldId="281"/>
            <ac:spMk id="34" creationId="{E6BD58DB-9CF0-547D-5EE4-B7A98E4AD101}"/>
          </ac:spMkLst>
        </pc:spChg>
        <pc:spChg chg="add mod">
          <ac:chgData name="Wu, Jun" userId="14dfc53e-eb89-4a9e-b8d8-7d198fff2519" providerId="ADAL" clId="{25D8C45B-B5F2-5040-834B-3166F4CFC0A9}" dt="2026-06-17T15:03:50.613" v="4733" actId="1035"/>
          <ac:spMkLst>
            <pc:docMk/>
            <pc:sldMk cId="3331647775" sldId="281"/>
            <ac:spMk id="35" creationId="{1E855CBD-E32D-50A7-D73F-22E738941846}"/>
          </ac:spMkLst>
        </pc:spChg>
      </pc:sldChg>
      <pc:sldChg chg="addSp delSp modSp add mod">
        <pc:chgData name="Wu, Jun" userId="14dfc53e-eb89-4a9e-b8d8-7d198fff2519" providerId="ADAL" clId="{25D8C45B-B5F2-5040-834B-3166F4CFC0A9}" dt="2026-06-17T15:09:33.463" v="4825" actId="1036"/>
        <pc:sldMkLst>
          <pc:docMk/>
          <pc:sldMk cId="4196857856" sldId="282"/>
        </pc:sldMkLst>
        <pc:spChg chg="add mod">
          <ac:chgData name="Wu, Jun" userId="14dfc53e-eb89-4a9e-b8d8-7d198fff2519" providerId="ADAL" clId="{25D8C45B-B5F2-5040-834B-3166F4CFC0A9}" dt="2026-06-17T15:09:33.463" v="4825" actId="1036"/>
          <ac:spMkLst>
            <pc:docMk/>
            <pc:sldMk cId="4196857856" sldId="282"/>
            <ac:spMk id="2" creationId="{A39C9EF9-79CD-8921-963C-E374131F2835}"/>
          </ac:spMkLst>
        </pc:spChg>
        <pc:spChg chg="add mod">
          <ac:chgData name="Wu, Jun" userId="14dfc53e-eb89-4a9e-b8d8-7d198fff2519" providerId="ADAL" clId="{25D8C45B-B5F2-5040-834B-3166F4CFC0A9}" dt="2026-06-17T15:09:33.463" v="4825" actId="1036"/>
          <ac:spMkLst>
            <pc:docMk/>
            <pc:sldMk cId="4196857856" sldId="282"/>
            <ac:spMk id="3" creationId="{7DCF7CA2-1994-9D58-028B-D749495D1219}"/>
          </ac:spMkLst>
        </pc:spChg>
        <pc:spChg chg="add mod">
          <ac:chgData name="Wu, Jun" userId="14dfc53e-eb89-4a9e-b8d8-7d198fff2519" providerId="ADAL" clId="{25D8C45B-B5F2-5040-834B-3166F4CFC0A9}" dt="2026-06-17T15:09:33.463" v="4825" actId="1036"/>
          <ac:spMkLst>
            <pc:docMk/>
            <pc:sldMk cId="4196857856" sldId="282"/>
            <ac:spMk id="4" creationId="{2A670832-3241-5EB2-6D21-BA880FB055CD}"/>
          </ac:spMkLst>
        </pc:spChg>
        <pc:spChg chg="mod">
          <ac:chgData name="Wu, Jun" userId="14dfc53e-eb89-4a9e-b8d8-7d198fff2519" providerId="ADAL" clId="{25D8C45B-B5F2-5040-834B-3166F4CFC0A9}" dt="2026-06-17T15:04:50.945" v="4735" actId="20577"/>
          <ac:spMkLst>
            <pc:docMk/>
            <pc:sldMk cId="4196857856" sldId="282"/>
            <ac:spMk id="5" creationId="{AFC1CA84-50E2-0B60-F8C2-4A5A10597731}"/>
          </ac:spMkLst>
        </pc:spChg>
        <pc:spChg chg="add mod">
          <ac:chgData name="Wu, Jun" userId="14dfc53e-eb89-4a9e-b8d8-7d198fff2519" providerId="ADAL" clId="{25D8C45B-B5F2-5040-834B-3166F4CFC0A9}" dt="2026-06-17T15:09:33.463" v="4825" actId="1036"/>
          <ac:spMkLst>
            <pc:docMk/>
            <pc:sldMk cId="4196857856" sldId="282"/>
            <ac:spMk id="6" creationId="{48FD5D1C-4A82-A8AC-27B8-7263A7B3EE6C}"/>
          </ac:spMkLst>
        </pc:spChg>
        <pc:spChg chg="add mod">
          <ac:chgData name="Wu, Jun" userId="14dfc53e-eb89-4a9e-b8d8-7d198fff2519" providerId="ADAL" clId="{25D8C45B-B5F2-5040-834B-3166F4CFC0A9}" dt="2026-06-17T15:09:33.463" v="4825" actId="1036"/>
          <ac:spMkLst>
            <pc:docMk/>
            <pc:sldMk cId="4196857856" sldId="282"/>
            <ac:spMk id="7" creationId="{33282CE0-8784-3049-05EE-BF13B63E15A0}"/>
          </ac:spMkLst>
        </pc:spChg>
        <pc:spChg chg="add mod">
          <ac:chgData name="Wu, Jun" userId="14dfc53e-eb89-4a9e-b8d8-7d198fff2519" providerId="ADAL" clId="{25D8C45B-B5F2-5040-834B-3166F4CFC0A9}" dt="2026-06-17T15:09:33.463" v="4825" actId="1036"/>
          <ac:spMkLst>
            <pc:docMk/>
            <pc:sldMk cId="4196857856" sldId="282"/>
            <ac:spMk id="8" creationId="{8A1328B4-5E10-6389-DDFE-06D696638D43}"/>
          </ac:spMkLst>
        </pc:spChg>
        <pc:spChg chg="add mod">
          <ac:chgData name="Wu, Jun" userId="14dfc53e-eb89-4a9e-b8d8-7d198fff2519" providerId="ADAL" clId="{25D8C45B-B5F2-5040-834B-3166F4CFC0A9}" dt="2026-06-17T15:09:33.463" v="4825" actId="1036"/>
          <ac:spMkLst>
            <pc:docMk/>
            <pc:sldMk cId="4196857856" sldId="282"/>
            <ac:spMk id="9" creationId="{9E1E530D-1724-58FB-446E-A1635B08DD84}"/>
          </ac:spMkLst>
        </pc:spChg>
        <pc:spChg chg="add mod">
          <ac:chgData name="Wu, Jun" userId="14dfc53e-eb89-4a9e-b8d8-7d198fff2519" providerId="ADAL" clId="{25D8C45B-B5F2-5040-834B-3166F4CFC0A9}" dt="2026-06-17T15:09:33.463" v="4825" actId="1036"/>
          <ac:spMkLst>
            <pc:docMk/>
            <pc:sldMk cId="4196857856" sldId="282"/>
            <ac:spMk id="10" creationId="{1D8A5306-D3DE-0846-0F94-2CBE4ED22A66}"/>
          </ac:spMkLst>
        </pc:spChg>
        <pc:spChg chg="add mod">
          <ac:chgData name="Wu, Jun" userId="14dfc53e-eb89-4a9e-b8d8-7d198fff2519" providerId="ADAL" clId="{25D8C45B-B5F2-5040-834B-3166F4CFC0A9}" dt="2026-06-17T15:09:33.463" v="4825" actId="1036"/>
          <ac:spMkLst>
            <pc:docMk/>
            <pc:sldMk cId="4196857856" sldId="282"/>
            <ac:spMk id="11" creationId="{7A90C633-74A6-AE91-3D5D-7952D5E254B9}"/>
          </ac:spMkLst>
        </pc:spChg>
        <pc:spChg chg="add mod">
          <ac:chgData name="Wu, Jun" userId="14dfc53e-eb89-4a9e-b8d8-7d198fff2519" providerId="ADAL" clId="{25D8C45B-B5F2-5040-834B-3166F4CFC0A9}" dt="2026-06-17T15:09:33.463" v="4825" actId="1036"/>
          <ac:spMkLst>
            <pc:docMk/>
            <pc:sldMk cId="4196857856" sldId="282"/>
            <ac:spMk id="12" creationId="{332F8154-50D7-F3B4-9B30-C059AC06E55B}"/>
          </ac:spMkLst>
        </pc:spChg>
        <pc:spChg chg="add mod">
          <ac:chgData name="Wu, Jun" userId="14dfc53e-eb89-4a9e-b8d8-7d198fff2519" providerId="ADAL" clId="{25D8C45B-B5F2-5040-834B-3166F4CFC0A9}" dt="2026-06-17T15:09:33.463" v="4825" actId="1036"/>
          <ac:spMkLst>
            <pc:docMk/>
            <pc:sldMk cId="4196857856" sldId="282"/>
            <ac:spMk id="13" creationId="{EAD18C65-57A0-6D38-5F18-E5CF56ABA179}"/>
          </ac:spMkLst>
        </pc:spChg>
        <pc:spChg chg="add mod">
          <ac:chgData name="Wu, Jun" userId="14dfc53e-eb89-4a9e-b8d8-7d198fff2519" providerId="ADAL" clId="{25D8C45B-B5F2-5040-834B-3166F4CFC0A9}" dt="2026-06-17T15:09:33.463" v="4825" actId="1036"/>
          <ac:spMkLst>
            <pc:docMk/>
            <pc:sldMk cId="4196857856" sldId="282"/>
            <ac:spMk id="15" creationId="{D66F314B-E1E4-5C59-0C01-AFEC90AF19D0}"/>
          </ac:spMkLst>
        </pc:spChg>
        <pc:picChg chg="del">
          <ac:chgData name="Wu, Jun" userId="14dfc53e-eb89-4a9e-b8d8-7d198fff2519" providerId="ADAL" clId="{25D8C45B-B5F2-5040-834B-3166F4CFC0A9}" dt="2026-06-17T15:04:55.252" v="4736" actId="478"/>
          <ac:picMkLst>
            <pc:docMk/>
            <pc:sldMk cId="4196857856" sldId="282"/>
            <ac:picMk id="14" creationId="{8D4FF3F7-BE58-9F57-05F9-D8F1157E429C}"/>
          </ac:picMkLst>
        </pc:picChg>
        <pc:picChg chg="del">
          <ac:chgData name="Wu, Jun" userId="14dfc53e-eb89-4a9e-b8d8-7d198fff2519" providerId="ADAL" clId="{25D8C45B-B5F2-5040-834B-3166F4CFC0A9}" dt="2026-06-17T15:04:55.252" v="4736" actId="478"/>
          <ac:picMkLst>
            <pc:docMk/>
            <pc:sldMk cId="4196857856" sldId="282"/>
            <ac:picMk id="22" creationId="{8FB3E170-1A8E-A6BD-36B6-2778F0F4976B}"/>
          </ac:picMkLst>
        </pc:picChg>
        <pc:picChg chg="del">
          <ac:chgData name="Wu, Jun" userId="14dfc53e-eb89-4a9e-b8d8-7d198fff2519" providerId="ADAL" clId="{25D8C45B-B5F2-5040-834B-3166F4CFC0A9}" dt="2026-06-17T15:04:55.252" v="4736" actId="478"/>
          <ac:picMkLst>
            <pc:docMk/>
            <pc:sldMk cId="4196857856" sldId="282"/>
            <ac:picMk id="11266" creationId="{9BBC2F7F-82FC-2423-15B5-0300A75EDF3F}"/>
          </ac:picMkLst>
        </pc:picChg>
        <pc:picChg chg="del">
          <ac:chgData name="Wu, Jun" userId="14dfc53e-eb89-4a9e-b8d8-7d198fff2519" providerId="ADAL" clId="{25D8C45B-B5F2-5040-834B-3166F4CFC0A9}" dt="2026-06-17T15:04:55.252" v="4736" actId="478"/>
          <ac:picMkLst>
            <pc:docMk/>
            <pc:sldMk cId="4196857856" sldId="282"/>
            <ac:picMk id="11271" creationId="{835E6B0B-0C6F-6F78-1C97-196A0C907208}"/>
          </ac:picMkLst>
        </pc:picChg>
      </pc:sldChg>
      <pc:sldChg chg="addSp modSp add mod">
        <pc:chgData name="Wu, Jun" userId="14dfc53e-eb89-4a9e-b8d8-7d198fff2519" providerId="ADAL" clId="{25D8C45B-B5F2-5040-834B-3166F4CFC0A9}" dt="2026-06-17T15:12:35.443" v="4900" actId="14100"/>
        <pc:sldMkLst>
          <pc:docMk/>
          <pc:sldMk cId="7268561" sldId="283"/>
        </pc:sldMkLst>
        <pc:spChg chg="add mod">
          <ac:chgData name="Wu, Jun" userId="14dfc53e-eb89-4a9e-b8d8-7d198fff2519" providerId="ADAL" clId="{25D8C45B-B5F2-5040-834B-3166F4CFC0A9}" dt="2026-06-17T15:12:35.443" v="4900" actId="14100"/>
          <ac:spMkLst>
            <pc:docMk/>
            <pc:sldMk cId="7268561" sldId="283"/>
            <ac:spMk id="14" creationId="{2121A6D7-2447-6EC4-EA51-888DFF074F49}"/>
          </ac:spMkLst>
        </pc:spChg>
        <pc:spChg chg="add mod">
          <ac:chgData name="Wu, Jun" userId="14dfc53e-eb89-4a9e-b8d8-7d198fff2519" providerId="ADAL" clId="{25D8C45B-B5F2-5040-834B-3166F4CFC0A9}" dt="2026-06-17T15:12:28.820" v="4899" actId="1037"/>
          <ac:spMkLst>
            <pc:docMk/>
            <pc:sldMk cId="7268561" sldId="283"/>
            <ac:spMk id="16" creationId="{8AEBF642-A007-C6B5-4792-4BF37A1E92E0}"/>
          </ac:spMkLst>
        </pc:spChg>
        <pc:picChg chg="add mod">
          <ac:chgData name="Wu, Jun" userId="14dfc53e-eb89-4a9e-b8d8-7d198fff2519" providerId="ADAL" clId="{25D8C45B-B5F2-5040-834B-3166F4CFC0A9}" dt="2026-06-17T15:12:28.820" v="4899" actId="1037"/>
          <ac:picMkLst>
            <pc:docMk/>
            <pc:sldMk cId="7268561" sldId="283"/>
            <ac:picMk id="18" creationId="{733E9839-E905-8BDE-EF39-566071BE26C2}"/>
          </ac:picMkLst>
        </pc:picChg>
      </pc:sldChg>
      <pc:sldChg chg="addSp delSp modSp add mod">
        <pc:chgData name="Wu, Jun" userId="14dfc53e-eb89-4a9e-b8d8-7d198fff2519" providerId="ADAL" clId="{25D8C45B-B5F2-5040-834B-3166F4CFC0A9}" dt="2026-06-17T15:51:15.217" v="5076" actId="478"/>
        <pc:sldMkLst>
          <pc:docMk/>
          <pc:sldMk cId="1735017627" sldId="284"/>
        </pc:sldMkLst>
        <pc:spChg chg="add mod">
          <ac:chgData name="Wu, Jun" userId="14dfc53e-eb89-4a9e-b8d8-7d198fff2519" providerId="ADAL" clId="{25D8C45B-B5F2-5040-834B-3166F4CFC0A9}" dt="2026-06-17T15:42:58.937" v="4931" actId="1076"/>
          <ac:spMkLst>
            <pc:docMk/>
            <pc:sldMk cId="1735017627" sldId="284"/>
            <ac:spMk id="7" creationId="{F0258AE0-2C18-3B12-C00F-89FF2571F3DA}"/>
          </ac:spMkLst>
        </pc:spChg>
        <pc:spChg chg="add mod">
          <ac:chgData name="Wu, Jun" userId="14dfc53e-eb89-4a9e-b8d8-7d198fff2519" providerId="ADAL" clId="{25D8C45B-B5F2-5040-834B-3166F4CFC0A9}" dt="2026-06-17T15:42:58.937" v="4931" actId="1076"/>
          <ac:spMkLst>
            <pc:docMk/>
            <pc:sldMk cId="1735017627" sldId="284"/>
            <ac:spMk id="8" creationId="{F0B7A4B8-FF93-1D98-05BE-DA57B32AE4BD}"/>
          </ac:spMkLst>
        </pc:spChg>
        <pc:spChg chg="add mod">
          <ac:chgData name="Wu, Jun" userId="14dfc53e-eb89-4a9e-b8d8-7d198fff2519" providerId="ADAL" clId="{25D8C45B-B5F2-5040-834B-3166F4CFC0A9}" dt="2026-06-17T15:42:58.937" v="4931" actId="1076"/>
          <ac:spMkLst>
            <pc:docMk/>
            <pc:sldMk cId="1735017627" sldId="284"/>
            <ac:spMk id="9" creationId="{9953E70F-DF04-2AAF-5A98-6C62FAE8A519}"/>
          </ac:spMkLst>
        </pc:spChg>
        <pc:spChg chg="add mod">
          <ac:chgData name="Wu, Jun" userId="14dfc53e-eb89-4a9e-b8d8-7d198fff2519" providerId="ADAL" clId="{25D8C45B-B5F2-5040-834B-3166F4CFC0A9}" dt="2026-06-17T15:42:58.937" v="4931" actId="1076"/>
          <ac:spMkLst>
            <pc:docMk/>
            <pc:sldMk cId="1735017627" sldId="284"/>
            <ac:spMk id="10" creationId="{EE60D002-9571-573A-DEA8-488CE2ED66C9}"/>
          </ac:spMkLst>
        </pc:spChg>
        <pc:spChg chg="add mod">
          <ac:chgData name="Wu, Jun" userId="14dfc53e-eb89-4a9e-b8d8-7d198fff2519" providerId="ADAL" clId="{25D8C45B-B5F2-5040-834B-3166F4CFC0A9}" dt="2026-06-17T15:42:58.937" v="4931" actId="1076"/>
          <ac:spMkLst>
            <pc:docMk/>
            <pc:sldMk cId="1735017627" sldId="284"/>
            <ac:spMk id="11" creationId="{F0B61A99-35ED-B5EE-8B9E-D41B4B21E85A}"/>
          </ac:spMkLst>
        </pc:spChg>
        <pc:spChg chg="add mod">
          <ac:chgData name="Wu, Jun" userId="14dfc53e-eb89-4a9e-b8d8-7d198fff2519" providerId="ADAL" clId="{25D8C45B-B5F2-5040-834B-3166F4CFC0A9}" dt="2026-06-17T15:42:58.937" v="4931" actId="1076"/>
          <ac:spMkLst>
            <pc:docMk/>
            <pc:sldMk cId="1735017627" sldId="284"/>
            <ac:spMk id="12" creationId="{924B4560-937E-CF5A-9B3A-F9DC88C24CEF}"/>
          </ac:spMkLst>
        </pc:spChg>
        <pc:spChg chg="add mod">
          <ac:chgData name="Wu, Jun" userId="14dfc53e-eb89-4a9e-b8d8-7d198fff2519" providerId="ADAL" clId="{25D8C45B-B5F2-5040-834B-3166F4CFC0A9}" dt="2026-06-17T15:42:58.937" v="4931" actId="1076"/>
          <ac:spMkLst>
            <pc:docMk/>
            <pc:sldMk cId="1735017627" sldId="284"/>
            <ac:spMk id="13" creationId="{74D68F31-C7BF-7B25-528A-0FF0D066D2FC}"/>
          </ac:spMkLst>
        </pc:spChg>
        <pc:spChg chg="add mod">
          <ac:chgData name="Wu, Jun" userId="14dfc53e-eb89-4a9e-b8d8-7d198fff2519" providerId="ADAL" clId="{25D8C45B-B5F2-5040-834B-3166F4CFC0A9}" dt="2026-06-17T15:42:58.937" v="4931" actId="1076"/>
          <ac:spMkLst>
            <pc:docMk/>
            <pc:sldMk cId="1735017627" sldId="284"/>
            <ac:spMk id="14" creationId="{C915F0A5-13B1-AEB9-1F4F-E42AB1EA425A}"/>
          </ac:spMkLst>
        </pc:spChg>
        <pc:spChg chg="add mod">
          <ac:chgData name="Wu, Jun" userId="14dfc53e-eb89-4a9e-b8d8-7d198fff2519" providerId="ADAL" clId="{25D8C45B-B5F2-5040-834B-3166F4CFC0A9}" dt="2026-06-17T15:42:58.937" v="4931" actId="1076"/>
          <ac:spMkLst>
            <pc:docMk/>
            <pc:sldMk cId="1735017627" sldId="284"/>
            <ac:spMk id="15" creationId="{268C69F1-578E-F169-6298-521EBD8F06B6}"/>
          </ac:spMkLst>
        </pc:spChg>
        <pc:spChg chg="add mod">
          <ac:chgData name="Wu, Jun" userId="14dfc53e-eb89-4a9e-b8d8-7d198fff2519" providerId="ADAL" clId="{25D8C45B-B5F2-5040-834B-3166F4CFC0A9}" dt="2026-06-17T15:42:58.937" v="4931" actId="1076"/>
          <ac:spMkLst>
            <pc:docMk/>
            <pc:sldMk cId="1735017627" sldId="284"/>
            <ac:spMk id="16" creationId="{F4384AA8-1AC5-6757-86D4-52906914D82A}"/>
          </ac:spMkLst>
        </pc:spChg>
        <pc:spChg chg="add mod">
          <ac:chgData name="Wu, Jun" userId="14dfc53e-eb89-4a9e-b8d8-7d198fff2519" providerId="ADAL" clId="{25D8C45B-B5F2-5040-834B-3166F4CFC0A9}" dt="2026-06-17T15:42:58.937" v="4931" actId="1076"/>
          <ac:spMkLst>
            <pc:docMk/>
            <pc:sldMk cId="1735017627" sldId="284"/>
            <ac:spMk id="17" creationId="{0098AF0F-5B70-3A62-0ACB-2D34EE9E6BFC}"/>
          </ac:spMkLst>
        </pc:spChg>
        <pc:spChg chg="add mod">
          <ac:chgData name="Wu, Jun" userId="14dfc53e-eb89-4a9e-b8d8-7d198fff2519" providerId="ADAL" clId="{25D8C45B-B5F2-5040-834B-3166F4CFC0A9}" dt="2026-06-17T15:42:58.937" v="4931" actId="1076"/>
          <ac:spMkLst>
            <pc:docMk/>
            <pc:sldMk cId="1735017627" sldId="284"/>
            <ac:spMk id="18" creationId="{E5332556-612B-473D-C88A-93345904B7A4}"/>
          </ac:spMkLst>
        </pc:spChg>
        <pc:spChg chg="add mod">
          <ac:chgData name="Wu, Jun" userId="14dfc53e-eb89-4a9e-b8d8-7d198fff2519" providerId="ADAL" clId="{25D8C45B-B5F2-5040-834B-3166F4CFC0A9}" dt="2026-06-17T15:42:58.937" v="4931" actId="1076"/>
          <ac:spMkLst>
            <pc:docMk/>
            <pc:sldMk cId="1735017627" sldId="284"/>
            <ac:spMk id="19" creationId="{ADA4E301-217E-C86A-6F93-4EADEB3DA078}"/>
          </ac:spMkLst>
        </pc:spChg>
        <pc:spChg chg="add mod">
          <ac:chgData name="Wu, Jun" userId="14dfc53e-eb89-4a9e-b8d8-7d198fff2519" providerId="ADAL" clId="{25D8C45B-B5F2-5040-834B-3166F4CFC0A9}" dt="2026-06-17T15:42:58.937" v="4931" actId="1076"/>
          <ac:spMkLst>
            <pc:docMk/>
            <pc:sldMk cId="1735017627" sldId="284"/>
            <ac:spMk id="20" creationId="{A7B7A807-4CF6-F5DF-ED51-6C773F14B111}"/>
          </ac:spMkLst>
        </pc:spChg>
        <pc:spChg chg="add mod">
          <ac:chgData name="Wu, Jun" userId="14dfc53e-eb89-4a9e-b8d8-7d198fff2519" providerId="ADAL" clId="{25D8C45B-B5F2-5040-834B-3166F4CFC0A9}" dt="2026-06-17T15:42:58.937" v="4931" actId="1076"/>
          <ac:spMkLst>
            <pc:docMk/>
            <pc:sldMk cId="1735017627" sldId="284"/>
            <ac:spMk id="21" creationId="{8CE1F461-E71D-57CB-C386-695956263D0A}"/>
          </ac:spMkLst>
        </pc:spChg>
        <pc:spChg chg="add mod">
          <ac:chgData name="Wu, Jun" userId="14dfc53e-eb89-4a9e-b8d8-7d198fff2519" providerId="ADAL" clId="{25D8C45B-B5F2-5040-834B-3166F4CFC0A9}" dt="2026-06-17T15:42:58.937" v="4931" actId="1076"/>
          <ac:spMkLst>
            <pc:docMk/>
            <pc:sldMk cId="1735017627" sldId="284"/>
            <ac:spMk id="22" creationId="{7439D667-15DB-45F5-5CC0-D58958C2460B}"/>
          </ac:spMkLst>
        </pc:spChg>
        <pc:spChg chg="add mod">
          <ac:chgData name="Wu, Jun" userId="14dfc53e-eb89-4a9e-b8d8-7d198fff2519" providerId="ADAL" clId="{25D8C45B-B5F2-5040-834B-3166F4CFC0A9}" dt="2026-06-17T15:42:58.937" v="4931" actId="1076"/>
          <ac:spMkLst>
            <pc:docMk/>
            <pc:sldMk cId="1735017627" sldId="284"/>
            <ac:spMk id="23" creationId="{41E47F4A-7999-26DA-B992-C10050E4EF69}"/>
          </ac:spMkLst>
        </pc:spChg>
        <pc:spChg chg="add mod">
          <ac:chgData name="Wu, Jun" userId="14dfc53e-eb89-4a9e-b8d8-7d198fff2519" providerId="ADAL" clId="{25D8C45B-B5F2-5040-834B-3166F4CFC0A9}" dt="2026-06-17T15:42:58.937" v="4931" actId="1076"/>
          <ac:spMkLst>
            <pc:docMk/>
            <pc:sldMk cId="1735017627" sldId="284"/>
            <ac:spMk id="24" creationId="{54FE323F-841E-EC08-82C8-03FA742C02E9}"/>
          </ac:spMkLst>
        </pc:spChg>
        <pc:spChg chg="add mod">
          <ac:chgData name="Wu, Jun" userId="14dfc53e-eb89-4a9e-b8d8-7d198fff2519" providerId="ADAL" clId="{25D8C45B-B5F2-5040-834B-3166F4CFC0A9}" dt="2026-06-17T15:42:58.937" v="4931" actId="1076"/>
          <ac:spMkLst>
            <pc:docMk/>
            <pc:sldMk cId="1735017627" sldId="284"/>
            <ac:spMk id="25" creationId="{367DEF3A-4742-EBCF-4446-5204377C2045}"/>
          </ac:spMkLst>
        </pc:spChg>
        <pc:spChg chg="add mod">
          <ac:chgData name="Wu, Jun" userId="14dfc53e-eb89-4a9e-b8d8-7d198fff2519" providerId="ADAL" clId="{25D8C45B-B5F2-5040-834B-3166F4CFC0A9}" dt="2026-06-17T15:42:58.937" v="4931" actId="1076"/>
          <ac:spMkLst>
            <pc:docMk/>
            <pc:sldMk cId="1735017627" sldId="284"/>
            <ac:spMk id="26" creationId="{62BDF53A-07D7-B7C3-E09E-0F84B16FDFA0}"/>
          </ac:spMkLst>
        </pc:spChg>
        <pc:spChg chg="add mod">
          <ac:chgData name="Wu, Jun" userId="14dfc53e-eb89-4a9e-b8d8-7d198fff2519" providerId="ADAL" clId="{25D8C45B-B5F2-5040-834B-3166F4CFC0A9}" dt="2026-06-17T15:42:58.937" v="4931" actId="1076"/>
          <ac:spMkLst>
            <pc:docMk/>
            <pc:sldMk cId="1735017627" sldId="284"/>
            <ac:spMk id="27" creationId="{9D330463-33FA-365E-A4EB-FE0BBDBD011E}"/>
          </ac:spMkLst>
        </pc:spChg>
        <pc:spChg chg="add mod">
          <ac:chgData name="Wu, Jun" userId="14dfc53e-eb89-4a9e-b8d8-7d198fff2519" providerId="ADAL" clId="{25D8C45B-B5F2-5040-834B-3166F4CFC0A9}" dt="2026-06-17T15:42:58.937" v="4931" actId="1076"/>
          <ac:spMkLst>
            <pc:docMk/>
            <pc:sldMk cId="1735017627" sldId="284"/>
            <ac:spMk id="28" creationId="{C1C1921C-B072-4BF1-74C3-80533A58E5A9}"/>
          </ac:spMkLst>
        </pc:spChg>
        <pc:spChg chg="add mod">
          <ac:chgData name="Wu, Jun" userId="14dfc53e-eb89-4a9e-b8d8-7d198fff2519" providerId="ADAL" clId="{25D8C45B-B5F2-5040-834B-3166F4CFC0A9}" dt="2026-06-17T15:42:58.937" v="4931" actId="1076"/>
          <ac:spMkLst>
            <pc:docMk/>
            <pc:sldMk cId="1735017627" sldId="284"/>
            <ac:spMk id="29" creationId="{FCA3EADE-2FF3-E10B-0C09-3DA70D5D2CEC}"/>
          </ac:spMkLst>
        </pc:spChg>
        <pc:spChg chg="add mod">
          <ac:chgData name="Wu, Jun" userId="14dfc53e-eb89-4a9e-b8d8-7d198fff2519" providerId="ADAL" clId="{25D8C45B-B5F2-5040-834B-3166F4CFC0A9}" dt="2026-06-17T15:42:58.937" v="4931" actId="1076"/>
          <ac:spMkLst>
            <pc:docMk/>
            <pc:sldMk cId="1735017627" sldId="284"/>
            <ac:spMk id="30" creationId="{9C1C21AA-171C-B8B9-C88F-2D154746C6DF}"/>
          </ac:spMkLst>
        </pc:spChg>
        <pc:spChg chg="add mod">
          <ac:chgData name="Wu, Jun" userId="14dfc53e-eb89-4a9e-b8d8-7d198fff2519" providerId="ADAL" clId="{25D8C45B-B5F2-5040-834B-3166F4CFC0A9}" dt="2026-06-17T15:42:58.937" v="4931" actId="1076"/>
          <ac:spMkLst>
            <pc:docMk/>
            <pc:sldMk cId="1735017627" sldId="284"/>
            <ac:spMk id="31" creationId="{A77A4E3D-2306-1E1E-2FDC-91ED17E39EF5}"/>
          </ac:spMkLst>
        </pc:spChg>
        <pc:spChg chg="add mod">
          <ac:chgData name="Wu, Jun" userId="14dfc53e-eb89-4a9e-b8d8-7d198fff2519" providerId="ADAL" clId="{25D8C45B-B5F2-5040-834B-3166F4CFC0A9}" dt="2026-06-17T15:42:58.937" v="4931" actId="1076"/>
          <ac:spMkLst>
            <pc:docMk/>
            <pc:sldMk cId="1735017627" sldId="284"/>
            <ac:spMk id="32" creationId="{B4207FB1-387D-0C7E-4E2B-5C2A03CE7E8E}"/>
          </ac:spMkLst>
        </pc:spChg>
        <pc:spChg chg="add mod">
          <ac:chgData name="Wu, Jun" userId="14dfc53e-eb89-4a9e-b8d8-7d198fff2519" providerId="ADAL" clId="{25D8C45B-B5F2-5040-834B-3166F4CFC0A9}" dt="2026-06-17T15:42:58.937" v="4931" actId="1076"/>
          <ac:spMkLst>
            <pc:docMk/>
            <pc:sldMk cId="1735017627" sldId="284"/>
            <ac:spMk id="33" creationId="{1720D0B0-4E7D-855D-2C74-005111B8F844}"/>
          </ac:spMkLst>
        </pc:spChg>
        <pc:spChg chg="add mod">
          <ac:chgData name="Wu, Jun" userId="14dfc53e-eb89-4a9e-b8d8-7d198fff2519" providerId="ADAL" clId="{25D8C45B-B5F2-5040-834B-3166F4CFC0A9}" dt="2026-06-17T15:42:58.937" v="4931" actId="1076"/>
          <ac:spMkLst>
            <pc:docMk/>
            <pc:sldMk cId="1735017627" sldId="284"/>
            <ac:spMk id="34" creationId="{B46F7E2D-F04F-FE92-02C3-0A01761BFD5B}"/>
          </ac:spMkLst>
        </pc:spChg>
        <pc:spChg chg="add mod">
          <ac:chgData name="Wu, Jun" userId="14dfc53e-eb89-4a9e-b8d8-7d198fff2519" providerId="ADAL" clId="{25D8C45B-B5F2-5040-834B-3166F4CFC0A9}" dt="2026-06-17T15:45:12.375" v="4973" actId="14100"/>
          <ac:spMkLst>
            <pc:docMk/>
            <pc:sldMk cId="1735017627" sldId="284"/>
            <ac:spMk id="35" creationId="{5B21B953-9238-FEBD-CBF5-74CA764C6714}"/>
          </ac:spMkLst>
        </pc:spChg>
        <pc:spChg chg="add mod">
          <ac:chgData name="Wu, Jun" userId="14dfc53e-eb89-4a9e-b8d8-7d198fff2519" providerId="ADAL" clId="{25D8C45B-B5F2-5040-834B-3166F4CFC0A9}" dt="2026-06-17T15:45:19.970" v="4974" actId="14100"/>
          <ac:spMkLst>
            <pc:docMk/>
            <pc:sldMk cId="1735017627" sldId="284"/>
            <ac:spMk id="36" creationId="{A4ACFEC9-8D78-8E7D-1D8F-F9FF29C35E02}"/>
          </ac:spMkLst>
        </pc:spChg>
        <pc:spChg chg="add mod">
          <ac:chgData name="Wu, Jun" userId="14dfc53e-eb89-4a9e-b8d8-7d198fff2519" providerId="ADAL" clId="{25D8C45B-B5F2-5040-834B-3166F4CFC0A9}" dt="2026-06-17T15:45:19.970" v="4974" actId="14100"/>
          <ac:spMkLst>
            <pc:docMk/>
            <pc:sldMk cId="1735017627" sldId="284"/>
            <ac:spMk id="37" creationId="{850C285C-389F-9539-4003-86A0F750A04E}"/>
          </ac:spMkLst>
        </pc:spChg>
        <pc:spChg chg="add del mod">
          <ac:chgData name="Wu, Jun" userId="14dfc53e-eb89-4a9e-b8d8-7d198fff2519" providerId="ADAL" clId="{25D8C45B-B5F2-5040-834B-3166F4CFC0A9}" dt="2026-06-17T15:45:31.395" v="4976" actId="478"/>
          <ac:spMkLst>
            <pc:docMk/>
            <pc:sldMk cId="1735017627" sldId="284"/>
            <ac:spMk id="38" creationId="{8AC1159A-6887-E0D2-0675-04222F1EF075}"/>
          </ac:spMkLst>
        </pc:spChg>
        <pc:spChg chg="add mod">
          <ac:chgData name="Wu, Jun" userId="14dfc53e-eb89-4a9e-b8d8-7d198fff2519" providerId="ADAL" clId="{25D8C45B-B5F2-5040-834B-3166F4CFC0A9}" dt="2026-06-17T15:45:53.128" v="4982" actId="122"/>
          <ac:spMkLst>
            <pc:docMk/>
            <pc:sldMk cId="1735017627" sldId="284"/>
            <ac:spMk id="39" creationId="{468CA1E1-BE1E-EE30-D436-7C7AB6760B7A}"/>
          </ac:spMkLst>
        </pc:spChg>
        <pc:spChg chg="add mod">
          <ac:chgData name="Wu, Jun" userId="14dfc53e-eb89-4a9e-b8d8-7d198fff2519" providerId="ADAL" clId="{25D8C45B-B5F2-5040-834B-3166F4CFC0A9}" dt="2026-06-17T15:48:13.314" v="5046" actId="1036"/>
          <ac:spMkLst>
            <pc:docMk/>
            <pc:sldMk cId="1735017627" sldId="284"/>
            <ac:spMk id="40" creationId="{14AD3030-E17E-57A8-C3D6-9BBA145C4592}"/>
          </ac:spMkLst>
        </pc:spChg>
        <pc:spChg chg="add mod">
          <ac:chgData name="Wu, Jun" userId="14dfc53e-eb89-4a9e-b8d8-7d198fff2519" providerId="ADAL" clId="{25D8C45B-B5F2-5040-834B-3166F4CFC0A9}" dt="2026-06-17T15:48:13.314" v="5046" actId="1036"/>
          <ac:spMkLst>
            <pc:docMk/>
            <pc:sldMk cId="1735017627" sldId="284"/>
            <ac:spMk id="41" creationId="{A0A9E4DF-6773-8185-495F-F4F384ADD359}"/>
          </ac:spMkLst>
        </pc:spChg>
        <pc:spChg chg="add mod">
          <ac:chgData name="Wu, Jun" userId="14dfc53e-eb89-4a9e-b8d8-7d198fff2519" providerId="ADAL" clId="{25D8C45B-B5F2-5040-834B-3166F4CFC0A9}" dt="2026-06-17T15:46:22.238" v="5000" actId="20577"/>
          <ac:spMkLst>
            <pc:docMk/>
            <pc:sldMk cId="1735017627" sldId="284"/>
            <ac:spMk id="42" creationId="{B06D7EDE-0A10-B6C2-466A-7EB74C76A5C0}"/>
          </ac:spMkLst>
        </pc:spChg>
        <pc:spChg chg="add mod">
          <ac:chgData name="Wu, Jun" userId="14dfc53e-eb89-4a9e-b8d8-7d198fff2519" providerId="ADAL" clId="{25D8C45B-B5F2-5040-834B-3166F4CFC0A9}" dt="2026-06-17T15:47:23.864" v="5033" actId="14100"/>
          <ac:spMkLst>
            <pc:docMk/>
            <pc:sldMk cId="1735017627" sldId="284"/>
            <ac:spMk id="43" creationId="{714AA098-C7D9-ACC0-6F46-3D414C5E35B7}"/>
          </ac:spMkLst>
        </pc:spChg>
        <pc:spChg chg="add mod">
          <ac:chgData name="Wu, Jun" userId="14dfc53e-eb89-4a9e-b8d8-7d198fff2519" providerId="ADAL" clId="{25D8C45B-B5F2-5040-834B-3166F4CFC0A9}" dt="2026-06-17T15:47:30.435" v="5034" actId="14100"/>
          <ac:spMkLst>
            <pc:docMk/>
            <pc:sldMk cId="1735017627" sldId="284"/>
            <ac:spMk id="44" creationId="{E89A7C0F-7AFB-E98D-3ECE-C78E22DEAD8A}"/>
          </ac:spMkLst>
        </pc:spChg>
        <pc:spChg chg="add mod">
          <ac:chgData name="Wu, Jun" userId="14dfc53e-eb89-4a9e-b8d8-7d198fff2519" providerId="ADAL" clId="{25D8C45B-B5F2-5040-834B-3166F4CFC0A9}" dt="2026-06-17T15:47:30.435" v="5034" actId="14100"/>
          <ac:spMkLst>
            <pc:docMk/>
            <pc:sldMk cId="1735017627" sldId="284"/>
            <ac:spMk id="45" creationId="{B4093E94-888E-EFC2-A94B-78716BF7793F}"/>
          </ac:spMkLst>
        </pc:spChg>
        <pc:spChg chg="add del mod">
          <ac:chgData name="Wu, Jun" userId="14dfc53e-eb89-4a9e-b8d8-7d198fff2519" providerId="ADAL" clId="{25D8C45B-B5F2-5040-834B-3166F4CFC0A9}" dt="2026-06-17T15:47:14.841" v="5032" actId="478"/>
          <ac:spMkLst>
            <pc:docMk/>
            <pc:sldMk cId="1735017627" sldId="284"/>
            <ac:spMk id="46" creationId="{346C590F-BA8B-A7B4-CDAE-56096858A441}"/>
          </ac:spMkLst>
        </pc:spChg>
        <pc:spChg chg="add mod">
          <ac:chgData name="Wu, Jun" userId="14dfc53e-eb89-4a9e-b8d8-7d198fff2519" providerId="ADAL" clId="{25D8C45B-B5F2-5040-834B-3166F4CFC0A9}" dt="2026-06-17T15:47:38.057" v="5037" actId="122"/>
          <ac:spMkLst>
            <pc:docMk/>
            <pc:sldMk cId="1735017627" sldId="284"/>
            <ac:spMk id="47" creationId="{76633D64-8C0A-7593-B002-D103D524A19F}"/>
          </ac:spMkLst>
        </pc:spChg>
        <pc:spChg chg="add mod">
          <ac:chgData name="Wu, Jun" userId="14dfc53e-eb89-4a9e-b8d8-7d198fff2519" providerId="ADAL" clId="{25D8C45B-B5F2-5040-834B-3166F4CFC0A9}" dt="2026-06-17T15:48:13.314" v="5046" actId="1036"/>
          <ac:spMkLst>
            <pc:docMk/>
            <pc:sldMk cId="1735017627" sldId="284"/>
            <ac:spMk id="48" creationId="{12CCB592-B55B-4257-6935-6D6F06F9B02C}"/>
          </ac:spMkLst>
        </pc:spChg>
        <pc:spChg chg="add mod">
          <ac:chgData name="Wu, Jun" userId="14dfc53e-eb89-4a9e-b8d8-7d198fff2519" providerId="ADAL" clId="{25D8C45B-B5F2-5040-834B-3166F4CFC0A9}" dt="2026-06-17T15:48:13.314" v="5046" actId="1036"/>
          <ac:spMkLst>
            <pc:docMk/>
            <pc:sldMk cId="1735017627" sldId="284"/>
            <ac:spMk id="49" creationId="{D9AE1EFB-D44F-A11E-51CF-D5524D97873E}"/>
          </ac:spMkLst>
        </pc:spChg>
        <pc:spChg chg="add mod">
          <ac:chgData name="Wu, Jun" userId="14dfc53e-eb89-4a9e-b8d8-7d198fff2519" providerId="ADAL" clId="{25D8C45B-B5F2-5040-834B-3166F4CFC0A9}" dt="2026-06-17T15:48:05.846" v="5043" actId="14100"/>
          <ac:spMkLst>
            <pc:docMk/>
            <pc:sldMk cId="1735017627" sldId="284"/>
            <ac:spMk id="50" creationId="{87DD2A3E-D567-804C-7F4B-B8C16D5850E0}"/>
          </ac:spMkLst>
        </pc:spChg>
        <pc:spChg chg="add mod">
          <ac:chgData name="Wu, Jun" userId="14dfc53e-eb89-4a9e-b8d8-7d198fff2519" providerId="ADAL" clId="{25D8C45B-B5F2-5040-834B-3166F4CFC0A9}" dt="2026-06-17T15:48:26.619" v="5048" actId="1076"/>
          <ac:spMkLst>
            <pc:docMk/>
            <pc:sldMk cId="1735017627" sldId="284"/>
            <ac:spMk id="51" creationId="{0B85A9CB-7DE8-7E3D-FDD7-4A52962F35C2}"/>
          </ac:spMkLst>
        </pc:spChg>
        <pc:spChg chg="add mod">
          <ac:chgData name="Wu, Jun" userId="14dfc53e-eb89-4a9e-b8d8-7d198fff2519" providerId="ADAL" clId="{25D8C45B-B5F2-5040-834B-3166F4CFC0A9}" dt="2026-06-17T15:48:34.230" v="5049" actId="14100"/>
          <ac:spMkLst>
            <pc:docMk/>
            <pc:sldMk cId="1735017627" sldId="284"/>
            <ac:spMk id="52" creationId="{210440A1-562B-0E77-A4A4-A3BBD3363B02}"/>
          </ac:spMkLst>
        </pc:spChg>
        <pc:spChg chg="add mod">
          <ac:chgData name="Wu, Jun" userId="14dfc53e-eb89-4a9e-b8d8-7d198fff2519" providerId="ADAL" clId="{25D8C45B-B5F2-5040-834B-3166F4CFC0A9}" dt="2026-06-17T15:48:26.619" v="5048" actId="1076"/>
          <ac:spMkLst>
            <pc:docMk/>
            <pc:sldMk cId="1735017627" sldId="284"/>
            <ac:spMk id="53" creationId="{453A4A4B-DE8E-472D-272B-898630B20071}"/>
          </ac:spMkLst>
        </pc:spChg>
        <pc:spChg chg="add del mod">
          <ac:chgData name="Wu, Jun" userId="14dfc53e-eb89-4a9e-b8d8-7d198fff2519" providerId="ADAL" clId="{25D8C45B-B5F2-5040-834B-3166F4CFC0A9}" dt="2026-06-17T15:48:36.641" v="5050" actId="478"/>
          <ac:spMkLst>
            <pc:docMk/>
            <pc:sldMk cId="1735017627" sldId="284"/>
            <ac:spMk id="54" creationId="{E52C3C4C-D1F9-2FAE-86F6-0D1FEA99EEAB}"/>
          </ac:spMkLst>
        </pc:spChg>
        <pc:spChg chg="add mod">
          <ac:chgData name="Wu, Jun" userId="14dfc53e-eb89-4a9e-b8d8-7d198fff2519" providerId="ADAL" clId="{25D8C45B-B5F2-5040-834B-3166F4CFC0A9}" dt="2026-06-17T15:48:49.896" v="5054" actId="122"/>
          <ac:spMkLst>
            <pc:docMk/>
            <pc:sldMk cId="1735017627" sldId="284"/>
            <ac:spMk id="55" creationId="{1CCD43FE-F9F5-E247-B452-14E80351210E}"/>
          </ac:spMkLst>
        </pc:spChg>
        <pc:spChg chg="add mod">
          <ac:chgData name="Wu, Jun" userId="14dfc53e-eb89-4a9e-b8d8-7d198fff2519" providerId="ADAL" clId="{25D8C45B-B5F2-5040-834B-3166F4CFC0A9}" dt="2026-06-17T15:49:14.337" v="5060" actId="1076"/>
          <ac:spMkLst>
            <pc:docMk/>
            <pc:sldMk cId="1735017627" sldId="284"/>
            <ac:spMk id="56" creationId="{9E8F8EA0-C12B-7F73-D820-D7898BCFBCFC}"/>
          </ac:spMkLst>
        </pc:spChg>
        <pc:spChg chg="add mod">
          <ac:chgData name="Wu, Jun" userId="14dfc53e-eb89-4a9e-b8d8-7d198fff2519" providerId="ADAL" clId="{25D8C45B-B5F2-5040-834B-3166F4CFC0A9}" dt="2026-06-17T15:49:14.337" v="5060" actId="1076"/>
          <ac:spMkLst>
            <pc:docMk/>
            <pc:sldMk cId="1735017627" sldId="284"/>
            <ac:spMk id="57" creationId="{884586A7-13C5-74AF-5654-AB61AFCDBF71}"/>
          </ac:spMkLst>
        </pc:spChg>
        <pc:spChg chg="add mod">
          <ac:chgData name="Wu, Jun" userId="14dfc53e-eb89-4a9e-b8d8-7d198fff2519" providerId="ADAL" clId="{25D8C45B-B5F2-5040-834B-3166F4CFC0A9}" dt="2026-06-17T15:49:07.193" v="5059" actId="14100"/>
          <ac:spMkLst>
            <pc:docMk/>
            <pc:sldMk cId="1735017627" sldId="284"/>
            <ac:spMk id="58" creationId="{B8CBE4A1-5C27-5DCA-0796-5AC922539B1B}"/>
          </ac:spMkLst>
        </pc:spChg>
        <pc:spChg chg="add del mod">
          <ac:chgData name="Wu, Jun" userId="14dfc53e-eb89-4a9e-b8d8-7d198fff2519" providerId="ADAL" clId="{25D8C45B-B5F2-5040-834B-3166F4CFC0A9}" dt="2026-06-17T15:51:15.217" v="5076" actId="478"/>
          <ac:spMkLst>
            <pc:docMk/>
            <pc:sldMk cId="1735017627" sldId="284"/>
            <ac:spMk id="59" creationId="{F6291EC3-9B3A-56BD-9CF0-105709736D80}"/>
          </ac:spMkLst>
        </pc:spChg>
        <pc:spChg chg="add del mod">
          <ac:chgData name="Wu, Jun" userId="14dfc53e-eb89-4a9e-b8d8-7d198fff2519" providerId="ADAL" clId="{25D8C45B-B5F2-5040-834B-3166F4CFC0A9}" dt="2026-06-17T15:51:15.217" v="5076" actId="478"/>
          <ac:spMkLst>
            <pc:docMk/>
            <pc:sldMk cId="1735017627" sldId="284"/>
            <ac:spMk id="60" creationId="{DACF7FAD-17D1-55D9-1FE5-D2FD54059577}"/>
          </ac:spMkLst>
        </pc:spChg>
        <pc:spChg chg="add del mod">
          <ac:chgData name="Wu, Jun" userId="14dfc53e-eb89-4a9e-b8d8-7d198fff2519" providerId="ADAL" clId="{25D8C45B-B5F2-5040-834B-3166F4CFC0A9}" dt="2026-06-17T15:51:15.217" v="5076" actId="478"/>
          <ac:spMkLst>
            <pc:docMk/>
            <pc:sldMk cId="1735017627" sldId="284"/>
            <ac:spMk id="61" creationId="{52B5F091-089F-66C1-923E-CD7C0A608DEA}"/>
          </ac:spMkLst>
        </pc:spChg>
        <pc:spChg chg="add del mod">
          <ac:chgData name="Wu, Jun" userId="14dfc53e-eb89-4a9e-b8d8-7d198fff2519" providerId="ADAL" clId="{25D8C45B-B5F2-5040-834B-3166F4CFC0A9}" dt="2026-06-17T15:51:15.217" v="5076" actId="478"/>
          <ac:spMkLst>
            <pc:docMk/>
            <pc:sldMk cId="1735017627" sldId="284"/>
            <ac:spMk id="62" creationId="{ECFBAD92-B51D-829F-3F51-0FD22CF2DA3C}"/>
          </ac:spMkLst>
        </pc:spChg>
        <pc:spChg chg="add mod">
          <ac:chgData name="Wu, Jun" userId="14dfc53e-eb89-4a9e-b8d8-7d198fff2519" providerId="ADAL" clId="{25D8C45B-B5F2-5040-834B-3166F4CFC0A9}" dt="2026-06-17T15:46:44.760" v="5002" actId="207"/>
          <ac:spMkLst>
            <pc:docMk/>
            <pc:sldMk cId="1735017627" sldId="284"/>
            <ac:spMk id="63" creationId="{97915704-0C58-BAE3-B9CA-09F2BBEA2A71}"/>
          </ac:spMkLst>
        </pc:spChg>
        <pc:picChg chg="del">
          <ac:chgData name="Wu, Jun" userId="14dfc53e-eb89-4a9e-b8d8-7d198fff2519" providerId="ADAL" clId="{25D8C45B-B5F2-5040-834B-3166F4CFC0A9}" dt="2026-06-17T15:29:01.234" v="4928" actId="478"/>
          <ac:picMkLst>
            <pc:docMk/>
            <pc:sldMk cId="1735017627" sldId="284"/>
            <ac:picMk id="2" creationId="{CD16B8E9-A587-388A-16B7-FD1732B5F066}"/>
          </ac:picMkLst>
        </pc:picChg>
        <pc:picChg chg="del">
          <ac:chgData name="Wu, Jun" userId="14dfc53e-eb89-4a9e-b8d8-7d198fff2519" providerId="ADAL" clId="{25D8C45B-B5F2-5040-834B-3166F4CFC0A9}" dt="2026-06-17T15:29:01.234" v="4928" actId="478"/>
          <ac:picMkLst>
            <pc:docMk/>
            <pc:sldMk cId="1735017627" sldId="284"/>
            <ac:picMk id="3" creationId="{7F8D8451-566E-D784-0CB0-CC62F93A24F6}"/>
          </ac:picMkLst>
        </pc:picChg>
        <pc:picChg chg="del">
          <ac:chgData name="Wu, Jun" userId="14dfc53e-eb89-4a9e-b8d8-7d198fff2519" providerId="ADAL" clId="{25D8C45B-B5F2-5040-834B-3166F4CFC0A9}" dt="2026-06-17T15:29:01.234" v="4928" actId="478"/>
          <ac:picMkLst>
            <pc:docMk/>
            <pc:sldMk cId="1735017627" sldId="284"/>
            <ac:picMk id="4" creationId="{AB58A7D4-FCD1-A437-24FC-E199FFC8D5F5}"/>
          </ac:picMkLst>
        </pc:picChg>
        <pc:picChg chg="del">
          <ac:chgData name="Wu, Jun" userId="14dfc53e-eb89-4a9e-b8d8-7d198fff2519" providerId="ADAL" clId="{25D8C45B-B5F2-5040-834B-3166F4CFC0A9}" dt="2026-06-17T15:29:01.234" v="4928" actId="478"/>
          <ac:picMkLst>
            <pc:docMk/>
            <pc:sldMk cId="1735017627" sldId="284"/>
            <ac:picMk id="6" creationId="{DC726E34-0924-03EE-5C9B-AAC8E8A9E149}"/>
          </ac:picMkLst>
        </pc:picChg>
      </pc:sldChg>
      <pc:sldChg chg="add">
        <pc:chgData name="Wu, Jun" userId="14dfc53e-eb89-4a9e-b8d8-7d198fff2519" providerId="ADAL" clId="{25D8C45B-B5F2-5040-834B-3166F4CFC0A9}" dt="2026-06-17T15:51:11.621" v="5075"/>
        <pc:sldMkLst>
          <pc:docMk/>
          <pc:sldMk cId="1608942549" sldId="285"/>
        </pc:sldMkLst>
      </pc:sldChg>
      <pc:sldChg chg="addSp delSp modSp add mod">
        <pc:chgData name="Wu, Jun" userId="14dfc53e-eb89-4a9e-b8d8-7d198fff2519" providerId="ADAL" clId="{25D8C45B-B5F2-5040-834B-3166F4CFC0A9}" dt="2026-06-17T16:35:14.450" v="5422" actId="1036"/>
        <pc:sldMkLst>
          <pc:docMk/>
          <pc:sldMk cId="2034709752" sldId="286"/>
        </pc:sldMkLst>
        <pc:spChg chg="add mod">
          <ac:chgData name="Wu, Jun" userId="14dfc53e-eb89-4a9e-b8d8-7d198fff2519" providerId="ADAL" clId="{25D8C45B-B5F2-5040-834B-3166F4CFC0A9}" dt="2026-06-17T16:35:14.450" v="5422" actId="1036"/>
          <ac:spMkLst>
            <pc:docMk/>
            <pc:sldMk cId="2034709752" sldId="286"/>
            <ac:spMk id="2" creationId="{F2C4D273-F71A-1149-BEEA-DFC57EEA287F}"/>
          </ac:spMkLst>
        </pc:spChg>
        <pc:spChg chg="mod">
          <ac:chgData name="Wu, Jun" userId="14dfc53e-eb89-4a9e-b8d8-7d198fff2519" providerId="ADAL" clId="{25D8C45B-B5F2-5040-834B-3166F4CFC0A9}" dt="2026-06-17T16:24:16.370" v="5302" actId="20577"/>
          <ac:spMkLst>
            <pc:docMk/>
            <pc:sldMk cId="2034709752" sldId="286"/>
            <ac:spMk id="5" creationId="{AE953620-0CC9-E679-BE71-D82CEDC919FD}"/>
          </ac:spMkLst>
        </pc:spChg>
        <pc:spChg chg="del">
          <ac:chgData name="Wu, Jun" userId="14dfc53e-eb89-4a9e-b8d8-7d198fff2519" providerId="ADAL" clId="{25D8C45B-B5F2-5040-834B-3166F4CFC0A9}" dt="2026-06-17T16:24:22.460" v="5304" actId="478"/>
          <ac:spMkLst>
            <pc:docMk/>
            <pc:sldMk cId="2034709752" sldId="286"/>
            <ac:spMk id="35" creationId="{7642C1EE-C346-D445-06F0-CC1A8B0D10E1}"/>
          </ac:spMkLst>
        </pc:spChg>
        <pc:spChg chg="del">
          <ac:chgData name="Wu, Jun" userId="14dfc53e-eb89-4a9e-b8d8-7d198fff2519" providerId="ADAL" clId="{25D8C45B-B5F2-5040-834B-3166F4CFC0A9}" dt="2026-06-17T16:24:22.460" v="5304" actId="478"/>
          <ac:spMkLst>
            <pc:docMk/>
            <pc:sldMk cId="2034709752" sldId="286"/>
            <ac:spMk id="36" creationId="{30F87F82-8E2A-D075-E174-710D326F72D0}"/>
          </ac:spMkLst>
        </pc:spChg>
        <pc:spChg chg="del">
          <ac:chgData name="Wu, Jun" userId="14dfc53e-eb89-4a9e-b8d8-7d198fff2519" providerId="ADAL" clId="{25D8C45B-B5F2-5040-834B-3166F4CFC0A9}" dt="2026-06-17T16:24:22.460" v="5304" actId="478"/>
          <ac:spMkLst>
            <pc:docMk/>
            <pc:sldMk cId="2034709752" sldId="286"/>
            <ac:spMk id="37" creationId="{37CDBFB2-2B67-62D7-71B6-D6121389DE21}"/>
          </ac:spMkLst>
        </pc:spChg>
        <pc:spChg chg="del">
          <ac:chgData name="Wu, Jun" userId="14dfc53e-eb89-4a9e-b8d8-7d198fff2519" providerId="ADAL" clId="{25D8C45B-B5F2-5040-834B-3166F4CFC0A9}" dt="2026-06-17T16:24:22.460" v="5304" actId="478"/>
          <ac:spMkLst>
            <pc:docMk/>
            <pc:sldMk cId="2034709752" sldId="286"/>
            <ac:spMk id="39" creationId="{52E9E637-18E7-8AD2-FA1E-E967D693DDAB}"/>
          </ac:spMkLst>
        </pc:spChg>
        <pc:spChg chg="del">
          <ac:chgData name="Wu, Jun" userId="14dfc53e-eb89-4a9e-b8d8-7d198fff2519" providerId="ADAL" clId="{25D8C45B-B5F2-5040-834B-3166F4CFC0A9}" dt="2026-06-17T16:24:22.460" v="5304" actId="478"/>
          <ac:spMkLst>
            <pc:docMk/>
            <pc:sldMk cId="2034709752" sldId="286"/>
            <ac:spMk id="40" creationId="{C2E1B7E7-2B3E-9BDE-C684-1ED8841D17C7}"/>
          </ac:spMkLst>
        </pc:spChg>
        <pc:spChg chg="del">
          <ac:chgData name="Wu, Jun" userId="14dfc53e-eb89-4a9e-b8d8-7d198fff2519" providerId="ADAL" clId="{25D8C45B-B5F2-5040-834B-3166F4CFC0A9}" dt="2026-06-17T16:24:22.460" v="5304" actId="478"/>
          <ac:spMkLst>
            <pc:docMk/>
            <pc:sldMk cId="2034709752" sldId="286"/>
            <ac:spMk id="41" creationId="{C730490A-C92C-D615-26EA-8791F49C0226}"/>
          </ac:spMkLst>
        </pc:spChg>
        <pc:spChg chg="del">
          <ac:chgData name="Wu, Jun" userId="14dfc53e-eb89-4a9e-b8d8-7d198fff2519" providerId="ADAL" clId="{25D8C45B-B5F2-5040-834B-3166F4CFC0A9}" dt="2026-06-17T16:24:22.460" v="5304" actId="478"/>
          <ac:spMkLst>
            <pc:docMk/>
            <pc:sldMk cId="2034709752" sldId="286"/>
            <ac:spMk id="42" creationId="{AACA156C-330B-E10A-4EA4-37A31C4E63A6}"/>
          </ac:spMkLst>
        </pc:spChg>
        <pc:spChg chg="del">
          <ac:chgData name="Wu, Jun" userId="14dfc53e-eb89-4a9e-b8d8-7d198fff2519" providerId="ADAL" clId="{25D8C45B-B5F2-5040-834B-3166F4CFC0A9}" dt="2026-06-17T16:24:22.460" v="5304" actId="478"/>
          <ac:spMkLst>
            <pc:docMk/>
            <pc:sldMk cId="2034709752" sldId="286"/>
            <ac:spMk id="43" creationId="{E23B423E-8052-B513-5D0C-DE24404BB51A}"/>
          </ac:spMkLst>
        </pc:spChg>
        <pc:spChg chg="del">
          <ac:chgData name="Wu, Jun" userId="14dfc53e-eb89-4a9e-b8d8-7d198fff2519" providerId="ADAL" clId="{25D8C45B-B5F2-5040-834B-3166F4CFC0A9}" dt="2026-06-17T16:24:22.460" v="5304" actId="478"/>
          <ac:spMkLst>
            <pc:docMk/>
            <pc:sldMk cId="2034709752" sldId="286"/>
            <ac:spMk id="44" creationId="{B16A886C-645D-B53E-11E0-A4BCDEDEB9FC}"/>
          </ac:spMkLst>
        </pc:spChg>
        <pc:spChg chg="del">
          <ac:chgData name="Wu, Jun" userId="14dfc53e-eb89-4a9e-b8d8-7d198fff2519" providerId="ADAL" clId="{25D8C45B-B5F2-5040-834B-3166F4CFC0A9}" dt="2026-06-17T16:24:22.460" v="5304" actId="478"/>
          <ac:spMkLst>
            <pc:docMk/>
            <pc:sldMk cId="2034709752" sldId="286"/>
            <ac:spMk id="45" creationId="{7224D234-8004-A7B4-E24F-6B20AD966278}"/>
          </ac:spMkLst>
        </pc:spChg>
        <pc:spChg chg="del">
          <ac:chgData name="Wu, Jun" userId="14dfc53e-eb89-4a9e-b8d8-7d198fff2519" providerId="ADAL" clId="{25D8C45B-B5F2-5040-834B-3166F4CFC0A9}" dt="2026-06-17T16:24:22.460" v="5304" actId="478"/>
          <ac:spMkLst>
            <pc:docMk/>
            <pc:sldMk cId="2034709752" sldId="286"/>
            <ac:spMk id="47" creationId="{BC438E2C-D2FE-6764-E8DC-B09417E2586D}"/>
          </ac:spMkLst>
        </pc:spChg>
        <pc:spChg chg="del">
          <ac:chgData name="Wu, Jun" userId="14dfc53e-eb89-4a9e-b8d8-7d198fff2519" providerId="ADAL" clId="{25D8C45B-B5F2-5040-834B-3166F4CFC0A9}" dt="2026-06-17T16:24:22.460" v="5304" actId="478"/>
          <ac:spMkLst>
            <pc:docMk/>
            <pc:sldMk cId="2034709752" sldId="286"/>
            <ac:spMk id="48" creationId="{7E443D34-AFDF-DBEC-5297-FC86AF65A4D4}"/>
          </ac:spMkLst>
        </pc:spChg>
        <pc:spChg chg="del">
          <ac:chgData name="Wu, Jun" userId="14dfc53e-eb89-4a9e-b8d8-7d198fff2519" providerId="ADAL" clId="{25D8C45B-B5F2-5040-834B-3166F4CFC0A9}" dt="2026-06-17T16:24:22.460" v="5304" actId="478"/>
          <ac:spMkLst>
            <pc:docMk/>
            <pc:sldMk cId="2034709752" sldId="286"/>
            <ac:spMk id="49" creationId="{568C80DC-69FB-4869-BF26-0CF439559A7E}"/>
          </ac:spMkLst>
        </pc:spChg>
        <pc:spChg chg="del">
          <ac:chgData name="Wu, Jun" userId="14dfc53e-eb89-4a9e-b8d8-7d198fff2519" providerId="ADAL" clId="{25D8C45B-B5F2-5040-834B-3166F4CFC0A9}" dt="2026-06-17T16:24:22.460" v="5304" actId="478"/>
          <ac:spMkLst>
            <pc:docMk/>
            <pc:sldMk cId="2034709752" sldId="286"/>
            <ac:spMk id="50" creationId="{33722322-180A-AA79-0AA8-0F0BA29E8952}"/>
          </ac:spMkLst>
        </pc:spChg>
        <pc:spChg chg="del">
          <ac:chgData name="Wu, Jun" userId="14dfc53e-eb89-4a9e-b8d8-7d198fff2519" providerId="ADAL" clId="{25D8C45B-B5F2-5040-834B-3166F4CFC0A9}" dt="2026-06-17T16:24:22.460" v="5304" actId="478"/>
          <ac:spMkLst>
            <pc:docMk/>
            <pc:sldMk cId="2034709752" sldId="286"/>
            <ac:spMk id="51" creationId="{A73DE744-0E27-DF9F-FB84-CABB56D4FE91}"/>
          </ac:spMkLst>
        </pc:spChg>
        <pc:spChg chg="del">
          <ac:chgData name="Wu, Jun" userId="14dfc53e-eb89-4a9e-b8d8-7d198fff2519" providerId="ADAL" clId="{25D8C45B-B5F2-5040-834B-3166F4CFC0A9}" dt="2026-06-17T16:24:22.460" v="5304" actId="478"/>
          <ac:spMkLst>
            <pc:docMk/>
            <pc:sldMk cId="2034709752" sldId="286"/>
            <ac:spMk id="52" creationId="{8720CBD3-1DA6-F753-21E6-92FE090E7DBA}"/>
          </ac:spMkLst>
        </pc:spChg>
        <pc:spChg chg="del">
          <ac:chgData name="Wu, Jun" userId="14dfc53e-eb89-4a9e-b8d8-7d198fff2519" providerId="ADAL" clId="{25D8C45B-B5F2-5040-834B-3166F4CFC0A9}" dt="2026-06-17T16:24:22.460" v="5304" actId="478"/>
          <ac:spMkLst>
            <pc:docMk/>
            <pc:sldMk cId="2034709752" sldId="286"/>
            <ac:spMk id="53" creationId="{AEB06FBE-B240-C1FC-83CE-4CB359086439}"/>
          </ac:spMkLst>
        </pc:spChg>
        <pc:spChg chg="del">
          <ac:chgData name="Wu, Jun" userId="14dfc53e-eb89-4a9e-b8d8-7d198fff2519" providerId="ADAL" clId="{25D8C45B-B5F2-5040-834B-3166F4CFC0A9}" dt="2026-06-17T16:24:22.460" v="5304" actId="478"/>
          <ac:spMkLst>
            <pc:docMk/>
            <pc:sldMk cId="2034709752" sldId="286"/>
            <ac:spMk id="55" creationId="{36140235-2671-3624-024A-B8A93C6DB226}"/>
          </ac:spMkLst>
        </pc:spChg>
        <pc:spChg chg="del">
          <ac:chgData name="Wu, Jun" userId="14dfc53e-eb89-4a9e-b8d8-7d198fff2519" providerId="ADAL" clId="{25D8C45B-B5F2-5040-834B-3166F4CFC0A9}" dt="2026-06-17T16:24:22.460" v="5304" actId="478"/>
          <ac:spMkLst>
            <pc:docMk/>
            <pc:sldMk cId="2034709752" sldId="286"/>
            <ac:spMk id="56" creationId="{EB893DCB-D289-AA5C-70A0-0C4EBEA424D5}"/>
          </ac:spMkLst>
        </pc:spChg>
        <pc:spChg chg="del">
          <ac:chgData name="Wu, Jun" userId="14dfc53e-eb89-4a9e-b8d8-7d198fff2519" providerId="ADAL" clId="{25D8C45B-B5F2-5040-834B-3166F4CFC0A9}" dt="2026-06-17T16:24:22.460" v="5304" actId="478"/>
          <ac:spMkLst>
            <pc:docMk/>
            <pc:sldMk cId="2034709752" sldId="286"/>
            <ac:spMk id="57" creationId="{58EC5117-611D-1E08-1ABC-13DE91F789A5}"/>
          </ac:spMkLst>
        </pc:spChg>
        <pc:spChg chg="del">
          <ac:chgData name="Wu, Jun" userId="14dfc53e-eb89-4a9e-b8d8-7d198fff2519" providerId="ADAL" clId="{25D8C45B-B5F2-5040-834B-3166F4CFC0A9}" dt="2026-06-17T16:24:22.460" v="5304" actId="478"/>
          <ac:spMkLst>
            <pc:docMk/>
            <pc:sldMk cId="2034709752" sldId="286"/>
            <ac:spMk id="58" creationId="{98CAA19C-8BF4-98BC-8109-F1515D75C4DA}"/>
          </ac:spMkLst>
        </pc:spChg>
        <pc:spChg chg="del">
          <ac:chgData name="Wu, Jun" userId="14dfc53e-eb89-4a9e-b8d8-7d198fff2519" providerId="ADAL" clId="{25D8C45B-B5F2-5040-834B-3166F4CFC0A9}" dt="2026-06-17T16:24:22.460" v="5304" actId="478"/>
          <ac:spMkLst>
            <pc:docMk/>
            <pc:sldMk cId="2034709752" sldId="286"/>
            <ac:spMk id="59" creationId="{63311F11-75B1-95EC-823C-9E104FE23CE6}"/>
          </ac:spMkLst>
        </pc:spChg>
        <pc:spChg chg="del">
          <ac:chgData name="Wu, Jun" userId="14dfc53e-eb89-4a9e-b8d8-7d198fff2519" providerId="ADAL" clId="{25D8C45B-B5F2-5040-834B-3166F4CFC0A9}" dt="2026-06-17T16:24:22.460" v="5304" actId="478"/>
          <ac:spMkLst>
            <pc:docMk/>
            <pc:sldMk cId="2034709752" sldId="286"/>
            <ac:spMk id="60" creationId="{EA2422C4-4CFD-0F53-1AF7-CBE9363971A6}"/>
          </ac:spMkLst>
        </pc:spChg>
        <pc:spChg chg="del">
          <ac:chgData name="Wu, Jun" userId="14dfc53e-eb89-4a9e-b8d8-7d198fff2519" providerId="ADAL" clId="{25D8C45B-B5F2-5040-834B-3166F4CFC0A9}" dt="2026-06-17T16:24:22.460" v="5304" actId="478"/>
          <ac:spMkLst>
            <pc:docMk/>
            <pc:sldMk cId="2034709752" sldId="286"/>
            <ac:spMk id="61" creationId="{FDE65555-1E42-EEA5-137F-79EDE5529E61}"/>
          </ac:spMkLst>
        </pc:spChg>
        <pc:spChg chg="del">
          <ac:chgData name="Wu, Jun" userId="14dfc53e-eb89-4a9e-b8d8-7d198fff2519" providerId="ADAL" clId="{25D8C45B-B5F2-5040-834B-3166F4CFC0A9}" dt="2026-06-17T16:24:22.460" v="5304" actId="478"/>
          <ac:spMkLst>
            <pc:docMk/>
            <pc:sldMk cId="2034709752" sldId="286"/>
            <ac:spMk id="62" creationId="{3FB866D0-E139-4B65-571A-0762AA7513F6}"/>
          </ac:spMkLst>
        </pc:spChg>
        <pc:spChg chg="del">
          <ac:chgData name="Wu, Jun" userId="14dfc53e-eb89-4a9e-b8d8-7d198fff2519" providerId="ADAL" clId="{25D8C45B-B5F2-5040-834B-3166F4CFC0A9}" dt="2026-06-17T16:24:18.811" v="5303" actId="478"/>
          <ac:spMkLst>
            <pc:docMk/>
            <pc:sldMk cId="2034709752" sldId="286"/>
            <ac:spMk id="63" creationId="{0995409E-170D-B579-DB6A-0807B4414B34}"/>
          </ac:spMkLst>
        </pc:spChg>
      </pc:sldChg>
      <pc:sldMasterChg chg="modSldLayout">
        <pc:chgData name="Wu, Jun" userId="14dfc53e-eb89-4a9e-b8d8-7d198fff2519" providerId="ADAL" clId="{25D8C45B-B5F2-5040-834B-3166F4CFC0A9}" dt="2026-06-16T17:58:18.970" v="241" actId="14100"/>
        <pc:sldMasterMkLst>
          <pc:docMk/>
          <pc:sldMasterMk cId="0" sldId="2147483659"/>
        </pc:sldMasterMkLst>
        <pc:sldLayoutChg chg="addSp delSp modSp mod">
          <pc:chgData name="Wu, Jun" userId="14dfc53e-eb89-4a9e-b8d8-7d198fff2519" providerId="ADAL" clId="{25D8C45B-B5F2-5040-834B-3166F4CFC0A9}" dt="2026-06-16T17:58:18.970" v="241" actId="14100"/>
          <pc:sldLayoutMkLst>
            <pc:docMk/>
            <pc:sldMasterMk cId="0" sldId="2147483659"/>
            <pc:sldLayoutMk cId="0" sldId="2147483651"/>
          </pc:sldLayoutMkLst>
          <pc:spChg chg="del">
            <ac:chgData name="Wu, Jun" userId="14dfc53e-eb89-4a9e-b8d8-7d198fff2519" providerId="ADAL" clId="{25D8C45B-B5F2-5040-834B-3166F4CFC0A9}" dt="2026-06-16T17:57:53.060" v="235" actId="478"/>
            <ac:spMkLst>
              <pc:docMk/>
              <pc:sldMasterMk cId="0" sldId="2147483659"/>
              <pc:sldLayoutMk cId="0" sldId="2147483651"/>
              <ac:spMk id="26" creationId="{00000000-0000-0000-0000-000000000000}"/>
            </ac:spMkLst>
          </pc:spChg>
          <pc:spChg chg="del">
            <ac:chgData name="Wu, Jun" userId="14dfc53e-eb89-4a9e-b8d8-7d198fff2519" providerId="ADAL" clId="{25D8C45B-B5F2-5040-834B-3166F4CFC0A9}" dt="2026-06-16T17:57:53.060" v="235" actId="478"/>
            <ac:spMkLst>
              <pc:docMk/>
              <pc:sldMasterMk cId="0" sldId="2147483659"/>
              <pc:sldLayoutMk cId="0" sldId="2147483651"/>
              <ac:spMk id="27" creationId="{00000000-0000-0000-0000-000000000000}"/>
            </ac:spMkLst>
          </pc:spChg>
          <pc:picChg chg="mod">
            <ac:chgData name="Wu, Jun" userId="14dfc53e-eb89-4a9e-b8d8-7d198fff2519" providerId="ADAL" clId="{25D8C45B-B5F2-5040-834B-3166F4CFC0A9}" dt="2026-06-16T17:57:26.822" v="232" actId="1076"/>
            <ac:picMkLst>
              <pc:docMk/>
              <pc:sldMasterMk cId="0" sldId="2147483659"/>
              <pc:sldLayoutMk cId="0" sldId="2147483651"/>
              <ac:picMk id="25" creationId="{00000000-0000-0000-0000-000000000000}"/>
            </ac:picMkLst>
          </pc:picChg>
          <pc:picChg chg="add del">
            <ac:chgData name="Wu, Jun" userId="14dfc53e-eb89-4a9e-b8d8-7d198fff2519" providerId="ADAL" clId="{25D8C45B-B5F2-5040-834B-3166F4CFC0A9}" dt="2026-06-16T17:57:53.060" v="235" actId="478"/>
            <ac:picMkLst>
              <pc:docMk/>
              <pc:sldMasterMk cId="0" sldId="2147483659"/>
              <pc:sldLayoutMk cId="0" sldId="2147483651"/>
              <ac:picMk id="28" creationId="{00000000-0000-0000-0000-000000000000}"/>
            </ac:picMkLst>
          </pc:picChg>
          <pc:picChg chg="add del">
            <ac:chgData name="Wu, Jun" userId="14dfc53e-eb89-4a9e-b8d8-7d198fff2519" providerId="ADAL" clId="{25D8C45B-B5F2-5040-834B-3166F4CFC0A9}" dt="2026-06-16T17:57:53.060" v="235" actId="478"/>
            <ac:picMkLst>
              <pc:docMk/>
              <pc:sldMasterMk cId="0" sldId="2147483659"/>
              <pc:sldLayoutMk cId="0" sldId="2147483651"/>
              <ac:picMk id="29" creationId="{00000000-0000-0000-0000-000000000000}"/>
            </ac:picMkLst>
          </pc:picChg>
          <pc:picChg chg="add del">
            <ac:chgData name="Wu, Jun" userId="14dfc53e-eb89-4a9e-b8d8-7d198fff2519" providerId="ADAL" clId="{25D8C45B-B5F2-5040-834B-3166F4CFC0A9}" dt="2026-06-16T17:57:53.060" v="235" actId="478"/>
            <ac:picMkLst>
              <pc:docMk/>
              <pc:sldMasterMk cId="0" sldId="2147483659"/>
              <pc:sldLayoutMk cId="0" sldId="2147483651"/>
              <ac:picMk id="30" creationId="{00000000-0000-0000-0000-000000000000}"/>
            </ac:picMkLst>
          </pc:picChg>
          <pc:picChg chg="add del">
            <ac:chgData name="Wu, Jun" userId="14dfc53e-eb89-4a9e-b8d8-7d198fff2519" providerId="ADAL" clId="{25D8C45B-B5F2-5040-834B-3166F4CFC0A9}" dt="2026-06-16T17:57:53.060" v="235" actId="478"/>
            <ac:picMkLst>
              <pc:docMk/>
              <pc:sldMasterMk cId="0" sldId="2147483659"/>
              <pc:sldLayoutMk cId="0" sldId="2147483651"/>
              <ac:picMk id="31" creationId="{00000000-0000-0000-0000-000000000000}"/>
            </ac:picMkLst>
          </pc:picChg>
          <pc:picChg chg="add del mod">
            <ac:chgData name="Wu, Jun" userId="14dfc53e-eb89-4a9e-b8d8-7d198fff2519" providerId="ADAL" clId="{25D8C45B-B5F2-5040-834B-3166F4CFC0A9}" dt="2026-06-16T17:58:18.970" v="241" actId="14100"/>
            <ac:picMkLst>
              <pc:docMk/>
              <pc:sldMasterMk cId="0" sldId="2147483659"/>
              <pc:sldLayoutMk cId="0" sldId="2147483651"/>
              <ac:picMk id="32" creationId="{00000000-0000-0000-0000-000000000000}"/>
            </ac:picMkLst>
          </pc:picChg>
        </pc:sldLayoutChg>
      </pc:sldMasterChg>
      <pc:sldMasterChg chg="modSldLayout">
        <pc:chgData name="Wu, Jun" userId="14dfc53e-eb89-4a9e-b8d8-7d198fff2519" providerId="ADAL" clId="{25D8C45B-B5F2-5040-834B-3166F4CFC0A9}" dt="2026-06-16T17:43:51.484" v="146"/>
        <pc:sldMasterMkLst>
          <pc:docMk/>
          <pc:sldMasterMk cId="4151792578" sldId="2147483662"/>
        </pc:sldMasterMkLst>
        <pc:sldLayoutChg chg="addSp delSp">
          <pc:chgData name="Wu, Jun" userId="14dfc53e-eb89-4a9e-b8d8-7d198fff2519" providerId="ADAL" clId="{25D8C45B-B5F2-5040-834B-3166F4CFC0A9}" dt="2026-06-16T17:43:51.484" v="146"/>
          <pc:sldLayoutMkLst>
            <pc:docMk/>
            <pc:sldMasterMk cId="4151792578" sldId="2147483662"/>
            <pc:sldLayoutMk cId="706297606" sldId="2147483674"/>
          </pc:sldLayoutMkLst>
          <pc:picChg chg="add del">
            <ac:chgData name="Wu, Jun" userId="14dfc53e-eb89-4a9e-b8d8-7d198fff2519" providerId="ADAL" clId="{25D8C45B-B5F2-5040-834B-3166F4CFC0A9}" dt="2026-06-16T17:43:51.484" v="146"/>
            <ac:picMkLst>
              <pc:docMk/>
              <pc:sldMasterMk cId="4151792578" sldId="2147483662"/>
              <pc:sldLayoutMk cId="706297606" sldId="2147483674"/>
              <ac:picMk id="45" creationId="{00000000-0000-0000-0000-000000000000}"/>
            </ac:picMkLst>
          </pc:picChg>
        </pc:sldLayoutChg>
        <pc:sldLayoutChg chg="addSp delSp">
          <pc:chgData name="Wu, Jun" userId="14dfc53e-eb89-4a9e-b8d8-7d198fff2519" providerId="ADAL" clId="{25D8C45B-B5F2-5040-834B-3166F4CFC0A9}" dt="2026-06-16T17:43:51.484" v="146"/>
          <pc:sldLayoutMkLst>
            <pc:docMk/>
            <pc:sldMasterMk cId="4151792578" sldId="2147483662"/>
            <pc:sldLayoutMk cId="3157207606" sldId="2147483677"/>
          </pc:sldLayoutMkLst>
          <pc:spChg chg="add del">
            <ac:chgData name="Wu, Jun" userId="14dfc53e-eb89-4a9e-b8d8-7d198fff2519" providerId="ADAL" clId="{25D8C45B-B5F2-5040-834B-3166F4CFC0A9}" dt="2026-06-16T17:43:51.484" v="146"/>
            <ac:spMkLst>
              <pc:docMk/>
              <pc:sldMasterMk cId="4151792578" sldId="2147483662"/>
              <pc:sldLayoutMk cId="3157207606" sldId="2147483677"/>
              <ac:spMk id="24" creationId="{00000000-0000-0000-0000-000000000000}"/>
            </ac:spMkLst>
          </pc:spChg>
          <pc:picChg chg="add del">
            <ac:chgData name="Wu, Jun" userId="14dfc53e-eb89-4a9e-b8d8-7d198fff2519" providerId="ADAL" clId="{25D8C45B-B5F2-5040-834B-3166F4CFC0A9}" dt="2026-06-16T17:43:51.484" v="146"/>
            <ac:picMkLst>
              <pc:docMk/>
              <pc:sldMasterMk cId="4151792578" sldId="2147483662"/>
              <pc:sldLayoutMk cId="3157207606" sldId="2147483677"/>
              <ac:picMk id="25" creationId="{00000000-0000-0000-0000-000000000000}"/>
            </ac:picMkLst>
          </pc:picChg>
          <pc:picChg chg="add del">
            <ac:chgData name="Wu, Jun" userId="14dfc53e-eb89-4a9e-b8d8-7d198fff2519" providerId="ADAL" clId="{25D8C45B-B5F2-5040-834B-3166F4CFC0A9}" dt="2026-06-16T17:43:51.484" v="146"/>
            <ac:picMkLst>
              <pc:docMk/>
              <pc:sldMasterMk cId="4151792578" sldId="2147483662"/>
              <pc:sldLayoutMk cId="3157207606" sldId="2147483677"/>
              <ac:picMk id="28" creationId="{00000000-0000-0000-0000-000000000000}"/>
            </ac:picMkLst>
          </pc:picChg>
          <pc:picChg chg="add del">
            <ac:chgData name="Wu, Jun" userId="14dfc53e-eb89-4a9e-b8d8-7d198fff2519" providerId="ADAL" clId="{25D8C45B-B5F2-5040-834B-3166F4CFC0A9}" dt="2026-06-16T17:43:51.484" v="146"/>
            <ac:picMkLst>
              <pc:docMk/>
              <pc:sldMasterMk cId="4151792578" sldId="2147483662"/>
              <pc:sldLayoutMk cId="3157207606" sldId="2147483677"/>
              <ac:picMk id="29" creationId="{00000000-0000-0000-0000-000000000000}"/>
            </ac:picMkLst>
          </pc:picChg>
          <pc:picChg chg="add del">
            <ac:chgData name="Wu, Jun" userId="14dfc53e-eb89-4a9e-b8d8-7d198fff2519" providerId="ADAL" clId="{25D8C45B-B5F2-5040-834B-3166F4CFC0A9}" dt="2026-06-16T17:43:51.484" v="146"/>
            <ac:picMkLst>
              <pc:docMk/>
              <pc:sldMasterMk cId="4151792578" sldId="2147483662"/>
              <pc:sldLayoutMk cId="3157207606" sldId="2147483677"/>
              <ac:picMk id="30" creationId="{00000000-0000-0000-0000-000000000000}"/>
            </ac:picMkLst>
          </pc:picChg>
          <pc:picChg chg="add del">
            <ac:chgData name="Wu, Jun" userId="14dfc53e-eb89-4a9e-b8d8-7d198fff2519" providerId="ADAL" clId="{25D8C45B-B5F2-5040-834B-3166F4CFC0A9}" dt="2026-06-16T17:43:51.484" v="146"/>
            <ac:picMkLst>
              <pc:docMk/>
              <pc:sldMasterMk cId="4151792578" sldId="2147483662"/>
              <pc:sldLayoutMk cId="3157207606" sldId="2147483677"/>
              <ac:picMk id="31" creationId="{00000000-0000-0000-0000-000000000000}"/>
            </ac:picMkLst>
          </pc:picChg>
          <pc:picChg chg="add del">
            <ac:chgData name="Wu, Jun" userId="14dfc53e-eb89-4a9e-b8d8-7d198fff2519" providerId="ADAL" clId="{25D8C45B-B5F2-5040-834B-3166F4CFC0A9}" dt="2026-06-16T17:43:51.484" v="146"/>
            <ac:picMkLst>
              <pc:docMk/>
              <pc:sldMasterMk cId="4151792578" sldId="2147483662"/>
              <pc:sldLayoutMk cId="3157207606" sldId="2147483677"/>
              <ac:picMk id="32" creationId="{00000000-0000-0000-0000-000000000000}"/>
            </ac:picMkLst>
          </pc:pic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5742E2-634F-DF4D-B937-54F4385E0961}" type="doc">
      <dgm:prSet loTypeId="urn:microsoft.com/office/officeart/2008/layout/VerticalCurvedLis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E1AB672-C2D6-F449-8358-BC3521A8526C}">
      <dgm:prSet phldrT="[Text]" custT="1"/>
      <dgm:spPr>
        <a:solidFill>
          <a:schemeClr val="bg2">
            <a:lumMod val="60000"/>
            <a:lumOff val="40000"/>
            <a:alpha val="15000"/>
          </a:schemeClr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Georgia" panose="02040502050405020303" pitchFamily="18" charset="0"/>
            </a:rPr>
            <a:t>(1) Trace the Roots</a:t>
          </a:r>
          <a:r>
            <a:rPr lang="en-US" sz="1800" dirty="0">
              <a:solidFill>
                <a:schemeClr val="tx1"/>
              </a:solidFill>
              <a:latin typeface="Georgia" panose="02040502050405020303" pitchFamily="18" charset="0"/>
            </a:rPr>
            <a:t>: Every modern AI idea has a classical ancestor</a:t>
          </a:r>
        </a:p>
      </dgm:t>
    </dgm:pt>
    <dgm:pt modelId="{935D56AD-7D9C-C444-A5D4-A887BC093020}" type="parTrans" cxnId="{702F17E0-0C97-F848-A567-6312A27F388A}">
      <dgm:prSet/>
      <dgm:spPr/>
      <dgm:t>
        <a:bodyPr/>
        <a:lstStyle/>
        <a:p>
          <a:endParaRPr lang="en-US" sz="1800"/>
        </a:p>
      </dgm:t>
    </dgm:pt>
    <dgm:pt modelId="{E9FAE220-90D2-6E4C-9C87-1FA30D296022}" type="sibTrans" cxnId="{702F17E0-0C97-F848-A567-6312A27F388A}">
      <dgm:prSet/>
      <dgm:spPr>
        <a:ln>
          <a:solidFill>
            <a:schemeClr val="bg2">
              <a:lumMod val="75000"/>
            </a:schemeClr>
          </a:solidFill>
        </a:ln>
      </dgm:spPr>
      <dgm:t>
        <a:bodyPr/>
        <a:lstStyle/>
        <a:p>
          <a:endParaRPr lang="en-US" sz="1800"/>
        </a:p>
      </dgm:t>
    </dgm:pt>
    <dgm:pt modelId="{EE75CA0D-5BC8-3742-B63A-3601E574CD88}">
      <dgm:prSet phldrT="[Text]" custT="1"/>
      <dgm:spPr>
        <a:solidFill>
          <a:schemeClr val="bg2">
            <a:lumMod val="60000"/>
            <a:lumOff val="40000"/>
            <a:alpha val="15000"/>
          </a:schemeClr>
        </a:solidFill>
      </dgm:spPr>
      <dgm:t>
        <a:bodyPr/>
        <a:lstStyle/>
        <a:p>
          <a:r>
            <a:rPr lang="en-US" sz="1800" b="1" kern="1200" dirty="0">
              <a:solidFill>
                <a:srgbClr val="000000"/>
              </a:solidFill>
              <a:latin typeface="Georgia" panose="02040502050405020303" pitchFamily="18" charset="0"/>
              <a:ea typeface="+mn-ea"/>
              <a:cs typeface="+mn-cs"/>
            </a:rPr>
            <a:t>(2) Learn Both Ways: </a:t>
          </a:r>
          <a:r>
            <a:rPr lang="en-US" sz="1800" b="0" kern="1200" dirty="0">
              <a:solidFill>
                <a:srgbClr val="000000"/>
              </a:solidFill>
              <a:latin typeface="Georgia" panose="02040502050405020303" pitchFamily="18" charset="0"/>
              <a:ea typeface="+mn-ea"/>
              <a:cs typeface="+mn-cs"/>
            </a:rPr>
            <a:t>Use the course to audit AI, and use AI to understand the course</a:t>
          </a:r>
        </a:p>
      </dgm:t>
    </dgm:pt>
    <dgm:pt modelId="{F99F0F00-CD7B-9E4D-9D3C-8DC28DA335F7}" type="parTrans" cxnId="{834AE730-BBB7-6D4A-B24E-87A735B9D39B}">
      <dgm:prSet/>
      <dgm:spPr/>
      <dgm:t>
        <a:bodyPr/>
        <a:lstStyle/>
        <a:p>
          <a:endParaRPr lang="en-US" sz="1800"/>
        </a:p>
      </dgm:t>
    </dgm:pt>
    <dgm:pt modelId="{F784419F-1D09-4E42-8620-A4401E2A146B}" type="sibTrans" cxnId="{834AE730-BBB7-6D4A-B24E-87A735B9D39B}">
      <dgm:prSet/>
      <dgm:spPr/>
      <dgm:t>
        <a:bodyPr/>
        <a:lstStyle/>
        <a:p>
          <a:endParaRPr lang="en-US" sz="1800"/>
        </a:p>
      </dgm:t>
    </dgm:pt>
    <dgm:pt modelId="{793241D3-C2B7-CB4E-8880-2CEBC47880A5}">
      <dgm:prSet phldrT="[Text]" custT="1"/>
      <dgm:spPr>
        <a:solidFill>
          <a:schemeClr val="bg2">
            <a:lumMod val="60000"/>
            <a:lumOff val="40000"/>
            <a:alpha val="15000"/>
          </a:schemeClr>
        </a:solidFill>
      </dgm:spPr>
      <dgm:t>
        <a:bodyPr/>
        <a:lstStyle/>
        <a:p>
          <a:r>
            <a:rPr lang="en-US" sz="1800" b="1" kern="1200" dirty="0">
              <a:solidFill>
                <a:srgbClr val="000000"/>
              </a:solidFill>
              <a:latin typeface="Georgia" panose="02040502050405020303" pitchFamily="18" charset="0"/>
              <a:ea typeface="+mn-ea"/>
              <a:cs typeface="+mn-cs"/>
            </a:rPr>
            <a:t>(3) Question the Magic: </a:t>
          </a:r>
          <a:r>
            <a:rPr lang="en-US" sz="1800" b="0" kern="1200" dirty="0">
              <a:solidFill>
                <a:srgbClr val="000000"/>
              </a:solidFill>
              <a:latin typeface="Georgia" panose="02040502050405020303" pitchFamily="18" charset="0"/>
              <a:ea typeface="+mn-ea"/>
              <a:cs typeface="+mn-cs"/>
            </a:rPr>
            <a:t>Know when, why, and whether to trust AI</a:t>
          </a:r>
        </a:p>
      </dgm:t>
    </dgm:pt>
    <dgm:pt modelId="{0D5339A6-73B2-2745-B772-9B95C930403D}" type="parTrans" cxnId="{F20EEF31-7C40-0E45-9A19-3B27018E7F23}">
      <dgm:prSet/>
      <dgm:spPr/>
      <dgm:t>
        <a:bodyPr/>
        <a:lstStyle/>
        <a:p>
          <a:endParaRPr lang="en-US" sz="1800"/>
        </a:p>
      </dgm:t>
    </dgm:pt>
    <dgm:pt modelId="{49F1D0D8-512C-7F41-BA39-B5DEF77ACA05}" type="sibTrans" cxnId="{F20EEF31-7C40-0E45-9A19-3B27018E7F23}">
      <dgm:prSet/>
      <dgm:spPr/>
      <dgm:t>
        <a:bodyPr/>
        <a:lstStyle/>
        <a:p>
          <a:endParaRPr lang="en-US" sz="1800"/>
        </a:p>
      </dgm:t>
    </dgm:pt>
    <dgm:pt modelId="{BD1C7690-17A5-8C49-824C-0C0496A6DAD5}" type="pres">
      <dgm:prSet presAssocID="{0D5742E2-634F-DF4D-B937-54F4385E0961}" presName="Name0" presStyleCnt="0">
        <dgm:presLayoutVars>
          <dgm:chMax val="7"/>
          <dgm:chPref val="7"/>
          <dgm:dir/>
        </dgm:presLayoutVars>
      </dgm:prSet>
      <dgm:spPr/>
    </dgm:pt>
    <dgm:pt modelId="{D6D79F6E-FD37-B145-A31F-D78386541E56}" type="pres">
      <dgm:prSet presAssocID="{0D5742E2-634F-DF4D-B937-54F4385E0961}" presName="Name1" presStyleCnt="0"/>
      <dgm:spPr/>
    </dgm:pt>
    <dgm:pt modelId="{1F4E9A82-4299-774D-9868-1A768901DC65}" type="pres">
      <dgm:prSet presAssocID="{0D5742E2-634F-DF4D-B937-54F4385E0961}" presName="cycle" presStyleCnt="0"/>
      <dgm:spPr/>
    </dgm:pt>
    <dgm:pt modelId="{39D1EC88-F105-4546-99F1-60A64624B66D}" type="pres">
      <dgm:prSet presAssocID="{0D5742E2-634F-DF4D-B937-54F4385E0961}" presName="srcNode" presStyleLbl="node1" presStyleIdx="0" presStyleCnt="3"/>
      <dgm:spPr/>
    </dgm:pt>
    <dgm:pt modelId="{059385BB-DDD7-0345-AF56-F32D0E4CCF5C}" type="pres">
      <dgm:prSet presAssocID="{0D5742E2-634F-DF4D-B937-54F4385E0961}" presName="conn" presStyleLbl="parChTrans1D2" presStyleIdx="0" presStyleCnt="1"/>
      <dgm:spPr/>
    </dgm:pt>
    <dgm:pt modelId="{2BBE36D2-E8D8-154E-880F-58A9E5D4B9BF}" type="pres">
      <dgm:prSet presAssocID="{0D5742E2-634F-DF4D-B937-54F4385E0961}" presName="extraNode" presStyleLbl="node1" presStyleIdx="0" presStyleCnt="3"/>
      <dgm:spPr/>
    </dgm:pt>
    <dgm:pt modelId="{A4041D3A-C14B-344F-A73E-608776FFEDD5}" type="pres">
      <dgm:prSet presAssocID="{0D5742E2-634F-DF4D-B937-54F4385E0961}" presName="dstNode" presStyleLbl="node1" presStyleIdx="0" presStyleCnt="3"/>
      <dgm:spPr/>
    </dgm:pt>
    <dgm:pt modelId="{C277132E-6818-974C-8C82-F6F56A5C0695}" type="pres">
      <dgm:prSet presAssocID="{FE1AB672-C2D6-F449-8358-BC3521A8526C}" presName="text_1" presStyleLbl="node1" presStyleIdx="0" presStyleCnt="3">
        <dgm:presLayoutVars>
          <dgm:bulletEnabled val="1"/>
        </dgm:presLayoutVars>
      </dgm:prSet>
      <dgm:spPr/>
    </dgm:pt>
    <dgm:pt modelId="{C2835FF9-6064-2F42-8327-A5C8CCEA2EAA}" type="pres">
      <dgm:prSet presAssocID="{FE1AB672-C2D6-F449-8358-BC3521A8526C}" presName="accent_1" presStyleCnt="0"/>
      <dgm:spPr/>
    </dgm:pt>
    <dgm:pt modelId="{5477AE10-F227-CD49-B8A0-879D72FC2E88}" type="pres">
      <dgm:prSet presAssocID="{FE1AB672-C2D6-F449-8358-BC3521A8526C}" presName="accentRepeatNode" presStyleLbl="solidFgAcc1" presStyleIdx="0" presStyleCnt="3"/>
      <dgm:spPr>
        <a:ln>
          <a:solidFill>
            <a:schemeClr val="bg2">
              <a:lumMod val="75000"/>
            </a:schemeClr>
          </a:solidFill>
        </a:ln>
      </dgm:spPr>
    </dgm:pt>
    <dgm:pt modelId="{7CB9F89E-EA5E-084E-8391-3B8CBE93D31B}" type="pres">
      <dgm:prSet presAssocID="{EE75CA0D-5BC8-3742-B63A-3601E574CD88}" presName="text_2" presStyleLbl="node1" presStyleIdx="1" presStyleCnt="3">
        <dgm:presLayoutVars>
          <dgm:bulletEnabled val="1"/>
        </dgm:presLayoutVars>
      </dgm:prSet>
      <dgm:spPr/>
    </dgm:pt>
    <dgm:pt modelId="{DBB93D7E-71CD-8F4E-8C56-45115F5FFD90}" type="pres">
      <dgm:prSet presAssocID="{EE75CA0D-5BC8-3742-B63A-3601E574CD88}" presName="accent_2" presStyleCnt="0"/>
      <dgm:spPr/>
    </dgm:pt>
    <dgm:pt modelId="{B6DBA45D-4F04-1544-8D7B-206E37DE89D8}" type="pres">
      <dgm:prSet presAssocID="{EE75CA0D-5BC8-3742-B63A-3601E574CD88}" presName="accentRepeatNode" presStyleLbl="solidFgAcc1" presStyleIdx="1" presStyleCnt="3"/>
      <dgm:spPr>
        <a:ln>
          <a:solidFill>
            <a:schemeClr val="bg2">
              <a:lumMod val="75000"/>
            </a:schemeClr>
          </a:solidFill>
        </a:ln>
      </dgm:spPr>
    </dgm:pt>
    <dgm:pt modelId="{A7EAC814-DEE9-784F-9B81-76819B143846}" type="pres">
      <dgm:prSet presAssocID="{793241D3-C2B7-CB4E-8880-2CEBC47880A5}" presName="text_3" presStyleLbl="node1" presStyleIdx="2" presStyleCnt="3">
        <dgm:presLayoutVars>
          <dgm:bulletEnabled val="1"/>
        </dgm:presLayoutVars>
      </dgm:prSet>
      <dgm:spPr/>
    </dgm:pt>
    <dgm:pt modelId="{EE2A0B92-4E96-FA40-AF93-9276916E9F40}" type="pres">
      <dgm:prSet presAssocID="{793241D3-C2B7-CB4E-8880-2CEBC47880A5}" presName="accent_3" presStyleCnt="0"/>
      <dgm:spPr/>
    </dgm:pt>
    <dgm:pt modelId="{D351B5FB-0634-0946-9DF0-A7AD822DFF2A}" type="pres">
      <dgm:prSet presAssocID="{793241D3-C2B7-CB4E-8880-2CEBC47880A5}" presName="accentRepeatNode" presStyleLbl="solidFgAcc1" presStyleIdx="2" presStyleCnt="3"/>
      <dgm:spPr>
        <a:ln>
          <a:solidFill>
            <a:schemeClr val="bg2">
              <a:lumMod val="75000"/>
            </a:schemeClr>
          </a:solidFill>
        </a:ln>
      </dgm:spPr>
    </dgm:pt>
  </dgm:ptLst>
  <dgm:cxnLst>
    <dgm:cxn modelId="{B0B9EC0B-CBD2-7B49-9A6A-4B08AB61C99A}" type="presOf" srcId="{FE1AB672-C2D6-F449-8358-BC3521A8526C}" destId="{C277132E-6818-974C-8C82-F6F56A5C0695}" srcOrd="0" destOrd="0" presId="urn:microsoft.com/office/officeart/2008/layout/VerticalCurvedList"/>
    <dgm:cxn modelId="{834AE730-BBB7-6D4A-B24E-87A735B9D39B}" srcId="{0D5742E2-634F-DF4D-B937-54F4385E0961}" destId="{EE75CA0D-5BC8-3742-B63A-3601E574CD88}" srcOrd="1" destOrd="0" parTransId="{F99F0F00-CD7B-9E4D-9D3C-8DC28DA335F7}" sibTransId="{F784419F-1D09-4E42-8620-A4401E2A146B}"/>
    <dgm:cxn modelId="{F20EEF31-7C40-0E45-9A19-3B27018E7F23}" srcId="{0D5742E2-634F-DF4D-B937-54F4385E0961}" destId="{793241D3-C2B7-CB4E-8880-2CEBC47880A5}" srcOrd="2" destOrd="0" parTransId="{0D5339A6-73B2-2745-B772-9B95C930403D}" sibTransId="{49F1D0D8-512C-7F41-BA39-B5DEF77ACA05}"/>
    <dgm:cxn modelId="{A4A86A56-FA78-C142-9B94-7A832A57DDE4}" type="presOf" srcId="{0D5742E2-634F-DF4D-B937-54F4385E0961}" destId="{BD1C7690-17A5-8C49-824C-0C0496A6DAD5}" srcOrd="0" destOrd="0" presId="urn:microsoft.com/office/officeart/2008/layout/VerticalCurvedList"/>
    <dgm:cxn modelId="{83D42587-934B-EB4F-977F-8FDF6719073F}" type="presOf" srcId="{E9FAE220-90D2-6E4C-9C87-1FA30D296022}" destId="{059385BB-DDD7-0345-AF56-F32D0E4CCF5C}" srcOrd="0" destOrd="0" presId="urn:microsoft.com/office/officeart/2008/layout/VerticalCurvedList"/>
    <dgm:cxn modelId="{3973D2AB-D8AD-2048-A342-57B6A6499A2A}" type="presOf" srcId="{793241D3-C2B7-CB4E-8880-2CEBC47880A5}" destId="{A7EAC814-DEE9-784F-9B81-76819B143846}" srcOrd="0" destOrd="0" presId="urn:microsoft.com/office/officeart/2008/layout/VerticalCurvedList"/>
    <dgm:cxn modelId="{5B8828AD-C95E-AD4D-AC9B-E1B540C72F72}" type="presOf" srcId="{EE75CA0D-5BC8-3742-B63A-3601E574CD88}" destId="{7CB9F89E-EA5E-084E-8391-3B8CBE93D31B}" srcOrd="0" destOrd="0" presId="urn:microsoft.com/office/officeart/2008/layout/VerticalCurvedList"/>
    <dgm:cxn modelId="{702F17E0-0C97-F848-A567-6312A27F388A}" srcId="{0D5742E2-634F-DF4D-B937-54F4385E0961}" destId="{FE1AB672-C2D6-F449-8358-BC3521A8526C}" srcOrd="0" destOrd="0" parTransId="{935D56AD-7D9C-C444-A5D4-A887BC093020}" sibTransId="{E9FAE220-90D2-6E4C-9C87-1FA30D296022}"/>
    <dgm:cxn modelId="{91D7A647-FC2F-6C4F-9B3B-601F20E02C16}" type="presParOf" srcId="{BD1C7690-17A5-8C49-824C-0C0496A6DAD5}" destId="{D6D79F6E-FD37-B145-A31F-D78386541E56}" srcOrd="0" destOrd="0" presId="urn:microsoft.com/office/officeart/2008/layout/VerticalCurvedList"/>
    <dgm:cxn modelId="{BAFB0316-4138-E84A-B62F-C60F105CF00C}" type="presParOf" srcId="{D6D79F6E-FD37-B145-A31F-D78386541E56}" destId="{1F4E9A82-4299-774D-9868-1A768901DC65}" srcOrd="0" destOrd="0" presId="urn:microsoft.com/office/officeart/2008/layout/VerticalCurvedList"/>
    <dgm:cxn modelId="{8E77A4C4-49E0-0341-A89B-D279327F13F5}" type="presParOf" srcId="{1F4E9A82-4299-774D-9868-1A768901DC65}" destId="{39D1EC88-F105-4546-99F1-60A64624B66D}" srcOrd="0" destOrd="0" presId="urn:microsoft.com/office/officeart/2008/layout/VerticalCurvedList"/>
    <dgm:cxn modelId="{FFE32D2E-81B2-674D-AFBE-9B35A62E2899}" type="presParOf" srcId="{1F4E9A82-4299-774D-9868-1A768901DC65}" destId="{059385BB-DDD7-0345-AF56-F32D0E4CCF5C}" srcOrd="1" destOrd="0" presId="urn:microsoft.com/office/officeart/2008/layout/VerticalCurvedList"/>
    <dgm:cxn modelId="{56DA3A8C-9236-6049-B87F-C40872F83D09}" type="presParOf" srcId="{1F4E9A82-4299-774D-9868-1A768901DC65}" destId="{2BBE36D2-E8D8-154E-880F-58A9E5D4B9BF}" srcOrd="2" destOrd="0" presId="urn:microsoft.com/office/officeart/2008/layout/VerticalCurvedList"/>
    <dgm:cxn modelId="{A1D96402-386A-414A-B3E6-6193162C3265}" type="presParOf" srcId="{1F4E9A82-4299-774D-9868-1A768901DC65}" destId="{A4041D3A-C14B-344F-A73E-608776FFEDD5}" srcOrd="3" destOrd="0" presId="urn:microsoft.com/office/officeart/2008/layout/VerticalCurvedList"/>
    <dgm:cxn modelId="{DC7F46EF-6B8D-B847-9AD8-B7DDBC76F2BC}" type="presParOf" srcId="{D6D79F6E-FD37-B145-A31F-D78386541E56}" destId="{C277132E-6818-974C-8C82-F6F56A5C0695}" srcOrd="1" destOrd="0" presId="urn:microsoft.com/office/officeart/2008/layout/VerticalCurvedList"/>
    <dgm:cxn modelId="{7B4CDF9B-0AD7-F045-9758-1212902FE439}" type="presParOf" srcId="{D6D79F6E-FD37-B145-A31F-D78386541E56}" destId="{C2835FF9-6064-2F42-8327-A5C8CCEA2EAA}" srcOrd="2" destOrd="0" presId="urn:microsoft.com/office/officeart/2008/layout/VerticalCurvedList"/>
    <dgm:cxn modelId="{EE6B3C00-C920-CC45-A6A6-12973B0AA7F4}" type="presParOf" srcId="{C2835FF9-6064-2F42-8327-A5C8CCEA2EAA}" destId="{5477AE10-F227-CD49-B8A0-879D72FC2E88}" srcOrd="0" destOrd="0" presId="urn:microsoft.com/office/officeart/2008/layout/VerticalCurvedList"/>
    <dgm:cxn modelId="{B12955E6-DEF0-1F43-9F7A-EA957D3C798A}" type="presParOf" srcId="{D6D79F6E-FD37-B145-A31F-D78386541E56}" destId="{7CB9F89E-EA5E-084E-8391-3B8CBE93D31B}" srcOrd="3" destOrd="0" presId="urn:microsoft.com/office/officeart/2008/layout/VerticalCurvedList"/>
    <dgm:cxn modelId="{FB883EFB-090C-674B-993A-F20BCDA8E08B}" type="presParOf" srcId="{D6D79F6E-FD37-B145-A31F-D78386541E56}" destId="{DBB93D7E-71CD-8F4E-8C56-45115F5FFD90}" srcOrd="4" destOrd="0" presId="urn:microsoft.com/office/officeart/2008/layout/VerticalCurvedList"/>
    <dgm:cxn modelId="{A15372C5-5E88-F34D-964E-4CF129B4F7D5}" type="presParOf" srcId="{DBB93D7E-71CD-8F4E-8C56-45115F5FFD90}" destId="{B6DBA45D-4F04-1544-8D7B-206E37DE89D8}" srcOrd="0" destOrd="0" presId="urn:microsoft.com/office/officeart/2008/layout/VerticalCurvedList"/>
    <dgm:cxn modelId="{E6065D3D-B772-E149-84A6-D2952D455AF7}" type="presParOf" srcId="{D6D79F6E-FD37-B145-A31F-D78386541E56}" destId="{A7EAC814-DEE9-784F-9B81-76819B143846}" srcOrd="5" destOrd="0" presId="urn:microsoft.com/office/officeart/2008/layout/VerticalCurvedList"/>
    <dgm:cxn modelId="{605D31B2-17B0-A24D-9F68-570E914C3994}" type="presParOf" srcId="{D6D79F6E-FD37-B145-A31F-D78386541E56}" destId="{EE2A0B92-4E96-FA40-AF93-9276916E9F40}" srcOrd="6" destOrd="0" presId="urn:microsoft.com/office/officeart/2008/layout/VerticalCurvedList"/>
    <dgm:cxn modelId="{5D2B87FB-6F58-0B45-8008-244D30879489}" type="presParOf" srcId="{EE2A0B92-4E96-FA40-AF93-9276916E9F40}" destId="{D351B5FB-0634-0946-9DF0-A7AD822DFF2A}" srcOrd="0" destOrd="0" presId="urn:microsoft.com/office/officeart/2008/layout/VerticalCurvedList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9385BB-DDD7-0345-AF56-F32D0E4CCF5C}">
      <dsp:nvSpPr>
        <dsp:cNvPr id="0" name=""/>
        <dsp:cNvSpPr/>
      </dsp:nvSpPr>
      <dsp:spPr>
        <a:xfrm>
          <a:off x="-5415403" y="-829315"/>
          <a:ext cx="6448840" cy="6448840"/>
        </a:xfrm>
        <a:prstGeom prst="blockArc">
          <a:avLst>
            <a:gd name="adj1" fmla="val 18900000"/>
            <a:gd name="adj2" fmla="val 2700000"/>
            <a:gd name="adj3" fmla="val 335"/>
          </a:avLst>
        </a:prstGeom>
        <a:noFill/>
        <a:ln w="25400" cap="flat" cmpd="sng" algn="ctr">
          <a:solidFill>
            <a:schemeClr val="bg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77132E-6818-974C-8C82-F6F56A5C0695}">
      <dsp:nvSpPr>
        <dsp:cNvPr id="0" name=""/>
        <dsp:cNvSpPr/>
      </dsp:nvSpPr>
      <dsp:spPr>
        <a:xfrm>
          <a:off x="664881" y="479020"/>
          <a:ext cx="10831558" cy="958041"/>
        </a:xfrm>
        <a:prstGeom prst="rect">
          <a:avLst/>
        </a:prstGeom>
        <a:solidFill>
          <a:schemeClr val="bg2">
            <a:lumMod val="60000"/>
            <a:lumOff val="40000"/>
            <a:alpha val="1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446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latin typeface="Georgia" panose="02040502050405020303" pitchFamily="18" charset="0"/>
            </a:rPr>
            <a:t>(1) Trace the Roots</a:t>
          </a:r>
          <a:r>
            <a:rPr lang="en-US" sz="1800" kern="1200" dirty="0">
              <a:solidFill>
                <a:schemeClr val="tx1"/>
              </a:solidFill>
              <a:latin typeface="Georgia" panose="02040502050405020303" pitchFamily="18" charset="0"/>
            </a:rPr>
            <a:t>: Every modern AI idea has a classical ancestor</a:t>
          </a:r>
        </a:p>
      </dsp:txBody>
      <dsp:txXfrm>
        <a:off x="664881" y="479020"/>
        <a:ext cx="10831558" cy="958041"/>
      </dsp:txXfrm>
    </dsp:sp>
    <dsp:sp modelId="{5477AE10-F227-CD49-B8A0-879D72FC2E88}">
      <dsp:nvSpPr>
        <dsp:cNvPr id="0" name=""/>
        <dsp:cNvSpPr/>
      </dsp:nvSpPr>
      <dsp:spPr>
        <a:xfrm>
          <a:off x="66104" y="359265"/>
          <a:ext cx="1197552" cy="119755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bg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B9F89E-EA5E-084E-8391-3B8CBE93D31B}">
      <dsp:nvSpPr>
        <dsp:cNvPr id="0" name=""/>
        <dsp:cNvSpPr/>
      </dsp:nvSpPr>
      <dsp:spPr>
        <a:xfrm>
          <a:off x="1013129" y="1916083"/>
          <a:ext cx="10483309" cy="958041"/>
        </a:xfrm>
        <a:prstGeom prst="rect">
          <a:avLst/>
        </a:prstGeom>
        <a:solidFill>
          <a:schemeClr val="bg2">
            <a:lumMod val="60000"/>
            <a:lumOff val="40000"/>
            <a:alpha val="1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446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000000"/>
              </a:solidFill>
              <a:latin typeface="Georgia" panose="02040502050405020303" pitchFamily="18" charset="0"/>
              <a:ea typeface="+mn-ea"/>
              <a:cs typeface="+mn-cs"/>
            </a:rPr>
            <a:t>(2) Learn Both Ways: </a:t>
          </a:r>
          <a:r>
            <a:rPr lang="en-US" sz="1800" b="0" kern="1200" dirty="0">
              <a:solidFill>
                <a:srgbClr val="000000"/>
              </a:solidFill>
              <a:latin typeface="Georgia" panose="02040502050405020303" pitchFamily="18" charset="0"/>
              <a:ea typeface="+mn-ea"/>
              <a:cs typeface="+mn-cs"/>
            </a:rPr>
            <a:t>Use the course to audit AI, and use AI to understand the course</a:t>
          </a:r>
        </a:p>
      </dsp:txBody>
      <dsp:txXfrm>
        <a:off x="1013129" y="1916083"/>
        <a:ext cx="10483309" cy="958041"/>
      </dsp:txXfrm>
    </dsp:sp>
    <dsp:sp modelId="{B6DBA45D-4F04-1544-8D7B-206E37DE89D8}">
      <dsp:nvSpPr>
        <dsp:cNvPr id="0" name=""/>
        <dsp:cNvSpPr/>
      </dsp:nvSpPr>
      <dsp:spPr>
        <a:xfrm>
          <a:off x="414353" y="1796328"/>
          <a:ext cx="1197552" cy="119755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bg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EAC814-DEE9-784F-9B81-76819B143846}">
      <dsp:nvSpPr>
        <dsp:cNvPr id="0" name=""/>
        <dsp:cNvSpPr/>
      </dsp:nvSpPr>
      <dsp:spPr>
        <a:xfrm>
          <a:off x="664881" y="3353146"/>
          <a:ext cx="10831558" cy="958041"/>
        </a:xfrm>
        <a:prstGeom prst="rect">
          <a:avLst/>
        </a:prstGeom>
        <a:solidFill>
          <a:schemeClr val="bg2">
            <a:lumMod val="60000"/>
            <a:lumOff val="40000"/>
            <a:alpha val="1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446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000000"/>
              </a:solidFill>
              <a:latin typeface="Georgia" panose="02040502050405020303" pitchFamily="18" charset="0"/>
              <a:ea typeface="+mn-ea"/>
              <a:cs typeface="+mn-cs"/>
            </a:rPr>
            <a:t>(3) Question the Magic: </a:t>
          </a:r>
          <a:r>
            <a:rPr lang="en-US" sz="1800" b="0" kern="1200" dirty="0">
              <a:solidFill>
                <a:srgbClr val="000000"/>
              </a:solidFill>
              <a:latin typeface="Georgia" panose="02040502050405020303" pitchFamily="18" charset="0"/>
              <a:ea typeface="+mn-ea"/>
              <a:cs typeface="+mn-cs"/>
            </a:rPr>
            <a:t>Know when, why, and whether to trust AI</a:t>
          </a:r>
        </a:p>
      </dsp:txBody>
      <dsp:txXfrm>
        <a:off x="664881" y="3353146"/>
        <a:ext cx="10831558" cy="958041"/>
      </dsp:txXfrm>
    </dsp:sp>
    <dsp:sp modelId="{D351B5FB-0634-0946-9DF0-A7AD822DFF2A}">
      <dsp:nvSpPr>
        <dsp:cNvPr id="0" name=""/>
        <dsp:cNvSpPr/>
      </dsp:nvSpPr>
      <dsp:spPr>
        <a:xfrm>
          <a:off x="66104" y="3233391"/>
          <a:ext cx="1197552" cy="119755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bg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8818217D-0DCD-94BF-412C-914DC619A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:notes">
            <a:extLst>
              <a:ext uri="{FF2B5EF4-FFF2-40B4-BE49-F238E27FC236}">
                <a16:creationId xmlns:a16="http://schemas.microsoft.com/office/drawing/2014/main" id="{4182E0D0-733F-8679-0EC1-C4A96A4804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:notes">
            <a:extLst>
              <a:ext uri="{FF2B5EF4-FFF2-40B4-BE49-F238E27FC236}">
                <a16:creationId xmlns:a16="http://schemas.microsoft.com/office/drawing/2014/main" id="{15C4FF66-8A0C-84AA-525A-CF71220E5F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7648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C7B6A995-7FF8-6576-2FFE-84B73098C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:notes">
            <a:extLst>
              <a:ext uri="{FF2B5EF4-FFF2-40B4-BE49-F238E27FC236}">
                <a16:creationId xmlns:a16="http://schemas.microsoft.com/office/drawing/2014/main" id="{ECE80258-9785-D67D-4E11-5BBF7867F9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:notes">
            <a:extLst>
              <a:ext uri="{FF2B5EF4-FFF2-40B4-BE49-F238E27FC236}">
                <a16:creationId xmlns:a16="http://schemas.microsoft.com/office/drawing/2014/main" id="{0FC78E1B-E8C1-AF3B-FCDA-D75FF0D7EB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24436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1B4480A5-7D8C-5FBB-EB7E-45FB6003D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:notes">
            <a:extLst>
              <a:ext uri="{FF2B5EF4-FFF2-40B4-BE49-F238E27FC236}">
                <a16:creationId xmlns:a16="http://schemas.microsoft.com/office/drawing/2014/main" id="{A8A5018E-5755-091E-3A3E-2307BF8093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:notes">
            <a:extLst>
              <a:ext uri="{FF2B5EF4-FFF2-40B4-BE49-F238E27FC236}">
                <a16:creationId xmlns:a16="http://schemas.microsoft.com/office/drawing/2014/main" id="{90893B31-B24F-E50F-E038-77B1E2527A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7023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34B29DEB-3497-7E4A-BBFC-E8CD62905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:notes">
            <a:extLst>
              <a:ext uri="{FF2B5EF4-FFF2-40B4-BE49-F238E27FC236}">
                <a16:creationId xmlns:a16="http://schemas.microsoft.com/office/drawing/2014/main" id="{CF0F2C33-8C4C-8E16-9351-4DE3590343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:notes">
            <a:extLst>
              <a:ext uri="{FF2B5EF4-FFF2-40B4-BE49-F238E27FC236}">
                <a16:creationId xmlns:a16="http://schemas.microsoft.com/office/drawing/2014/main" id="{A26D33C8-83C4-C072-31A6-E02FE8A2D2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9193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1854C636-9500-1954-272B-A61C4BC0F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:notes">
            <a:extLst>
              <a:ext uri="{FF2B5EF4-FFF2-40B4-BE49-F238E27FC236}">
                <a16:creationId xmlns:a16="http://schemas.microsoft.com/office/drawing/2014/main" id="{EA1ADA38-D51A-1035-FB67-DBA1B9C93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:notes">
            <a:extLst>
              <a:ext uri="{FF2B5EF4-FFF2-40B4-BE49-F238E27FC236}">
                <a16:creationId xmlns:a16="http://schemas.microsoft.com/office/drawing/2014/main" id="{8567A0FB-62E0-4AE7-5B98-9A98F622B2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44046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2967E7D1-6F4C-DE7D-A288-7658A9554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:notes">
            <a:extLst>
              <a:ext uri="{FF2B5EF4-FFF2-40B4-BE49-F238E27FC236}">
                <a16:creationId xmlns:a16="http://schemas.microsoft.com/office/drawing/2014/main" id="{9B9029CB-4E85-0D4C-1D90-E4B47321F2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:notes">
            <a:extLst>
              <a:ext uri="{FF2B5EF4-FFF2-40B4-BE49-F238E27FC236}">
                <a16:creationId xmlns:a16="http://schemas.microsoft.com/office/drawing/2014/main" id="{F648016A-0C8B-2127-0B8F-C8C20D2661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98973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454CFEE7-8996-DB2C-6301-ABF51BD5A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:notes">
            <a:extLst>
              <a:ext uri="{FF2B5EF4-FFF2-40B4-BE49-F238E27FC236}">
                <a16:creationId xmlns:a16="http://schemas.microsoft.com/office/drawing/2014/main" id="{502760BD-2D2E-D216-867C-E657CF636F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:notes">
            <a:extLst>
              <a:ext uri="{FF2B5EF4-FFF2-40B4-BE49-F238E27FC236}">
                <a16:creationId xmlns:a16="http://schemas.microsoft.com/office/drawing/2014/main" id="{93E14BEC-49D4-A7BF-4801-96CDE4173C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42711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D2075AF9-425B-5ADD-BB0A-261B18016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:notes">
            <a:extLst>
              <a:ext uri="{FF2B5EF4-FFF2-40B4-BE49-F238E27FC236}">
                <a16:creationId xmlns:a16="http://schemas.microsoft.com/office/drawing/2014/main" id="{5B956B18-6B0B-EB59-9752-425DD638E4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:notes">
            <a:extLst>
              <a:ext uri="{FF2B5EF4-FFF2-40B4-BE49-F238E27FC236}">
                <a16:creationId xmlns:a16="http://schemas.microsoft.com/office/drawing/2014/main" id="{B69F5563-288F-35C2-C4D9-A50FE46842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18344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F96596AF-D247-13A6-ADA8-DEAC53EC3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:notes">
            <a:extLst>
              <a:ext uri="{FF2B5EF4-FFF2-40B4-BE49-F238E27FC236}">
                <a16:creationId xmlns:a16="http://schemas.microsoft.com/office/drawing/2014/main" id="{ABCE4967-2A4E-4549-F120-B4F9CE98C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:notes">
            <a:extLst>
              <a:ext uri="{FF2B5EF4-FFF2-40B4-BE49-F238E27FC236}">
                <a16:creationId xmlns:a16="http://schemas.microsoft.com/office/drawing/2014/main" id="{F58F7365-2059-3797-FC7E-1D31527B5D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78282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60A6D44B-4598-3EBB-AF50-C49D4E4DD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:notes">
            <a:extLst>
              <a:ext uri="{FF2B5EF4-FFF2-40B4-BE49-F238E27FC236}">
                <a16:creationId xmlns:a16="http://schemas.microsoft.com/office/drawing/2014/main" id="{B65575A3-56A7-C820-AD31-81AF1252DD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:notes">
            <a:extLst>
              <a:ext uri="{FF2B5EF4-FFF2-40B4-BE49-F238E27FC236}">
                <a16:creationId xmlns:a16="http://schemas.microsoft.com/office/drawing/2014/main" id="{33A42227-C7C7-9B2C-08D9-D23B86A341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53381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1BB8DBF8-56F7-36AE-6919-0B647D2AA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:notes">
            <a:extLst>
              <a:ext uri="{FF2B5EF4-FFF2-40B4-BE49-F238E27FC236}">
                <a16:creationId xmlns:a16="http://schemas.microsoft.com/office/drawing/2014/main" id="{DE570D4D-AF3E-5F7D-D389-1007655922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:notes">
            <a:extLst>
              <a:ext uri="{FF2B5EF4-FFF2-40B4-BE49-F238E27FC236}">
                <a16:creationId xmlns:a16="http://schemas.microsoft.com/office/drawing/2014/main" id="{D979BBD5-E7E7-D7C8-44F2-5994D6616B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77557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15EE0C7A-9228-49F7-F109-6B0D81654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:notes">
            <a:extLst>
              <a:ext uri="{FF2B5EF4-FFF2-40B4-BE49-F238E27FC236}">
                <a16:creationId xmlns:a16="http://schemas.microsoft.com/office/drawing/2014/main" id="{E549C99C-142B-EFC0-ED31-AECD8A14B9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:notes">
            <a:extLst>
              <a:ext uri="{FF2B5EF4-FFF2-40B4-BE49-F238E27FC236}">
                <a16:creationId xmlns:a16="http://schemas.microsoft.com/office/drawing/2014/main" id="{72B42F8A-359B-F554-83FB-CC15A8A0B6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63988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411D1AC7-36F2-9621-A06A-55195B711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:notes">
            <a:extLst>
              <a:ext uri="{FF2B5EF4-FFF2-40B4-BE49-F238E27FC236}">
                <a16:creationId xmlns:a16="http://schemas.microsoft.com/office/drawing/2014/main" id="{90E6B9E2-551D-41F7-E6FC-99571E2BFF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:notes">
            <a:extLst>
              <a:ext uri="{FF2B5EF4-FFF2-40B4-BE49-F238E27FC236}">
                <a16:creationId xmlns:a16="http://schemas.microsoft.com/office/drawing/2014/main" id="{171161A1-1E3B-B76F-B668-B1937D7913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15164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2DE287C7-16A6-2118-CF95-7C3608D66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:notes">
            <a:extLst>
              <a:ext uri="{FF2B5EF4-FFF2-40B4-BE49-F238E27FC236}">
                <a16:creationId xmlns:a16="http://schemas.microsoft.com/office/drawing/2014/main" id="{F30C5E84-BBFA-0C97-D17C-A2BE51CA57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:notes">
            <a:extLst>
              <a:ext uri="{FF2B5EF4-FFF2-40B4-BE49-F238E27FC236}">
                <a16:creationId xmlns:a16="http://schemas.microsoft.com/office/drawing/2014/main" id="{7EEEF35D-E467-08EE-2FDB-9FB8B6CBBB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28177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D820C85C-4882-5A01-2B8B-2EC9CA36E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:notes">
            <a:extLst>
              <a:ext uri="{FF2B5EF4-FFF2-40B4-BE49-F238E27FC236}">
                <a16:creationId xmlns:a16="http://schemas.microsoft.com/office/drawing/2014/main" id="{9622986F-0615-5C4F-680C-AF82424B7C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:notes">
            <a:extLst>
              <a:ext uri="{FF2B5EF4-FFF2-40B4-BE49-F238E27FC236}">
                <a16:creationId xmlns:a16="http://schemas.microsoft.com/office/drawing/2014/main" id="{99FE4F87-D400-0973-87CA-D02D3BCF41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94214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2106FA2A-D85F-732F-3363-FAF976B5C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:notes">
            <a:extLst>
              <a:ext uri="{FF2B5EF4-FFF2-40B4-BE49-F238E27FC236}">
                <a16:creationId xmlns:a16="http://schemas.microsoft.com/office/drawing/2014/main" id="{05E70E56-28AD-34B3-1D02-91C9D2A4B9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:notes">
            <a:extLst>
              <a:ext uri="{FF2B5EF4-FFF2-40B4-BE49-F238E27FC236}">
                <a16:creationId xmlns:a16="http://schemas.microsoft.com/office/drawing/2014/main" id="{2614E168-6226-C67B-32B5-07F83AC0E8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91720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77151D56-F6AA-5EE2-6F4A-FE9698C19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:notes">
            <a:extLst>
              <a:ext uri="{FF2B5EF4-FFF2-40B4-BE49-F238E27FC236}">
                <a16:creationId xmlns:a16="http://schemas.microsoft.com/office/drawing/2014/main" id="{16141438-BDC1-7319-52D8-7C1D6EBB0E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:notes">
            <a:extLst>
              <a:ext uri="{FF2B5EF4-FFF2-40B4-BE49-F238E27FC236}">
                <a16:creationId xmlns:a16="http://schemas.microsoft.com/office/drawing/2014/main" id="{64BAD5B9-1D16-8311-AE0A-4A2EB17AD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02694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2C1427CD-EE03-2473-332B-08A06B5EC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:notes">
            <a:extLst>
              <a:ext uri="{FF2B5EF4-FFF2-40B4-BE49-F238E27FC236}">
                <a16:creationId xmlns:a16="http://schemas.microsoft.com/office/drawing/2014/main" id="{8E4D06BC-D7AE-22A3-F5FE-CB13D7F734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:notes">
            <a:extLst>
              <a:ext uri="{FF2B5EF4-FFF2-40B4-BE49-F238E27FC236}">
                <a16:creationId xmlns:a16="http://schemas.microsoft.com/office/drawing/2014/main" id="{2307825B-7386-997D-BE26-0C52290EC2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10524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A0A52E65-DA45-1AD6-0A9F-3DB3268DE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:notes">
            <a:extLst>
              <a:ext uri="{FF2B5EF4-FFF2-40B4-BE49-F238E27FC236}">
                <a16:creationId xmlns:a16="http://schemas.microsoft.com/office/drawing/2014/main" id="{14FDF550-2FE3-6DE5-23AE-F2767A2F62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:notes">
            <a:extLst>
              <a:ext uri="{FF2B5EF4-FFF2-40B4-BE49-F238E27FC236}">
                <a16:creationId xmlns:a16="http://schemas.microsoft.com/office/drawing/2014/main" id="{C3EF1C3A-E923-7C1F-FCD7-21E259B885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20381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3F43AF6A-463C-75F3-1CA0-137AD5583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:notes">
            <a:extLst>
              <a:ext uri="{FF2B5EF4-FFF2-40B4-BE49-F238E27FC236}">
                <a16:creationId xmlns:a16="http://schemas.microsoft.com/office/drawing/2014/main" id="{37CA336C-1C54-039A-FA92-503B62FBEF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:notes">
            <a:extLst>
              <a:ext uri="{FF2B5EF4-FFF2-40B4-BE49-F238E27FC236}">
                <a16:creationId xmlns:a16="http://schemas.microsoft.com/office/drawing/2014/main" id="{7832D9BE-1557-6DCF-D073-1E0B80B723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44657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C4F3E034-3AE0-88CF-E271-3DB8EC6AF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:notes">
            <a:extLst>
              <a:ext uri="{FF2B5EF4-FFF2-40B4-BE49-F238E27FC236}">
                <a16:creationId xmlns:a16="http://schemas.microsoft.com/office/drawing/2014/main" id="{7F815E3F-9E98-71D7-890A-37237EDCD0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:notes">
            <a:extLst>
              <a:ext uri="{FF2B5EF4-FFF2-40B4-BE49-F238E27FC236}">
                <a16:creationId xmlns:a16="http://schemas.microsoft.com/office/drawing/2014/main" id="{3012A8A8-5066-49D6-F454-CABBC183BA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10187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7BDF8788-17D4-E67D-8A68-975D787BC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:notes">
            <a:extLst>
              <a:ext uri="{FF2B5EF4-FFF2-40B4-BE49-F238E27FC236}">
                <a16:creationId xmlns:a16="http://schemas.microsoft.com/office/drawing/2014/main" id="{E8AD6C51-B095-43C3-4439-376CD6E729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:notes">
            <a:extLst>
              <a:ext uri="{FF2B5EF4-FFF2-40B4-BE49-F238E27FC236}">
                <a16:creationId xmlns:a16="http://schemas.microsoft.com/office/drawing/2014/main" id="{70D874B2-0F48-E5F3-7807-8927A3D355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08311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userDrawn="1">
  <p:cSld name="1_Title Slide">
    <p:bg>
      <p:bgPr>
        <a:solidFill>
          <a:srgbClr val="1E22AA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5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5" descr="A close-up of a logo&#10;&#10;AI-generated content may be incorrect."/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-324463" y="0"/>
            <a:ext cx="3427260" cy="904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1_Title Slide 2">
    <p:bg>
      <p:bgPr>
        <a:solidFill>
          <a:srgbClr val="1E22AA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0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Google Shape;35;p6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6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68027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6"/>
          <p:cNvSpPr txBox="1">
            <a:spLocks noGrp="1"/>
          </p:cNvSpPr>
          <p:nvPr>
            <p:ph type="subTitle" idx="1"/>
          </p:nvPr>
        </p:nvSpPr>
        <p:spPr>
          <a:xfrm>
            <a:off x="391043" y="3268046"/>
            <a:ext cx="7153509" cy="8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0" i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ctrTitle"/>
          </p:nvPr>
        </p:nvSpPr>
        <p:spPr>
          <a:xfrm>
            <a:off x="391043" y="1810748"/>
            <a:ext cx="8187179" cy="8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600" b="1" i="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6"/>
          <p:cNvPicPr preferRelativeResize="0"/>
          <p:nvPr/>
        </p:nvPicPr>
        <p:blipFill rotWithShape="1">
          <a:blip r:embed="rId3">
            <a:alphaModFix/>
          </a:blip>
          <a:srcRect l="6397" r="6397"/>
          <a:stretch/>
        </p:blipFill>
        <p:spPr>
          <a:xfrm>
            <a:off x="138898" y="249444"/>
            <a:ext cx="5705750" cy="849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1_Section Header"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7" descr="A white background with black dot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3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1_Section Header 2"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8" descr="A white background with black dot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963084" y="3216047"/>
            <a:ext cx="10363200" cy="784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600" b="1" i="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1_Section Header 2"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1" descr="A white background with black dot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1"/>
          <p:cNvSpPr txBox="1">
            <a:spLocks noGrp="1"/>
          </p:cNvSpPr>
          <p:nvPr>
            <p:ph type="title"/>
          </p:nvPr>
        </p:nvSpPr>
        <p:spPr>
          <a:xfrm>
            <a:off x="963084" y="3216047"/>
            <a:ext cx="10363200" cy="784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600" b="1" i="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No logo - Empt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title"/>
          </p:nvPr>
        </p:nvSpPr>
        <p:spPr>
          <a:xfrm>
            <a:off x="609600" y="488058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CRA PPT_page bars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7785" y="-20484"/>
            <a:ext cx="12229655" cy="689642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8395252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04853" y="131433"/>
            <a:ext cx="3289850" cy="105275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9" descr="CRA PPT_page bar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785" y="-20484"/>
            <a:ext cx="12229655" cy="6896422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8395252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51" name="Google Shape;51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04853" y="131433"/>
            <a:ext cx="3289850" cy="105275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2" descr="CRA PPT_page bar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785" y="-20484"/>
            <a:ext cx="12229655" cy="689642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2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10972800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junwu6.github.io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18" Type="http://schemas.openxmlformats.org/officeDocument/2006/relationships/image" Target="../media/image25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19.png"/><Relationship Id="rId17" Type="http://schemas.openxmlformats.org/officeDocument/2006/relationships/image" Target="../media/image24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18.svg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16.jpeg"/><Relationship Id="rId1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282222" y="1614310"/>
            <a:ext cx="10794680" cy="4684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latin typeface="Georgia" panose="02040502050405020303" pitchFamily="18" charset="0"/>
              </a:rPr>
              <a:t>Bridging Foundational Machine Learning and Modern AI in Graduate Education</a:t>
            </a:r>
            <a:br>
              <a:rPr lang="en-US" b="1" dirty="0">
                <a:latin typeface="Georgia" panose="02040502050405020303" pitchFamily="18" charset="0"/>
              </a:rPr>
            </a:br>
            <a:br>
              <a:rPr lang="en-US" b="1" dirty="0">
                <a:latin typeface="Georgia" panose="02040502050405020303" pitchFamily="18" charset="0"/>
              </a:rPr>
            </a:br>
            <a:br>
              <a:rPr lang="en-US" sz="1800" b="1" dirty="0">
                <a:latin typeface="Georgia" panose="02040502050405020303" pitchFamily="18" charset="0"/>
              </a:rPr>
            </a:br>
            <a:r>
              <a:rPr lang="en-US" sz="1800" dirty="0">
                <a:latin typeface="Georgia" panose="02040502050405020303" pitchFamily="18" charset="0"/>
              </a:rPr>
              <a:t>Jun Wu</a:t>
            </a:r>
            <a:br>
              <a:rPr lang="en-US" sz="1800" dirty="0">
                <a:latin typeface="Georgia" panose="02040502050405020303" pitchFamily="18" charset="0"/>
              </a:rPr>
            </a:br>
            <a:r>
              <a:rPr lang="en-US" sz="300" dirty="0">
                <a:latin typeface="Georgia" panose="02040502050405020303" pitchFamily="18" charset="0"/>
              </a:rPr>
              <a:t> </a:t>
            </a:r>
            <a:br>
              <a:rPr lang="en-US" sz="300" dirty="0">
                <a:latin typeface="Georgia" panose="02040502050405020303" pitchFamily="18" charset="0"/>
              </a:rPr>
            </a:br>
            <a:r>
              <a:rPr lang="en-US" sz="1800" dirty="0">
                <a:latin typeface="Georgia" panose="02040502050405020303" pitchFamily="18" charset="0"/>
              </a:rPr>
              <a:t>Assistant Professor</a:t>
            </a:r>
            <a:br>
              <a:rPr lang="en-US" sz="1800" dirty="0">
                <a:latin typeface="Georgia" panose="02040502050405020303" pitchFamily="18" charset="0"/>
              </a:rPr>
            </a:br>
            <a:r>
              <a:rPr lang="en-US" sz="300" dirty="0">
                <a:latin typeface="Georgia" panose="02040502050405020303" pitchFamily="18" charset="0"/>
              </a:rPr>
              <a:t> </a:t>
            </a:r>
            <a:br>
              <a:rPr lang="en-US" sz="300" dirty="0">
                <a:latin typeface="Georgia" panose="02040502050405020303" pitchFamily="18" charset="0"/>
              </a:rPr>
            </a:br>
            <a:r>
              <a:rPr lang="en-US" sz="1800" dirty="0">
                <a:latin typeface="Georgia" panose="02040502050405020303" pitchFamily="18" charset="0"/>
              </a:rPr>
              <a:t>Michigan State University</a:t>
            </a:r>
            <a:br>
              <a:rPr lang="en-US" sz="1800" dirty="0">
                <a:latin typeface="Georgia" panose="02040502050405020303" pitchFamily="18" charset="0"/>
              </a:rPr>
            </a:br>
            <a:r>
              <a:rPr lang="en-US" sz="300" dirty="0">
                <a:latin typeface="Georgia" panose="02040502050405020303" pitchFamily="18" charset="0"/>
              </a:rPr>
              <a:t> </a:t>
            </a:r>
            <a:br>
              <a:rPr lang="en-US" sz="300" dirty="0">
                <a:latin typeface="Georgia" panose="02040502050405020303" pitchFamily="18" charset="0"/>
              </a:rPr>
            </a:br>
            <a:r>
              <a:rPr lang="en-US" sz="1800" i="1" dirty="0">
                <a:solidFill>
                  <a:schemeClr val="tx1"/>
                </a:solidFill>
                <a:latin typeface="Georgia" panose="02040502050405020303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https://junwu6.github.io/</a:t>
            </a:r>
            <a:endParaRPr sz="1800" dirty="0"/>
          </a:p>
        </p:txBody>
      </p:sp>
      <p:grpSp>
        <p:nvGrpSpPr>
          <p:cNvPr id="2" name="Google Shape;93;p18">
            <a:extLst>
              <a:ext uri="{FF2B5EF4-FFF2-40B4-BE49-F238E27FC236}">
                <a16:creationId xmlns:a16="http://schemas.microsoft.com/office/drawing/2014/main" id="{8A98AE7C-BA92-9506-81F0-1EE0659346B9}"/>
              </a:ext>
            </a:extLst>
          </p:cNvPr>
          <p:cNvGrpSpPr/>
          <p:nvPr/>
        </p:nvGrpSpPr>
        <p:grpSpPr>
          <a:xfrm>
            <a:off x="282222" y="0"/>
            <a:ext cx="2866425" cy="1189675"/>
            <a:chOff x="837550" y="656850"/>
            <a:chExt cx="7842475" cy="3254925"/>
          </a:xfrm>
        </p:grpSpPr>
        <p:sp>
          <p:nvSpPr>
            <p:cNvPr id="3" name="Google Shape;94;p18">
              <a:extLst>
                <a:ext uri="{FF2B5EF4-FFF2-40B4-BE49-F238E27FC236}">
                  <a16:creationId xmlns:a16="http://schemas.microsoft.com/office/drawing/2014/main" id="{DB745F5F-ABE5-663A-E471-354F9433EC1A}"/>
                </a:ext>
              </a:extLst>
            </p:cNvPr>
            <p:cNvSpPr/>
            <p:nvPr/>
          </p:nvSpPr>
          <p:spPr>
            <a:xfrm>
              <a:off x="837550" y="685275"/>
              <a:ext cx="7766400" cy="322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3425" tIns="33425" rIns="33425" bIns="33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12"/>
            </a:p>
          </p:txBody>
        </p:sp>
        <p:pic>
          <p:nvPicPr>
            <p:cNvPr id="4" name="Google Shape;95;p18" title="NAIRR Expansion Conference_RE lg.png">
              <a:extLst>
                <a:ext uri="{FF2B5EF4-FFF2-40B4-BE49-F238E27FC236}">
                  <a16:creationId xmlns:a16="http://schemas.microsoft.com/office/drawing/2014/main" id="{A68D30C4-118D-CFEA-46F8-16B1BAB56465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8083" r="7185"/>
            <a:stretch/>
          </p:blipFill>
          <p:spPr>
            <a:xfrm>
              <a:off x="894650" y="656850"/>
              <a:ext cx="7785375" cy="32168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609599" y="383886"/>
            <a:ext cx="10972801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 dirty="0"/>
              <a:t>AI Education Today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9D7E0E-2B65-B597-BC86-CD6C6E1915F7}"/>
              </a:ext>
            </a:extLst>
          </p:cNvPr>
          <p:cNvSpPr txBox="1"/>
          <p:nvPr/>
        </p:nvSpPr>
        <p:spPr>
          <a:xfrm>
            <a:off x="609599" y="1475509"/>
            <a:ext cx="72795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400" dirty="0">
                <a:latin typeface="Georgia" panose="02040502050405020303" pitchFamily="18" charset="0"/>
              </a:rPr>
              <a:t>What students learn in machine learning courses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3925981-50C9-58F0-1D6C-B056B38A0EB1}"/>
              </a:ext>
            </a:extLst>
          </p:cNvPr>
          <p:cNvSpPr/>
          <p:nvPr/>
        </p:nvSpPr>
        <p:spPr>
          <a:xfrm>
            <a:off x="5680362" y="1998729"/>
            <a:ext cx="1280160" cy="12801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AA1268-F2A6-D03F-6C12-429A7BE0AEBE}"/>
              </a:ext>
            </a:extLst>
          </p:cNvPr>
          <p:cNvSpPr txBox="1"/>
          <p:nvPr/>
        </p:nvSpPr>
        <p:spPr>
          <a:xfrm>
            <a:off x="5748010" y="2346422"/>
            <a:ext cx="11448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Georgia" panose="02040502050405020303" pitchFamily="18" charset="0"/>
              </a:rPr>
              <a:t>Machine</a:t>
            </a:r>
          </a:p>
          <a:p>
            <a:pPr algn="ctr"/>
            <a:r>
              <a:rPr lang="en-US" sz="1600" b="1" dirty="0">
                <a:latin typeface="Georgia" panose="02040502050405020303" pitchFamily="18" charset="0"/>
              </a:rPr>
              <a:t>Learning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5A4B42D-B5D3-AB0B-DD77-30C559E58AC5}"/>
              </a:ext>
            </a:extLst>
          </p:cNvPr>
          <p:cNvSpPr/>
          <p:nvPr/>
        </p:nvSpPr>
        <p:spPr>
          <a:xfrm>
            <a:off x="3194859" y="3278889"/>
            <a:ext cx="1097280" cy="109728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1FCAA1-4651-23AD-8998-18DD02D37DA9}"/>
              </a:ext>
            </a:extLst>
          </p:cNvPr>
          <p:cNvSpPr txBox="1"/>
          <p:nvPr/>
        </p:nvSpPr>
        <p:spPr>
          <a:xfrm>
            <a:off x="3246407" y="3596697"/>
            <a:ext cx="9941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>
                <a:latin typeface="Georgia" panose="02040502050405020303" pitchFamily="18" charset="0"/>
              </a:rPr>
              <a:t>Supervised</a:t>
            </a:r>
          </a:p>
          <a:p>
            <a:pPr algn="ctr"/>
            <a:r>
              <a:rPr lang="en-US" sz="1100" b="1" dirty="0">
                <a:latin typeface="Georgia" panose="02040502050405020303" pitchFamily="18" charset="0"/>
              </a:rPr>
              <a:t>Learning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0085F27-6F34-B9EB-7BE2-127E0BA16F2A}"/>
              </a:ext>
            </a:extLst>
          </p:cNvPr>
          <p:cNvSpPr/>
          <p:nvPr/>
        </p:nvSpPr>
        <p:spPr>
          <a:xfrm>
            <a:off x="2157981" y="4376169"/>
            <a:ext cx="1005840" cy="100584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044663-2FAB-D83F-1602-485C92598109}"/>
              </a:ext>
            </a:extLst>
          </p:cNvPr>
          <p:cNvSpPr txBox="1"/>
          <p:nvPr/>
        </p:nvSpPr>
        <p:spPr>
          <a:xfrm>
            <a:off x="2076446" y="4748284"/>
            <a:ext cx="11689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>
                <a:latin typeface="Georgia" panose="02040502050405020303" pitchFamily="18" charset="0"/>
              </a:rPr>
              <a:t>Classification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44A7D0E-1DEC-2841-7F5D-4D3CEC401A24}"/>
              </a:ext>
            </a:extLst>
          </p:cNvPr>
          <p:cNvSpPr/>
          <p:nvPr/>
        </p:nvSpPr>
        <p:spPr>
          <a:xfrm>
            <a:off x="4280913" y="4376169"/>
            <a:ext cx="1005840" cy="100584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2CB1F8-971A-A92B-EE93-06B6751964E3}"/>
              </a:ext>
            </a:extLst>
          </p:cNvPr>
          <p:cNvSpPr txBox="1"/>
          <p:nvPr/>
        </p:nvSpPr>
        <p:spPr>
          <a:xfrm>
            <a:off x="4286742" y="4748284"/>
            <a:ext cx="9941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>
                <a:latin typeface="Georgia" panose="02040502050405020303" pitchFamily="18" charset="0"/>
              </a:rPr>
              <a:t>Regression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EDFEA6-5EB7-08D0-981A-39AFC1430FA0}"/>
              </a:ext>
            </a:extLst>
          </p:cNvPr>
          <p:cNvCxnSpPr>
            <a:cxnSpLocks/>
          </p:cNvCxnSpPr>
          <p:nvPr/>
        </p:nvCxnSpPr>
        <p:spPr>
          <a:xfrm flipV="1">
            <a:off x="4209811" y="2906774"/>
            <a:ext cx="1538199" cy="650558"/>
          </a:xfrm>
          <a:prstGeom prst="line">
            <a:avLst/>
          </a:prstGeom>
          <a:ln w="5715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FE66C52B-F3A2-7DCE-9C7C-8C715DB9CA2D}"/>
              </a:ext>
            </a:extLst>
          </p:cNvPr>
          <p:cNvSpPr/>
          <p:nvPr/>
        </p:nvSpPr>
        <p:spPr>
          <a:xfrm>
            <a:off x="5773670" y="3596696"/>
            <a:ext cx="1097280" cy="109728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727949-28EE-D49F-28C4-044A1B841C05}"/>
              </a:ext>
            </a:extLst>
          </p:cNvPr>
          <p:cNvSpPr txBox="1"/>
          <p:nvPr/>
        </p:nvSpPr>
        <p:spPr>
          <a:xfrm>
            <a:off x="5727436" y="3976850"/>
            <a:ext cx="11897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>
                <a:latin typeface="Georgia" panose="02040502050405020303" pitchFamily="18" charset="0"/>
              </a:rPr>
              <a:t>Unsupervised</a:t>
            </a:r>
          </a:p>
          <a:p>
            <a:pPr algn="ctr"/>
            <a:r>
              <a:rPr lang="en-US" sz="1100" b="1" dirty="0">
                <a:latin typeface="Georgia" panose="02040502050405020303" pitchFamily="18" charset="0"/>
              </a:rPr>
              <a:t>Learning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46DE350-B2A9-0FFE-08F0-C3271998FC26}"/>
              </a:ext>
            </a:extLst>
          </p:cNvPr>
          <p:cNvCxnSpPr>
            <a:cxnSpLocks/>
            <a:stCxn id="15" idx="0"/>
            <a:endCxn id="4" idx="4"/>
          </p:cNvCxnSpPr>
          <p:nvPr/>
        </p:nvCxnSpPr>
        <p:spPr>
          <a:xfrm flipH="1" flipV="1">
            <a:off x="6320442" y="3278889"/>
            <a:ext cx="1868" cy="317807"/>
          </a:xfrm>
          <a:prstGeom prst="line">
            <a:avLst/>
          </a:prstGeom>
          <a:ln w="571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E900CCD7-7C56-0605-177B-17683E49351A}"/>
              </a:ext>
            </a:extLst>
          </p:cNvPr>
          <p:cNvSpPr/>
          <p:nvPr/>
        </p:nvSpPr>
        <p:spPr>
          <a:xfrm>
            <a:off x="8350613" y="3278889"/>
            <a:ext cx="1097280" cy="109728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E5EC4A-7240-6682-A2E1-FF68E5A56B69}"/>
              </a:ext>
            </a:extLst>
          </p:cNvPr>
          <p:cNvSpPr txBox="1"/>
          <p:nvPr/>
        </p:nvSpPr>
        <p:spPr>
          <a:xfrm>
            <a:off x="8261099" y="3659043"/>
            <a:ext cx="12763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>
                <a:latin typeface="Georgia" panose="02040502050405020303" pitchFamily="18" charset="0"/>
              </a:rPr>
              <a:t>Reinforcement</a:t>
            </a:r>
          </a:p>
          <a:p>
            <a:pPr algn="ctr"/>
            <a:r>
              <a:rPr lang="en-US" sz="1100" b="1" dirty="0">
                <a:latin typeface="Georgia" panose="02040502050405020303" pitchFamily="18" charset="0"/>
              </a:rPr>
              <a:t>Learning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2F0E47C-2815-DB70-3D59-F7F8FF6CF00E}"/>
              </a:ext>
            </a:extLst>
          </p:cNvPr>
          <p:cNvCxnSpPr>
            <a:cxnSpLocks/>
          </p:cNvCxnSpPr>
          <p:nvPr/>
        </p:nvCxnSpPr>
        <p:spPr>
          <a:xfrm>
            <a:off x="6875506" y="2931197"/>
            <a:ext cx="1555567" cy="634483"/>
          </a:xfrm>
          <a:prstGeom prst="line">
            <a:avLst/>
          </a:prstGeom>
          <a:ln w="571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5ADAE7A-1407-FC7D-F073-F11F744436A5}"/>
              </a:ext>
            </a:extLst>
          </p:cNvPr>
          <p:cNvCxnSpPr>
            <a:cxnSpLocks/>
          </p:cNvCxnSpPr>
          <p:nvPr/>
        </p:nvCxnSpPr>
        <p:spPr>
          <a:xfrm flipV="1">
            <a:off x="2973475" y="4241130"/>
            <a:ext cx="392283" cy="270078"/>
          </a:xfrm>
          <a:prstGeom prst="line">
            <a:avLst/>
          </a:prstGeom>
          <a:ln w="571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9B96C99-637D-5606-8957-B803BC299581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4056725" y="4280383"/>
            <a:ext cx="371490" cy="243088"/>
          </a:xfrm>
          <a:prstGeom prst="line">
            <a:avLst/>
          </a:prstGeom>
          <a:ln w="571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257D1A9-1F34-A5FF-F6D8-5AD603C01ED3}"/>
              </a:ext>
            </a:extLst>
          </p:cNvPr>
          <p:cNvSpPr txBox="1"/>
          <p:nvPr/>
        </p:nvSpPr>
        <p:spPr>
          <a:xfrm>
            <a:off x="1680504" y="5517048"/>
            <a:ext cx="196079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latin typeface="Georgia" panose="02040502050405020303" pitchFamily="18" charset="0"/>
              </a:rPr>
              <a:t>Logistic regression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latin typeface="Georgia" panose="02040502050405020303" pitchFamily="18" charset="0"/>
              </a:rPr>
              <a:t>SVM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latin typeface="Georgia" panose="02040502050405020303" pitchFamily="18" charset="0"/>
              </a:rPr>
              <a:t>Perceptron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latin typeface="Georgia" panose="02040502050405020303" pitchFamily="18" charset="0"/>
              </a:rPr>
              <a:t>kNN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BAD321-A28B-9D4C-E955-EFFC5A0670C3}"/>
              </a:ext>
            </a:extLst>
          </p:cNvPr>
          <p:cNvSpPr txBox="1"/>
          <p:nvPr/>
        </p:nvSpPr>
        <p:spPr>
          <a:xfrm>
            <a:off x="3998513" y="5517047"/>
            <a:ext cx="18549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latin typeface="Georgia" panose="02040502050405020303" pitchFamily="18" charset="0"/>
              </a:rPr>
              <a:t>Linear regression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latin typeface="Georgia" panose="02040502050405020303" pitchFamily="18" charset="0"/>
              </a:rPr>
              <a:t>Ridge/Lasso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4B51797-5CB3-13CC-E360-2166A27EE7AB}"/>
              </a:ext>
            </a:extLst>
          </p:cNvPr>
          <p:cNvSpPr/>
          <p:nvPr/>
        </p:nvSpPr>
        <p:spPr>
          <a:xfrm>
            <a:off x="6127488" y="4889017"/>
            <a:ext cx="1005840" cy="100584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25F5EE-2BAE-BF99-517D-16F31C537006}"/>
              </a:ext>
            </a:extLst>
          </p:cNvPr>
          <p:cNvSpPr txBox="1"/>
          <p:nvPr/>
        </p:nvSpPr>
        <p:spPr>
          <a:xfrm>
            <a:off x="6177400" y="5261132"/>
            <a:ext cx="9060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>
                <a:latin typeface="Georgia" panose="02040502050405020303" pitchFamily="18" charset="0"/>
              </a:rPr>
              <a:t>Clustering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CE2FA88-4BA0-8772-EF41-D2B556B58A64}"/>
              </a:ext>
            </a:extLst>
          </p:cNvPr>
          <p:cNvSpPr/>
          <p:nvPr/>
        </p:nvSpPr>
        <p:spPr>
          <a:xfrm>
            <a:off x="7630150" y="4481538"/>
            <a:ext cx="1005840" cy="100584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824BAA-482E-F24E-7CE9-3E0F73E3109B}"/>
              </a:ext>
            </a:extLst>
          </p:cNvPr>
          <p:cNvSpPr txBox="1"/>
          <p:nvPr/>
        </p:nvSpPr>
        <p:spPr>
          <a:xfrm>
            <a:off x="7533390" y="4798233"/>
            <a:ext cx="11993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>
                <a:latin typeface="Georgia" panose="02040502050405020303" pitchFamily="18" charset="0"/>
              </a:rPr>
              <a:t>Dimensionality</a:t>
            </a:r>
          </a:p>
          <a:p>
            <a:pPr algn="ctr"/>
            <a:r>
              <a:rPr lang="en-US" sz="1000" b="1" dirty="0">
                <a:latin typeface="Georgia" panose="02040502050405020303" pitchFamily="18" charset="0"/>
              </a:rPr>
              <a:t>Reduction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82A5B44-105A-F92A-CDF0-7277623654F8}"/>
              </a:ext>
            </a:extLst>
          </p:cNvPr>
          <p:cNvCxnSpPr>
            <a:cxnSpLocks/>
            <a:stCxn id="32" idx="0"/>
          </p:cNvCxnSpPr>
          <p:nvPr/>
        </p:nvCxnSpPr>
        <p:spPr>
          <a:xfrm flipH="1" flipV="1">
            <a:off x="6455649" y="4644584"/>
            <a:ext cx="174759" cy="244433"/>
          </a:xfrm>
          <a:prstGeom prst="line">
            <a:avLst/>
          </a:prstGeom>
          <a:ln w="571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AF96936-838C-9E03-DED8-79748BDA2D10}"/>
              </a:ext>
            </a:extLst>
          </p:cNvPr>
          <p:cNvCxnSpPr>
            <a:cxnSpLocks/>
            <a:stCxn id="34" idx="1"/>
          </p:cNvCxnSpPr>
          <p:nvPr/>
        </p:nvCxnSpPr>
        <p:spPr>
          <a:xfrm flipH="1" flipV="1">
            <a:off x="6847725" y="4256391"/>
            <a:ext cx="929727" cy="372449"/>
          </a:xfrm>
          <a:prstGeom prst="line">
            <a:avLst/>
          </a:prstGeom>
          <a:ln w="571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E2C5348-D44A-0147-EF7C-B0FCEBC7E756}"/>
              </a:ext>
            </a:extLst>
          </p:cNvPr>
          <p:cNvSpPr txBox="1"/>
          <p:nvPr/>
        </p:nvSpPr>
        <p:spPr>
          <a:xfrm>
            <a:off x="6034732" y="5887163"/>
            <a:ext cx="1191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latin typeface="Georgia" panose="02040502050405020303" pitchFamily="18" charset="0"/>
              </a:rPr>
              <a:t>K-Means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latin typeface="Georgia" panose="02040502050405020303" pitchFamily="18" charset="0"/>
              </a:rPr>
              <a:t>GMM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7EE951D-4B0B-32F4-828F-8918945CF6B1}"/>
              </a:ext>
            </a:extLst>
          </p:cNvPr>
          <p:cNvSpPr txBox="1"/>
          <p:nvPr/>
        </p:nvSpPr>
        <p:spPr>
          <a:xfrm>
            <a:off x="7620730" y="5508007"/>
            <a:ext cx="22610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latin typeface="Georgia" panose="02040502050405020303" pitchFamily="18" charset="0"/>
              </a:rPr>
              <a:t>Principal Component Analysis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latin typeface="Georgia" panose="02040502050405020303" pitchFamily="18" charset="0"/>
              </a:rPr>
              <a:t>Autoencoder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94C103-B40D-01A3-ED20-728234A018E2}"/>
              </a:ext>
            </a:extLst>
          </p:cNvPr>
          <p:cNvSpPr txBox="1"/>
          <p:nvPr/>
        </p:nvSpPr>
        <p:spPr>
          <a:xfrm>
            <a:off x="8748277" y="4331360"/>
            <a:ext cx="2261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latin typeface="Georgia" panose="02040502050405020303" pitchFamily="18" charset="0"/>
              </a:rPr>
              <a:t>Q-Learning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128D889B-811B-D9C9-1316-98FF1858B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>
            <a:extLst>
              <a:ext uri="{FF2B5EF4-FFF2-40B4-BE49-F238E27FC236}">
                <a16:creationId xmlns:a16="http://schemas.microsoft.com/office/drawing/2014/main" id="{02669925-71E4-8443-24D9-A474A0C639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599" y="383886"/>
            <a:ext cx="10972801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 dirty="0"/>
              <a:t>AI Education Today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62D5AF-2A68-D6CD-32A6-F7BB2E706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425" y="1161226"/>
            <a:ext cx="5784274" cy="30782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981EB6-A12A-EEDF-3340-14735FC594C2}"/>
              </a:ext>
            </a:extLst>
          </p:cNvPr>
          <p:cNvSpPr txBox="1"/>
          <p:nvPr/>
        </p:nvSpPr>
        <p:spPr>
          <a:xfrm>
            <a:off x="609599" y="1475509"/>
            <a:ext cx="727955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400" dirty="0">
                <a:latin typeface="Georgia" panose="02040502050405020303" pitchFamily="18" charset="0"/>
              </a:rPr>
              <a:t>What students learn in machine learning courses</a:t>
            </a:r>
          </a:p>
          <a:p>
            <a:pPr marL="457200" indent="-457200">
              <a:buFont typeface="Wingdings" pitchFamily="2" charset="2"/>
              <a:buChar char="q"/>
            </a:pPr>
            <a:endParaRPr lang="en-US" sz="2400" dirty="0">
              <a:latin typeface="Georgia" panose="02040502050405020303" pitchFamily="18" charset="0"/>
            </a:endParaRPr>
          </a:p>
          <a:p>
            <a:pPr marL="457200" indent="-457200">
              <a:buFont typeface="Wingdings" pitchFamily="2" charset="2"/>
              <a:buChar char="q"/>
            </a:pPr>
            <a:endParaRPr lang="en-US" sz="2400" dirty="0">
              <a:latin typeface="Georgia" panose="02040502050405020303" pitchFamily="18" charset="0"/>
            </a:endParaRPr>
          </a:p>
          <a:p>
            <a:pPr marL="457200" indent="-457200">
              <a:buFont typeface="Wingdings" pitchFamily="2" charset="2"/>
              <a:buChar char="q"/>
            </a:pPr>
            <a:endParaRPr lang="en-US" sz="2400" dirty="0">
              <a:latin typeface="Georgia" panose="02040502050405020303" pitchFamily="18" charset="0"/>
            </a:endParaRPr>
          </a:p>
          <a:p>
            <a:pPr marL="457200" indent="-457200">
              <a:buFont typeface="Wingdings" pitchFamily="2" charset="2"/>
              <a:buChar char="q"/>
            </a:pPr>
            <a:endParaRPr lang="en-US" sz="2400" dirty="0">
              <a:latin typeface="Georgia" panose="02040502050405020303" pitchFamily="18" charset="0"/>
            </a:endParaRPr>
          </a:p>
          <a:p>
            <a:pPr marL="457200" indent="-457200">
              <a:buFont typeface="Wingdings" pitchFamily="2" charset="2"/>
              <a:buChar char="q"/>
            </a:pPr>
            <a:endParaRPr lang="en-US" sz="2400" dirty="0">
              <a:latin typeface="Georgia" panose="02040502050405020303" pitchFamily="18" charset="0"/>
            </a:endParaRPr>
          </a:p>
          <a:p>
            <a:pPr marL="457200" indent="-457200">
              <a:buFont typeface="Wingdings" pitchFamily="2" charset="2"/>
              <a:buChar char="q"/>
            </a:pPr>
            <a:endParaRPr lang="en-US" sz="2400" dirty="0">
              <a:latin typeface="Georgia" panose="02040502050405020303" pitchFamily="18" charset="0"/>
            </a:endParaRPr>
          </a:p>
          <a:p>
            <a:pPr marL="457200" indent="-457200">
              <a:buFont typeface="Wingdings" pitchFamily="2" charset="2"/>
              <a:buChar char="q"/>
            </a:pPr>
            <a:r>
              <a:rPr lang="en-US" sz="2400" dirty="0">
                <a:latin typeface="Georgia" panose="02040502050405020303" pitchFamily="18" charset="0"/>
              </a:rPr>
              <a:t>What students use to study</a:t>
            </a:r>
          </a:p>
        </p:txBody>
      </p:sp>
      <p:pic>
        <p:nvPicPr>
          <p:cNvPr id="3074" name="Picture 2" descr="ChatGPT Edu | AI at W&amp;M | William &amp; Mary">
            <a:extLst>
              <a:ext uri="{FF2B5EF4-FFF2-40B4-BE49-F238E27FC236}">
                <a16:creationId xmlns:a16="http://schemas.microsoft.com/office/drawing/2014/main" id="{47D74AD4-D4CC-4EBF-557D-3414C1461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593" y="4688667"/>
            <a:ext cx="1548249" cy="86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Microsoft 365 Copilot Chat – Information Technology Services">
            <a:extLst>
              <a:ext uri="{FF2B5EF4-FFF2-40B4-BE49-F238E27FC236}">
                <a16:creationId xmlns:a16="http://schemas.microsoft.com/office/drawing/2014/main" id="{60B121F1-05B8-1E87-C80F-56CE68D96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5738" y="4688667"/>
            <a:ext cx="1084119" cy="1084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Icon image">
            <a:extLst>
              <a:ext uri="{FF2B5EF4-FFF2-40B4-BE49-F238E27FC236}">
                <a16:creationId xmlns:a16="http://schemas.microsoft.com/office/drawing/2014/main" id="{AD289283-B0C3-EF8D-3B3B-0A2D37FC1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3177" y="5596991"/>
            <a:ext cx="903736" cy="90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Anthropic's Claude: What You Need to Know About This AI Tool - CNET">
            <a:extLst>
              <a:ext uri="{FF2B5EF4-FFF2-40B4-BE49-F238E27FC236}">
                <a16:creationId xmlns:a16="http://schemas.microsoft.com/office/drawing/2014/main" id="{19220A19-9620-B5E4-6403-04FC1C991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117" y="5718763"/>
            <a:ext cx="1173673" cy="660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033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AF9CECC5-F02C-D39F-8B05-205BC17AD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>
            <a:extLst>
              <a:ext uri="{FF2B5EF4-FFF2-40B4-BE49-F238E27FC236}">
                <a16:creationId xmlns:a16="http://schemas.microsoft.com/office/drawing/2014/main" id="{EB7D9CCA-180F-2521-8160-40E35D9775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599" y="383886"/>
            <a:ext cx="10972801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 dirty="0"/>
              <a:t>AI Education Today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A168AF-BF41-C3E7-FD74-D68A6EC2B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425" y="1161226"/>
            <a:ext cx="5784274" cy="30782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A2945D-C471-00A5-AA71-95D388D5E95B}"/>
              </a:ext>
            </a:extLst>
          </p:cNvPr>
          <p:cNvSpPr txBox="1"/>
          <p:nvPr/>
        </p:nvSpPr>
        <p:spPr>
          <a:xfrm>
            <a:off x="609599" y="1475509"/>
            <a:ext cx="727955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400" dirty="0">
                <a:latin typeface="Georgia" panose="02040502050405020303" pitchFamily="18" charset="0"/>
              </a:rPr>
              <a:t>What students learn in machine learning courses</a:t>
            </a:r>
          </a:p>
          <a:p>
            <a:pPr marL="457200" indent="-457200">
              <a:buFont typeface="Wingdings" pitchFamily="2" charset="2"/>
              <a:buChar char="q"/>
            </a:pPr>
            <a:endParaRPr lang="en-US" sz="2400" dirty="0">
              <a:latin typeface="Georgia" panose="02040502050405020303" pitchFamily="18" charset="0"/>
            </a:endParaRPr>
          </a:p>
          <a:p>
            <a:pPr marL="457200" indent="-457200">
              <a:buFont typeface="Wingdings" pitchFamily="2" charset="2"/>
              <a:buChar char="q"/>
            </a:pPr>
            <a:endParaRPr lang="en-US" sz="2400" dirty="0">
              <a:latin typeface="Georgia" panose="02040502050405020303" pitchFamily="18" charset="0"/>
            </a:endParaRPr>
          </a:p>
          <a:p>
            <a:pPr marL="457200" indent="-457200">
              <a:buFont typeface="Wingdings" pitchFamily="2" charset="2"/>
              <a:buChar char="q"/>
            </a:pPr>
            <a:endParaRPr lang="en-US" sz="2400" dirty="0">
              <a:latin typeface="Georgia" panose="02040502050405020303" pitchFamily="18" charset="0"/>
            </a:endParaRPr>
          </a:p>
          <a:p>
            <a:pPr marL="457200" indent="-457200">
              <a:buFont typeface="Wingdings" pitchFamily="2" charset="2"/>
              <a:buChar char="q"/>
            </a:pPr>
            <a:endParaRPr lang="en-US" sz="2400" dirty="0">
              <a:latin typeface="Georgia" panose="02040502050405020303" pitchFamily="18" charset="0"/>
            </a:endParaRPr>
          </a:p>
          <a:p>
            <a:pPr marL="457200" indent="-457200">
              <a:buFont typeface="Wingdings" pitchFamily="2" charset="2"/>
              <a:buChar char="q"/>
            </a:pPr>
            <a:endParaRPr lang="en-US" sz="2400" dirty="0">
              <a:latin typeface="Georgia" panose="02040502050405020303" pitchFamily="18" charset="0"/>
            </a:endParaRPr>
          </a:p>
          <a:p>
            <a:pPr marL="457200" indent="-457200">
              <a:buFont typeface="Wingdings" pitchFamily="2" charset="2"/>
              <a:buChar char="q"/>
            </a:pPr>
            <a:endParaRPr lang="en-US" sz="2400" dirty="0">
              <a:latin typeface="Georgia" panose="02040502050405020303" pitchFamily="18" charset="0"/>
            </a:endParaRPr>
          </a:p>
          <a:p>
            <a:pPr marL="457200" indent="-457200">
              <a:buFont typeface="Wingdings" pitchFamily="2" charset="2"/>
              <a:buChar char="q"/>
            </a:pPr>
            <a:r>
              <a:rPr lang="en-US" sz="2400" dirty="0">
                <a:latin typeface="Georgia" panose="02040502050405020303" pitchFamily="18" charset="0"/>
              </a:rPr>
              <a:t>What students use to study</a:t>
            </a:r>
          </a:p>
        </p:txBody>
      </p:sp>
      <p:pic>
        <p:nvPicPr>
          <p:cNvPr id="3074" name="Picture 2" descr="ChatGPT Edu | AI at W&amp;M | William &amp; Mary">
            <a:extLst>
              <a:ext uri="{FF2B5EF4-FFF2-40B4-BE49-F238E27FC236}">
                <a16:creationId xmlns:a16="http://schemas.microsoft.com/office/drawing/2014/main" id="{D0D0DAE4-F372-C4B0-4F39-78A16975C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593" y="4688667"/>
            <a:ext cx="1548249" cy="86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Microsoft 365 Copilot Chat – Information Technology Services">
            <a:extLst>
              <a:ext uri="{FF2B5EF4-FFF2-40B4-BE49-F238E27FC236}">
                <a16:creationId xmlns:a16="http://schemas.microsoft.com/office/drawing/2014/main" id="{79AF0CC4-6863-8E5B-9988-0DB71CB75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5738" y="4688667"/>
            <a:ext cx="1084119" cy="1084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Icon image">
            <a:extLst>
              <a:ext uri="{FF2B5EF4-FFF2-40B4-BE49-F238E27FC236}">
                <a16:creationId xmlns:a16="http://schemas.microsoft.com/office/drawing/2014/main" id="{7EFEFE66-1B4A-C3ED-B963-84110A0C5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3177" y="5596991"/>
            <a:ext cx="903736" cy="90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Anthropic's Claude: What You Need to Know About This AI Tool - CNET">
            <a:extLst>
              <a:ext uri="{FF2B5EF4-FFF2-40B4-BE49-F238E27FC236}">
                <a16:creationId xmlns:a16="http://schemas.microsoft.com/office/drawing/2014/main" id="{6B25D87F-606B-5833-A427-0F1F80023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117" y="5718763"/>
            <a:ext cx="1173673" cy="660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ight Arrow 1">
            <a:extLst>
              <a:ext uri="{FF2B5EF4-FFF2-40B4-BE49-F238E27FC236}">
                <a16:creationId xmlns:a16="http://schemas.microsoft.com/office/drawing/2014/main" id="{60393B2A-4FC5-EDD4-A3AE-3CDE7B058C0B}"/>
              </a:ext>
            </a:extLst>
          </p:cNvPr>
          <p:cNvSpPr/>
          <p:nvPr/>
        </p:nvSpPr>
        <p:spPr>
          <a:xfrm>
            <a:off x="5704609" y="5603673"/>
            <a:ext cx="1028700" cy="294708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C5B6B569-FB22-D6DD-0150-56A462349219}"/>
              </a:ext>
            </a:extLst>
          </p:cNvPr>
          <p:cNvSpPr/>
          <p:nvPr/>
        </p:nvSpPr>
        <p:spPr>
          <a:xfrm rot="5400000">
            <a:off x="8235000" y="4517726"/>
            <a:ext cx="597064" cy="275361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9BAD13-696B-3DDA-92C6-55D4628C8A1A}"/>
              </a:ext>
            </a:extLst>
          </p:cNvPr>
          <p:cNvSpPr/>
          <p:nvPr/>
        </p:nvSpPr>
        <p:spPr>
          <a:xfrm>
            <a:off x="6892636" y="5087370"/>
            <a:ext cx="5105399" cy="1349754"/>
          </a:xfrm>
          <a:prstGeom prst="rect">
            <a:avLst/>
          </a:prstGeom>
          <a:solidFill>
            <a:schemeClr val="bg1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47A77D-2F7B-BDD7-35B3-2228D3D20E88}"/>
              </a:ext>
            </a:extLst>
          </p:cNvPr>
          <p:cNvSpPr txBox="1"/>
          <p:nvPr/>
        </p:nvSpPr>
        <p:spPr>
          <a:xfrm>
            <a:off x="7209178" y="5311121"/>
            <a:ext cx="4472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Georgia" panose="02040502050405020303" pitchFamily="18" charset="0"/>
              </a:rPr>
              <a:t>Gap: Foundational concepts are the building blocks for modern AI, but students don't see the structure yet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8727F5-471C-3353-5E25-31079C12567F}"/>
              </a:ext>
            </a:extLst>
          </p:cNvPr>
          <p:cNvSpPr txBox="1"/>
          <p:nvPr/>
        </p:nvSpPr>
        <p:spPr>
          <a:xfrm>
            <a:off x="5361448" y="5269257"/>
            <a:ext cx="14975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Georgia" panose="02040502050405020303" pitchFamily="18" charset="0"/>
              </a:rPr>
              <a:t>Magic outputs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61706F-DFCD-4566-18E9-C521C866F210}"/>
              </a:ext>
            </a:extLst>
          </p:cNvPr>
          <p:cNvSpPr txBox="1"/>
          <p:nvPr/>
        </p:nvSpPr>
        <p:spPr>
          <a:xfrm>
            <a:off x="8640039" y="4458500"/>
            <a:ext cx="22926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Georgia" panose="02040502050405020303" pitchFamily="18" charset="0"/>
              </a:rPr>
              <a:t>Foundational concepts</a:t>
            </a:r>
          </a:p>
        </p:txBody>
      </p:sp>
    </p:spTree>
    <p:extLst>
      <p:ext uri="{BB962C8B-B14F-4D97-AF65-F5344CB8AC3E}">
        <p14:creationId xmlns:p14="http://schemas.microsoft.com/office/powerpoint/2010/main" val="2812460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728DF91D-FA7A-D652-8592-8B1A520F6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>
            <a:extLst>
              <a:ext uri="{FF2B5EF4-FFF2-40B4-BE49-F238E27FC236}">
                <a16:creationId xmlns:a16="http://schemas.microsoft.com/office/drawing/2014/main" id="{101B1617-993E-E4DE-F073-DA8311374E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599" y="383886"/>
            <a:ext cx="10972801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 dirty="0"/>
              <a:t>Questions Students Are Asking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60831F-281F-DF22-FC66-C0EEA1BD129C}"/>
              </a:ext>
            </a:extLst>
          </p:cNvPr>
          <p:cNvSpPr txBox="1"/>
          <p:nvPr/>
        </p:nvSpPr>
        <p:spPr>
          <a:xfrm>
            <a:off x="609599" y="1475509"/>
            <a:ext cx="48734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800" dirty="0">
                <a:latin typeface="Georgia" panose="02040502050405020303" pitchFamily="18" charset="0"/>
              </a:rPr>
              <a:t>In the era of generative AI,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ADC30E-1407-7C84-3A90-3897BD2F2AEB}"/>
              </a:ext>
            </a:extLst>
          </p:cNvPr>
          <p:cNvSpPr txBox="1"/>
          <p:nvPr/>
        </p:nvSpPr>
        <p:spPr>
          <a:xfrm>
            <a:off x="1063335" y="2044253"/>
            <a:ext cx="1027314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latin typeface="Georgia" panose="02040502050405020303" pitchFamily="18" charset="0"/>
              </a:rPr>
              <a:t>why do we need to learn these basic machine learning methods?</a:t>
            </a:r>
          </a:p>
          <a:p>
            <a:pPr marL="457200" lvl="1" indent="-45720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latin typeface="Georgia" panose="02040502050405020303" pitchFamily="18" charset="0"/>
              </a:rPr>
              <a:t>how do they connect to real-world applications?</a:t>
            </a:r>
          </a:p>
          <a:p>
            <a:pPr marL="457200" lvl="1" indent="-45720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latin typeface="Georgia" panose="02040502050405020303" pitchFamily="18" charset="0"/>
              </a:rPr>
              <a:t>how do traditional techniques relate to the AI tools I use every day?</a:t>
            </a:r>
          </a:p>
          <a:p>
            <a:pPr marL="457200" lvl="1" indent="-45720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latin typeface="Georgia" panose="02040502050405020303" pitchFamily="18" charset="0"/>
              </a:rPr>
              <a:t>more importantly, how should I use and trust AI in my learning?</a:t>
            </a:r>
          </a:p>
          <a:p>
            <a:pPr marL="457200" lvl="1" indent="-45720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latin typeface="Georgia" panose="02040502050405020303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36959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E1D62D25-6EA6-FF6D-38BF-761F530F1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>
            <a:extLst>
              <a:ext uri="{FF2B5EF4-FFF2-40B4-BE49-F238E27FC236}">
                <a16:creationId xmlns:a16="http://schemas.microsoft.com/office/drawing/2014/main" id="{424F0ED2-4935-5D16-E6D3-7C48F68856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599" y="383886"/>
            <a:ext cx="10972801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 dirty="0"/>
              <a:t>Questions Students Are Asking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542B14-D346-B2B9-4983-E4BADCAF3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" y="1933435"/>
            <a:ext cx="3723410" cy="3287499"/>
          </a:xfrm>
          <a:prstGeom prst="rect">
            <a:avLst/>
          </a:prstGeom>
        </p:spPr>
      </p:pic>
      <p:pic>
        <p:nvPicPr>
          <p:cNvPr id="5122" name="Picture 2" descr="AI Student Tutor for Homework Help | Macmillan Learning US">
            <a:extLst>
              <a:ext uri="{FF2B5EF4-FFF2-40B4-BE49-F238E27FC236}">
                <a16:creationId xmlns:a16="http://schemas.microsoft.com/office/drawing/2014/main" id="{DEC0AE32-65CF-E857-769E-0C53F41CA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8542" y="1628604"/>
            <a:ext cx="4445144" cy="3600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15244E59-7318-5495-6DF0-6B45D2C7FCA1}"/>
              </a:ext>
            </a:extLst>
          </p:cNvPr>
          <p:cNvSpPr/>
          <p:nvPr/>
        </p:nvSpPr>
        <p:spPr>
          <a:xfrm>
            <a:off x="4036247" y="3179618"/>
            <a:ext cx="3230275" cy="249382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71FC739D-3348-C4BB-9798-CC3171DCDF98}"/>
              </a:ext>
            </a:extLst>
          </p:cNvPr>
          <p:cNvSpPr/>
          <p:nvPr/>
        </p:nvSpPr>
        <p:spPr>
          <a:xfrm rot="10800000">
            <a:off x="4036247" y="3716481"/>
            <a:ext cx="3230275" cy="249382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17371F-B5D7-C147-2240-F79804B32B11}"/>
              </a:ext>
            </a:extLst>
          </p:cNvPr>
          <p:cNvSpPr txBox="1"/>
          <p:nvPr/>
        </p:nvSpPr>
        <p:spPr>
          <a:xfrm>
            <a:off x="4154821" y="2819886"/>
            <a:ext cx="29931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What's inside the black box?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751DC2-0E93-900D-F6E2-00A3DFC87424}"/>
              </a:ext>
            </a:extLst>
          </p:cNvPr>
          <p:cNvSpPr txBox="1"/>
          <p:nvPr/>
        </p:nvSpPr>
        <p:spPr>
          <a:xfrm>
            <a:off x="4029786" y="3988619"/>
            <a:ext cx="32431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Should I trust what comes out?</a:t>
            </a:r>
          </a:p>
        </p:txBody>
      </p:sp>
    </p:spTree>
    <p:extLst>
      <p:ext uri="{BB962C8B-B14F-4D97-AF65-F5344CB8AC3E}">
        <p14:creationId xmlns:p14="http://schemas.microsoft.com/office/powerpoint/2010/main" val="735748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62CF2ADC-D3DD-05E2-0DC0-28E3202CA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>
            <a:extLst>
              <a:ext uri="{FF2B5EF4-FFF2-40B4-BE49-F238E27FC236}">
                <a16:creationId xmlns:a16="http://schemas.microsoft.com/office/drawing/2014/main" id="{AB7F0139-57AC-B23E-FDE3-C4BFF6EC67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599" y="383886"/>
            <a:ext cx="10972801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 dirty="0"/>
              <a:t>Three Strategies</a:t>
            </a:r>
            <a:endParaRPr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0A75342-884E-A025-ABEC-FC6FB5DB2E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4405394"/>
              </p:ext>
            </p:extLst>
          </p:nvPr>
        </p:nvGraphicFramePr>
        <p:xfrm>
          <a:off x="304336" y="1298864"/>
          <a:ext cx="11562544" cy="47902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150" name="Picture 6" descr="Machine learning - Free electronics icons">
            <a:extLst>
              <a:ext uri="{FF2B5EF4-FFF2-40B4-BE49-F238E27FC236}">
                <a16:creationId xmlns:a16="http://schemas.microsoft.com/office/drawing/2014/main" id="{1EC835F8-FA43-3DE9-220B-54C966477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382" y="1766823"/>
            <a:ext cx="259404" cy="259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robot icon Prompts | Stable Diffusion Online">
            <a:extLst>
              <a:ext uri="{FF2B5EF4-FFF2-40B4-BE49-F238E27FC236}">
                <a16:creationId xmlns:a16="http://schemas.microsoft.com/office/drawing/2014/main" id="{2BCBE22D-A69F-46B9-E0A7-8982ABECD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406" y="2422064"/>
            <a:ext cx="349643" cy="349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reeform 7">
            <a:extLst>
              <a:ext uri="{FF2B5EF4-FFF2-40B4-BE49-F238E27FC236}">
                <a16:creationId xmlns:a16="http://schemas.microsoft.com/office/drawing/2014/main" id="{485B1D44-0281-2C01-9B98-14C6EF6CC980}"/>
              </a:ext>
            </a:extLst>
          </p:cNvPr>
          <p:cNvSpPr/>
          <p:nvPr/>
        </p:nvSpPr>
        <p:spPr>
          <a:xfrm>
            <a:off x="602948" y="2005445"/>
            <a:ext cx="797054" cy="529937"/>
          </a:xfrm>
          <a:custGeom>
            <a:avLst/>
            <a:gdLst>
              <a:gd name="connsiteX0" fmla="*/ 443762 w 982528"/>
              <a:gd name="connsiteY0" fmla="*/ 0 h 685800"/>
              <a:gd name="connsiteX1" fmla="*/ 17735 w 982528"/>
              <a:gd name="connsiteY1" fmla="*/ 332509 h 685800"/>
              <a:gd name="connsiteX2" fmla="*/ 973699 w 982528"/>
              <a:gd name="connsiteY2" fmla="*/ 384464 h 685800"/>
              <a:gd name="connsiteX3" fmla="*/ 412590 w 982528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2528" h="685800">
                <a:moveTo>
                  <a:pt x="443762" y="0"/>
                </a:moveTo>
                <a:cubicBezTo>
                  <a:pt x="186587" y="134216"/>
                  <a:pt x="-70588" y="268432"/>
                  <a:pt x="17735" y="332509"/>
                </a:cubicBezTo>
                <a:cubicBezTo>
                  <a:pt x="106058" y="396586"/>
                  <a:pt x="907890" y="325582"/>
                  <a:pt x="973699" y="384464"/>
                </a:cubicBezTo>
                <a:cubicBezTo>
                  <a:pt x="1039508" y="443346"/>
                  <a:pt x="726049" y="564573"/>
                  <a:pt x="412590" y="6858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A2772AD-80FC-D859-AC00-D530815156F7}"/>
              </a:ext>
            </a:extLst>
          </p:cNvPr>
          <p:cNvSpPr/>
          <p:nvPr/>
        </p:nvSpPr>
        <p:spPr>
          <a:xfrm>
            <a:off x="568727" y="2192012"/>
            <a:ext cx="91440" cy="914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1DA1865-410F-C582-1FFC-827DB416475C}"/>
              </a:ext>
            </a:extLst>
          </p:cNvPr>
          <p:cNvSpPr/>
          <p:nvPr/>
        </p:nvSpPr>
        <p:spPr>
          <a:xfrm>
            <a:off x="1336858" y="2258621"/>
            <a:ext cx="91440" cy="914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8" descr="robot icon Prompts | Stable Diffusion Online">
            <a:extLst>
              <a:ext uri="{FF2B5EF4-FFF2-40B4-BE49-F238E27FC236}">
                <a16:creationId xmlns:a16="http://schemas.microsoft.com/office/drawing/2014/main" id="{FE92C8B6-1CCC-D732-456B-A3FC27749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143" y="4718224"/>
            <a:ext cx="349643" cy="349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Graphic 12" descr="Document with solid fill">
            <a:extLst>
              <a:ext uri="{FF2B5EF4-FFF2-40B4-BE49-F238E27FC236}">
                <a16:creationId xmlns:a16="http://schemas.microsoft.com/office/drawing/2014/main" id="{DC3C0C49-9676-002F-5EDE-13F1FB12604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3914" y="5143674"/>
            <a:ext cx="273836" cy="273836"/>
          </a:xfrm>
          <a:prstGeom prst="rect">
            <a:avLst/>
          </a:prstGeom>
        </p:spPr>
      </p:pic>
      <p:pic>
        <p:nvPicPr>
          <p:cNvPr id="14" name="Graphic 13" descr="Document with solid fill">
            <a:extLst>
              <a:ext uri="{FF2B5EF4-FFF2-40B4-BE49-F238E27FC236}">
                <a16:creationId xmlns:a16="http://schemas.microsoft.com/office/drawing/2014/main" id="{C60296F3-F55B-F880-4137-E431B2DC42D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7409" y="5143674"/>
            <a:ext cx="273836" cy="273836"/>
          </a:xfrm>
          <a:prstGeom prst="rect">
            <a:avLst/>
          </a:prstGeom>
        </p:spPr>
      </p:pic>
      <p:pic>
        <p:nvPicPr>
          <p:cNvPr id="16" name="Graphic 15" descr="Arrow: Rotate right with solid fill">
            <a:extLst>
              <a:ext uri="{FF2B5EF4-FFF2-40B4-BE49-F238E27FC236}">
                <a16:creationId xmlns:a16="http://schemas.microsoft.com/office/drawing/2014/main" id="{4E8636FA-1D74-34AA-28CF-723A65F05E4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2521896">
            <a:off x="1056976" y="4880513"/>
            <a:ext cx="443993" cy="336363"/>
          </a:xfrm>
          <a:prstGeom prst="rect">
            <a:avLst/>
          </a:prstGeom>
        </p:spPr>
      </p:pic>
      <p:pic>
        <p:nvPicPr>
          <p:cNvPr id="17" name="Graphic 16" descr="Arrow: Rotate right with solid fill">
            <a:extLst>
              <a:ext uri="{FF2B5EF4-FFF2-40B4-BE49-F238E27FC236}">
                <a16:creationId xmlns:a16="http://schemas.microsoft.com/office/drawing/2014/main" id="{1D6D47C3-6C84-F096-3EE1-67F3614FA5F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8526589" flipV="1">
            <a:off x="389850" y="4869239"/>
            <a:ext cx="443993" cy="339244"/>
          </a:xfrm>
          <a:prstGeom prst="rect">
            <a:avLst/>
          </a:prstGeom>
        </p:spPr>
      </p:pic>
      <p:pic>
        <p:nvPicPr>
          <p:cNvPr id="19" name="Graphic 18" descr="Checkmark with solid fill">
            <a:extLst>
              <a:ext uri="{FF2B5EF4-FFF2-40B4-BE49-F238E27FC236}">
                <a16:creationId xmlns:a16="http://schemas.microsoft.com/office/drawing/2014/main" id="{676086F4-7747-32BC-F015-2407A35061D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24007" y="5318140"/>
            <a:ext cx="211237" cy="211237"/>
          </a:xfrm>
          <a:prstGeom prst="rect">
            <a:avLst/>
          </a:prstGeom>
        </p:spPr>
      </p:pic>
      <p:pic>
        <p:nvPicPr>
          <p:cNvPr id="21" name="Graphic 20" descr="Close with solid fill">
            <a:extLst>
              <a:ext uri="{FF2B5EF4-FFF2-40B4-BE49-F238E27FC236}">
                <a16:creationId xmlns:a16="http://schemas.microsoft.com/office/drawing/2014/main" id="{244D8265-FCDD-1EE5-2EA2-860C47DB8DD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18783" y="5338460"/>
            <a:ext cx="207887" cy="207887"/>
          </a:xfrm>
          <a:prstGeom prst="rect">
            <a:avLst/>
          </a:prstGeom>
        </p:spPr>
      </p:pic>
      <p:pic>
        <p:nvPicPr>
          <p:cNvPr id="6154" name="Picture 10" descr="Download Free Audit Icons in PNG &amp; SVG | Magnific (formerly Freepik)">
            <a:extLst>
              <a:ext uri="{FF2B5EF4-FFF2-40B4-BE49-F238E27FC236}">
                <a16:creationId xmlns:a16="http://schemas.microsoft.com/office/drawing/2014/main" id="{DED085F5-CF59-F487-BAE7-E172A03AF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306" y="3405962"/>
            <a:ext cx="595878" cy="595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7483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4CFC3651-12F0-320A-EF29-1EE0B0346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>
            <a:extLst>
              <a:ext uri="{FF2B5EF4-FFF2-40B4-BE49-F238E27FC236}">
                <a16:creationId xmlns:a16="http://schemas.microsoft.com/office/drawing/2014/main" id="{BA85E1E7-400A-6779-64EF-DC7625FF0B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599" y="383886"/>
            <a:ext cx="10972801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 dirty="0"/>
              <a:t>Strategy 1: Trace the Roots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0B1A72-BD76-C1AD-E1A3-C847246494CE}"/>
              </a:ext>
            </a:extLst>
          </p:cNvPr>
          <p:cNvSpPr txBox="1"/>
          <p:nvPr/>
        </p:nvSpPr>
        <p:spPr>
          <a:xfrm>
            <a:off x="609599" y="1475509"/>
            <a:ext cx="7843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800" dirty="0">
                <a:latin typeface="Georgia" panose="02040502050405020303" pitchFamily="18" charset="0"/>
              </a:rPr>
              <a:t>Every modern AI idea has a classical ancestor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972683-4233-09B3-086A-27FD82D2D8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603803"/>
              </p:ext>
            </p:extLst>
          </p:nvPr>
        </p:nvGraphicFramePr>
        <p:xfrm>
          <a:off x="934720" y="2673702"/>
          <a:ext cx="10170160" cy="374057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085080">
                  <a:extLst>
                    <a:ext uri="{9D8B030D-6E8A-4147-A177-3AD203B41FA5}">
                      <a16:colId xmlns:a16="http://schemas.microsoft.com/office/drawing/2014/main" val="1561941637"/>
                    </a:ext>
                  </a:extLst>
                </a:gridCol>
                <a:gridCol w="5085080">
                  <a:extLst>
                    <a:ext uri="{9D8B030D-6E8A-4147-A177-3AD203B41FA5}">
                      <a16:colId xmlns:a16="http://schemas.microsoft.com/office/drawing/2014/main" val="4007939958"/>
                    </a:ext>
                  </a:extLst>
                </a:gridCol>
              </a:tblGrid>
              <a:tr h="53436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Georgia" panose="02040502050405020303" pitchFamily="18" charset="0"/>
                        </a:rPr>
                        <a:t>Classical 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Georgia" panose="02040502050405020303" pitchFamily="18" charset="0"/>
                        </a:rPr>
                        <a:t>Modern 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9987294"/>
                  </a:ext>
                </a:extLst>
              </a:tr>
              <a:tr h="53436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Georgia" panose="02040502050405020303" pitchFamily="18" charset="0"/>
                        </a:rPr>
                        <a:t>Principal Component Analysis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Georgia" panose="02040502050405020303" pitchFamily="18" charset="0"/>
                        </a:rPr>
                        <a:t>Transformer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256306"/>
                  </a:ext>
                </a:extLst>
              </a:tr>
              <a:tr h="53436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Georgia" panose="02040502050405020303" pitchFamily="18" charset="0"/>
                        </a:rPr>
                        <a:t>Kernel Trick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Georgia" panose="02040502050405020303" pitchFamily="18" charset="0"/>
                        </a:rPr>
                        <a:t>Attention Mechanism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8076956"/>
                  </a:ext>
                </a:extLst>
              </a:tr>
              <a:tr h="53436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Georgia" panose="02040502050405020303" pitchFamily="18" charset="0"/>
                        </a:rPr>
                        <a:t>K-Nearest Neighbors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Georgia" panose="02040502050405020303" pitchFamily="18" charset="0"/>
                        </a:rPr>
                        <a:t>Retrieval-Augmented Generation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327003"/>
                  </a:ext>
                </a:extLst>
              </a:tr>
              <a:tr h="53436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Georgia" panose="02040502050405020303" pitchFamily="18" charset="0"/>
                        </a:rPr>
                        <a:t>K-Means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Georgia" panose="02040502050405020303" pitchFamily="18" charset="0"/>
                        </a:rPr>
                        <a:t>Mixture of Experts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413303"/>
                  </a:ext>
                </a:extLst>
              </a:tr>
              <a:tr h="53436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Georgia" panose="02040502050405020303" pitchFamily="18" charset="0"/>
                        </a:rPr>
                        <a:t>Hidden Markov Model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Georgia" panose="02040502050405020303" pitchFamily="18" charset="0"/>
                        </a:rPr>
                        <a:t>Mamba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514769"/>
                  </a:ext>
                </a:extLst>
              </a:tr>
              <a:tr h="53436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Georgia" panose="02040502050405020303" pitchFamily="18" charset="0"/>
                        </a:rPr>
                        <a:t>Maximum Likelihood Estimation (MLE)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Georgia" panose="02040502050405020303" pitchFamily="18" charset="0"/>
                        </a:rPr>
                        <a:t>Diffusion Models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712072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936C821-573B-B1C3-4605-460B68FBAB4F}"/>
              </a:ext>
            </a:extLst>
          </p:cNvPr>
          <p:cNvSpPr txBox="1"/>
          <p:nvPr/>
        </p:nvSpPr>
        <p:spPr>
          <a:xfrm>
            <a:off x="1097280" y="2052320"/>
            <a:ext cx="50898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b="0" kern="1200" dirty="0">
                <a:solidFill>
                  <a:srgbClr val="000000"/>
                </a:solidFill>
                <a:latin typeface="Georgia" panose="02040502050405020303" pitchFamily="18" charset="0"/>
                <a:ea typeface="+mn-ea"/>
                <a:cs typeface="+mn-cs"/>
              </a:rPr>
              <a:t>A clear roadmap to demystify modern AI</a:t>
            </a:r>
          </a:p>
        </p:txBody>
      </p:sp>
    </p:spTree>
    <p:extLst>
      <p:ext uri="{BB962C8B-B14F-4D97-AF65-F5344CB8AC3E}">
        <p14:creationId xmlns:p14="http://schemas.microsoft.com/office/powerpoint/2010/main" val="4056544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12687C0B-9712-01C4-771F-83046D693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>
            <a:extLst>
              <a:ext uri="{FF2B5EF4-FFF2-40B4-BE49-F238E27FC236}">
                <a16:creationId xmlns:a16="http://schemas.microsoft.com/office/drawing/2014/main" id="{0A46292A-0DD1-4A8A-441F-14803953E7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599" y="383886"/>
            <a:ext cx="10972801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 dirty="0"/>
              <a:t>Strategy 1: Trace the Roots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D4BF1A-B53E-DABC-67E8-409D3832B1E2}"/>
              </a:ext>
            </a:extLst>
          </p:cNvPr>
          <p:cNvSpPr txBox="1"/>
          <p:nvPr/>
        </p:nvSpPr>
        <p:spPr>
          <a:xfrm>
            <a:off x="609599" y="1475509"/>
            <a:ext cx="7843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800" dirty="0">
                <a:latin typeface="Georgia" panose="02040502050405020303" pitchFamily="18" charset="0"/>
              </a:rPr>
              <a:t>Every modern AI idea has a classical ancestor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CD9700-5911-B095-DC48-461F6C28F8E5}"/>
              </a:ext>
            </a:extLst>
          </p:cNvPr>
          <p:cNvSpPr txBox="1"/>
          <p:nvPr/>
        </p:nvSpPr>
        <p:spPr>
          <a:xfrm>
            <a:off x="1737360" y="2717114"/>
            <a:ext cx="413300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Georgia" panose="02040502050405020303" pitchFamily="18" charset="0"/>
              </a:rPr>
              <a:t>Principal Component Analysis (PCA)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63BED6-A3B7-CD82-7578-6C3A5E604FF2}"/>
              </a:ext>
            </a:extLst>
          </p:cNvPr>
          <p:cNvSpPr/>
          <p:nvPr/>
        </p:nvSpPr>
        <p:spPr>
          <a:xfrm>
            <a:off x="1737359" y="2594004"/>
            <a:ext cx="4133005" cy="584775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A500EA-CCA9-9DF5-D1B7-5D795E335711}"/>
              </a:ext>
            </a:extLst>
          </p:cNvPr>
          <p:cNvSpPr txBox="1"/>
          <p:nvPr/>
        </p:nvSpPr>
        <p:spPr>
          <a:xfrm>
            <a:off x="8981440" y="2717114"/>
            <a:ext cx="183896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Georgia" panose="02040502050405020303" pitchFamily="18" charset="0"/>
              </a:rPr>
              <a:t>Autoencoder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AB3D22-48DE-FF7E-2119-111C145312B7}"/>
              </a:ext>
            </a:extLst>
          </p:cNvPr>
          <p:cNvSpPr/>
          <p:nvPr/>
        </p:nvSpPr>
        <p:spPr>
          <a:xfrm>
            <a:off x="8981440" y="2594004"/>
            <a:ext cx="1838960" cy="584775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BF20007-87B2-E2F0-65C9-F308BB80D72F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5870364" y="2886392"/>
            <a:ext cx="3111076" cy="0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C204A66-7154-BE46-9EA1-B25827E06195}"/>
              </a:ext>
            </a:extLst>
          </p:cNvPr>
          <p:cNvSpPr txBox="1"/>
          <p:nvPr/>
        </p:nvSpPr>
        <p:spPr>
          <a:xfrm>
            <a:off x="8981440" y="4689994"/>
            <a:ext cx="183896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Georgia" panose="02040502050405020303" pitchFamily="18" charset="0"/>
              </a:rPr>
              <a:t>Seq2seq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497272-8ED9-DC4D-447A-AB6B9E7B980C}"/>
              </a:ext>
            </a:extLst>
          </p:cNvPr>
          <p:cNvSpPr/>
          <p:nvPr/>
        </p:nvSpPr>
        <p:spPr>
          <a:xfrm>
            <a:off x="8981440" y="4566884"/>
            <a:ext cx="1838960" cy="584775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57F5657-6E2F-6D9B-B176-64D195821CDC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>
            <a:off x="9900920" y="3178779"/>
            <a:ext cx="0" cy="1388105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C8C547B-30C9-4FE5-8072-EA6A6E9E5DDA}"/>
              </a:ext>
            </a:extLst>
          </p:cNvPr>
          <p:cNvSpPr txBox="1"/>
          <p:nvPr/>
        </p:nvSpPr>
        <p:spPr>
          <a:xfrm>
            <a:off x="5374640" y="4689994"/>
            <a:ext cx="183896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Georgia" panose="02040502050405020303" pitchFamily="18" charset="0"/>
              </a:rPr>
              <a:t>Transformer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9B7ED5-344C-9EF2-4B73-C0E4C0267CB6}"/>
              </a:ext>
            </a:extLst>
          </p:cNvPr>
          <p:cNvSpPr/>
          <p:nvPr/>
        </p:nvSpPr>
        <p:spPr>
          <a:xfrm>
            <a:off x="5374640" y="4566884"/>
            <a:ext cx="1838960" cy="584775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816F91E-55AF-EB59-B1A2-8EBCE277F360}"/>
              </a:ext>
            </a:extLst>
          </p:cNvPr>
          <p:cNvCxnSpPr>
            <a:cxnSpLocks/>
          </p:cNvCxnSpPr>
          <p:nvPr/>
        </p:nvCxnSpPr>
        <p:spPr>
          <a:xfrm flipH="1">
            <a:off x="7213600" y="4850177"/>
            <a:ext cx="1767840" cy="0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7E15DA8-DC73-A40D-443F-B0BBFE1D0232}"/>
              </a:ext>
            </a:extLst>
          </p:cNvPr>
          <p:cNvSpPr txBox="1"/>
          <p:nvPr/>
        </p:nvSpPr>
        <p:spPr>
          <a:xfrm>
            <a:off x="1899920" y="4211982"/>
            <a:ext cx="183896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Georgia" panose="02040502050405020303" pitchFamily="18" charset="0"/>
              </a:rPr>
              <a:t>BERT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AF62BC-AC29-60F7-A2ED-92321EFD38F9}"/>
              </a:ext>
            </a:extLst>
          </p:cNvPr>
          <p:cNvSpPr/>
          <p:nvPr/>
        </p:nvSpPr>
        <p:spPr>
          <a:xfrm>
            <a:off x="1899920" y="4088872"/>
            <a:ext cx="1838960" cy="584775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08215F5-879F-EC7E-D107-8881E193F401}"/>
              </a:ext>
            </a:extLst>
          </p:cNvPr>
          <p:cNvCxnSpPr>
            <a:cxnSpLocks/>
            <a:stCxn id="16" idx="1"/>
            <a:endCxn id="21" idx="3"/>
          </p:cNvCxnSpPr>
          <p:nvPr/>
        </p:nvCxnSpPr>
        <p:spPr>
          <a:xfrm flipH="1" flipV="1">
            <a:off x="3738880" y="4381260"/>
            <a:ext cx="1635760" cy="478012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8780FFF-7D74-C9B2-1407-42B9FE4F66EF}"/>
              </a:ext>
            </a:extLst>
          </p:cNvPr>
          <p:cNvCxnSpPr>
            <a:cxnSpLocks/>
          </p:cNvCxnSpPr>
          <p:nvPr/>
        </p:nvCxnSpPr>
        <p:spPr>
          <a:xfrm flipH="1">
            <a:off x="1117600" y="4381259"/>
            <a:ext cx="782320" cy="1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4A0E0CA-78C4-206B-3F8A-EC498F17B75A}"/>
                  </a:ext>
                </a:extLst>
              </p:cNvPr>
              <p:cNvSpPr txBox="1"/>
              <p:nvPr/>
            </p:nvSpPr>
            <p:spPr>
              <a:xfrm>
                <a:off x="701040" y="4186433"/>
                <a:ext cx="34785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4A0E0CA-78C4-206B-3F8A-EC498F17B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" y="4186433"/>
                <a:ext cx="347851" cy="369332"/>
              </a:xfrm>
              <a:prstGeom prst="rect">
                <a:avLst/>
              </a:prstGeom>
              <a:blipFill>
                <a:blip r:embed="rId3"/>
                <a:stretch>
                  <a:fillRect l="-3571" r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0A111888-188D-62AD-4EE6-DF3040A2EFBA}"/>
              </a:ext>
            </a:extLst>
          </p:cNvPr>
          <p:cNvSpPr txBox="1"/>
          <p:nvPr/>
        </p:nvSpPr>
        <p:spPr>
          <a:xfrm>
            <a:off x="1899920" y="5265674"/>
            <a:ext cx="183896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Georgia" panose="02040502050405020303" pitchFamily="18" charset="0"/>
              </a:rPr>
              <a:t>GPT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F952FA7-1E5F-B243-41B8-BCE239F07176}"/>
              </a:ext>
            </a:extLst>
          </p:cNvPr>
          <p:cNvSpPr/>
          <p:nvPr/>
        </p:nvSpPr>
        <p:spPr>
          <a:xfrm>
            <a:off x="1899920" y="5142564"/>
            <a:ext cx="1838960" cy="584775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E51E174-AF23-9C9A-EBFD-A96F1B1A8AD9}"/>
              </a:ext>
            </a:extLst>
          </p:cNvPr>
          <p:cNvCxnSpPr>
            <a:cxnSpLocks/>
          </p:cNvCxnSpPr>
          <p:nvPr/>
        </p:nvCxnSpPr>
        <p:spPr>
          <a:xfrm flipH="1">
            <a:off x="1117600" y="5434951"/>
            <a:ext cx="782320" cy="1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DCB1E97-1DDA-00A3-BFB3-CFE4B36651E2}"/>
                  </a:ext>
                </a:extLst>
              </p:cNvPr>
              <p:cNvSpPr txBox="1"/>
              <p:nvPr/>
            </p:nvSpPr>
            <p:spPr>
              <a:xfrm>
                <a:off x="701040" y="5234896"/>
                <a:ext cx="34785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DCB1E97-1DDA-00A3-BFB3-CFE4B3665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" y="5234896"/>
                <a:ext cx="347851" cy="369332"/>
              </a:xfrm>
              <a:prstGeom prst="rect">
                <a:avLst/>
              </a:prstGeom>
              <a:blipFill>
                <a:blip r:embed="rId4"/>
                <a:stretch>
                  <a:fillRect l="-3571" r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B3D4558-6D72-E5ED-4904-66B6C290828B}"/>
              </a:ext>
            </a:extLst>
          </p:cNvPr>
          <p:cNvCxnSpPr>
            <a:cxnSpLocks/>
            <a:stCxn id="15" idx="1"/>
            <a:endCxn id="45" idx="3"/>
          </p:cNvCxnSpPr>
          <p:nvPr/>
        </p:nvCxnSpPr>
        <p:spPr>
          <a:xfrm flipH="1">
            <a:off x="3738880" y="4859271"/>
            <a:ext cx="1635760" cy="575681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0070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5BC86031-A08E-724E-5CD4-9C3DDA045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>
            <a:extLst>
              <a:ext uri="{FF2B5EF4-FFF2-40B4-BE49-F238E27FC236}">
                <a16:creationId xmlns:a16="http://schemas.microsoft.com/office/drawing/2014/main" id="{A2F9F391-95E6-594B-84FA-7FADB3248D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599" y="383886"/>
            <a:ext cx="10972801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 dirty="0"/>
              <a:t>Strategy 1: Trace the Roots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D15E5A-4E81-F037-9D21-BAD01DAE5641}"/>
              </a:ext>
            </a:extLst>
          </p:cNvPr>
          <p:cNvSpPr txBox="1"/>
          <p:nvPr/>
        </p:nvSpPr>
        <p:spPr>
          <a:xfrm>
            <a:off x="609599" y="1475509"/>
            <a:ext cx="7843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800" dirty="0">
                <a:latin typeface="Georgia" panose="02040502050405020303" pitchFamily="18" charset="0"/>
              </a:rPr>
              <a:t>Every modern AI idea has a classical ancestor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3E3225-6AA9-E4B8-86DA-1101F60FAAC9}"/>
              </a:ext>
            </a:extLst>
          </p:cNvPr>
          <p:cNvSpPr txBox="1"/>
          <p:nvPr/>
        </p:nvSpPr>
        <p:spPr>
          <a:xfrm>
            <a:off x="1737360" y="2717114"/>
            <a:ext cx="413300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Georgia" panose="02040502050405020303" pitchFamily="18" charset="0"/>
              </a:rPr>
              <a:t>Principal Component Analysis (PCA)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B29316-8A0C-0B2B-CD65-EEE39865A365}"/>
              </a:ext>
            </a:extLst>
          </p:cNvPr>
          <p:cNvSpPr/>
          <p:nvPr/>
        </p:nvSpPr>
        <p:spPr>
          <a:xfrm>
            <a:off x="1737359" y="2594004"/>
            <a:ext cx="4133005" cy="584775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55409E-91A0-98FB-6379-D473C40629A6}"/>
              </a:ext>
            </a:extLst>
          </p:cNvPr>
          <p:cNvSpPr txBox="1"/>
          <p:nvPr/>
        </p:nvSpPr>
        <p:spPr>
          <a:xfrm>
            <a:off x="8981440" y="2717114"/>
            <a:ext cx="183896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Georgia" panose="02040502050405020303" pitchFamily="18" charset="0"/>
              </a:rPr>
              <a:t>Autoencoder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653436-1A7F-BF32-8E46-F25A9D220F66}"/>
              </a:ext>
            </a:extLst>
          </p:cNvPr>
          <p:cNvSpPr/>
          <p:nvPr/>
        </p:nvSpPr>
        <p:spPr>
          <a:xfrm>
            <a:off x="8981440" y="2594004"/>
            <a:ext cx="1838960" cy="584775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0758441-3BBA-99D0-B890-DB0C79A9ABFA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5870364" y="2886392"/>
            <a:ext cx="3111076" cy="0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9D73965-D15D-8634-29A1-4566994C4631}"/>
              </a:ext>
            </a:extLst>
          </p:cNvPr>
          <p:cNvSpPr txBox="1"/>
          <p:nvPr/>
        </p:nvSpPr>
        <p:spPr>
          <a:xfrm>
            <a:off x="8981440" y="4689994"/>
            <a:ext cx="183896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Georgia" panose="02040502050405020303" pitchFamily="18" charset="0"/>
              </a:rPr>
              <a:t>Seq2seq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BA1D27-98A9-3B69-9B3B-737C2AD88644}"/>
              </a:ext>
            </a:extLst>
          </p:cNvPr>
          <p:cNvSpPr/>
          <p:nvPr/>
        </p:nvSpPr>
        <p:spPr>
          <a:xfrm>
            <a:off x="8981440" y="4566884"/>
            <a:ext cx="1838960" cy="584775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0C72224-F3CC-2D35-3BB4-18FAAA63CAEF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>
            <a:off x="9900920" y="3178779"/>
            <a:ext cx="0" cy="1388105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9CED305-C139-445F-B265-A3A13D5F4A5E}"/>
              </a:ext>
            </a:extLst>
          </p:cNvPr>
          <p:cNvSpPr txBox="1"/>
          <p:nvPr/>
        </p:nvSpPr>
        <p:spPr>
          <a:xfrm>
            <a:off x="5374640" y="4689994"/>
            <a:ext cx="183896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Georgia" panose="02040502050405020303" pitchFamily="18" charset="0"/>
              </a:rPr>
              <a:t>Transformer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0D022B-0689-3808-5AFC-2C345EC56EF5}"/>
              </a:ext>
            </a:extLst>
          </p:cNvPr>
          <p:cNvSpPr/>
          <p:nvPr/>
        </p:nvSpPr>
        <p:spPr>
          <a:xfrm>
            <a:off x="5374640" y="4566884"/>
            <a:ext cx="1838960" cy="584775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A32CB48-5E2B-3A5E-6527-95F99C98A2DF}"/>
              </a:ext>
            </a:extLst>
          </p:cNvPr>
          <p:cNvCxnSpPr>
            <a:cxnSpLocks/>
          </p:cNvCxnSpPr>
          <p:nvPr/>
        </p:nvCxnSpPr>
        <p:spPr>
          <a:xfrm flipH="1">
            <a:off x="7213600" y="4850177"/>
            <a:ext cx="1767840" cy="0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F299E66-A4CA-191C-40DD-F34994198B85}"/>
              </a:ext>
            </a:extLst>
          </p:cNvPr>
          <p:cNvSpPr txBox="1"/>
          <p:nvPr/>
        </p:nvSpPr>
        <p:spPr>
          <a:xfrm>
            <a:off x="1899920" y="4211982"/>
            <a:ext cx="183896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Georgia" panose="02040502050405020303" pitchFamily="18" charset="0"/>
              </a:rPr>
              <a:t>BERT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315872-BF0C-D85C-C80D-54F5C8E180A0}"/>
              </a:ext>
            </a:extLst>
          </p:cNvPr>
          <p:cNvSpPr/>
          <p:nvPr/>
        </p:nvSpPr>
        <p:spPr>
          <a:xfrm>
            <a:off x="1899920" y="4088872"/>
            <a:ext cx="1838960" cy="584775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1BB57DB-2F85-F1C6-A97B-0256E0649D43}"/>
              </a:ext>
            </a:extLst>
          </p:cNvPr>
          <p:cNvCxnSpPr>
            <a:cxnSpLocks/>
            <a:stCxn id="16" idx="1"/>
            <a:endCxn id="21" idx="3"/>
          </p:cNvCxnSpPr>
          <p:nvPr/>
        </p:nvCxnSpPr>
        <p:spPr>
          <a:xfrm flipH="1" flipV="1">
            <a:off x="3738880" y="4381260"/>
            <a:ext cx="1635760" cy="478012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77261B7-5347-DC75-5522-595B8035B0E1}"/>
              </a:ext>
            </a:extLst>
          </p:cNvPr>
          <p:cNvCxnSpPr>
            <a:cxnSpLocks/>
          </p:cNvCxnSpPr>
          <p:nvPr/>
        </p:nvCxnSpPr>
        <p:spPr>
          <a:xfrm flipH="1">
            <a:off x="1117600" y="4381259"/>
            <a:ext cx="782320" cy="1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D6ED9CB-4A5F-4357-32C9-CCD6D780D896}"/>
                  </a:ext>
                </a:extLst>
              </p:cNvPr>
              <p:cNvSpPr txBox="1"/>
              <p:nvPr/>
            </p:nvSpPr>
            <p:spPr>
              <a:xfrm>
                <a:off x="701040" y="4186433"/>
                <a:ext cx="34785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D6ED9CB-4A5F-4357-32C9-CCD6D780D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" y="4186433"/>
                <a:ext cx="347851" cy="369332"/>
              </a:xfrm>
              <a:prstGeom prst="rect">
                <a:avLst/>
              </a:prstGeom>
              <a:blipFill>
                <a:blip r:embed="rId3"/>
                <a:stretch>
                  <a:fillRect l="-3571" r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AF8B3890-6A88-8B0B-CAE8-A7E029650CF6}"/>
              </a:ext>
            </a:extLst>
          </p:cNvPr>
          <p:cNvSpPr txBox="1"/>
          <p:nvPr/>
        </p:nvSpPr>
        <p:spPr>
          <a:xfrm>
            <a:off x="6202084" y="2558899"/>
            <a:ext cx="21515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tx1"/>
                </a:solidFill>
                <a:latin typeface="Georgia" panose="02040502050405020303" pitchFamily="18" charset="0"/>
              </a:rPr>
              <a:t>Nonlinear projection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5F08F3-6FE9-7FAA-D18A-7B77263FA450}"/>
              </a:ext>
            </a:extLst>
          </p:cNvPr>
          <p:cNvSpPr txBox="1"/>
          <p:nvPr/>
        </p:nvSpPr>
        <p:spPr>
          <a:xfrm>
            <a:off x="9900920" y="3781095"/>
            <a:ext cx="13003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tx1"/>
                </a:solidFill>
                <a:latin typeface="Georgia" panose="02040502050405020303" pitchFamily="18" charset="0"/>
              </a:rPr>
              <a:t>Translation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FE00C5-70A7-76ED-BA47-16A243D1EAEA}"/>
              </a:ext>
            </a:extLst>
          </p:cNvPr>
          <p:cNvSpPr txBox="1"/>
          <p:nvPr/>
        </p:nvSpPr>
        <p:spPr>
          <a:xfrm>
            <a:off x="1899920" y="5265674"/>
            <a:ext cx="183896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Georgia" panose="02040502050405020303" pitchFamily="18" charset="0"/>
              </a:rPr>
              <a:t>GPT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B0C1DC6-69F1-1659-7056-BEF41025D499}"/>
              </a:ext>
            </a:extLst>
          </p:cNvPr>
          <p:cNvSpPr/>
          <p:nvPr/>
        </p:nvSpPr>
        <p:spPr>
          <a:xfrm>
            <a:off x="1899920" y="5142564"/>
            <a:ext cx="1838960" cy="584775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85DFE4C-BAB0-BF1A-8E12-A2804B6401C6}"/>
              </a:ext>
            </a:extLst>
          </p:cNvPr>
          <p:cNvCxnSpPr>
            <a:cxnSpLocks/>
          </p:cNvCxnSpPr>
          <p:nvPr/>
        </p:nvCxnSpPr>
        <p:spPr>
          <a:xfrm flipH="1">
            <a:off x="1117600" y="5434951"/>
            <a:ext cx="782320" cy="1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56FD76D-2953-C63B-472C-6108E0DDA44C}"/>
                  </a:ext>
                </a:extLst>
              </p:cNvPr>
              <p:cNvSpPr txBox="1"/>
              <p:nvPr/>
            </p:nvSpPr>
            <p:spPr>
              <a:xfrm>
                <a:off x="701040" y="5234896"/>
                <a:ext cx="34785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56FD76D-2953-C63B-472C-6108E0DDA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" y="5234896"/>
                <a:ext cx="347851" cy="369332"/>
              </a:xfrm>
              <a:prstGeom prst="rect">
                <a:avLst/>
              </a:prstGeom>
              <a:blipFill>
                <a:blip r:embed="rId4"/>
                <a:stretch>
                  <a:fillRect l="-3571" r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303D7D4-843C-DEF1-68DE-E2F4F83C46AE}"/>
              </a:ext>
            </a:extLst>
          </p:cNvPr>
          <p:cNvCxnSpPr>
            <a:cxnSpLocks/>
            <a:stCxn id="15" idx="1"/>
            <a:endCxn id="45" idx="3"/>
          </p:cNvCxnSpPr>
          <p:nvPr/>
        </p:nvCxnSpPr>
        <p:spPr>
          <a:xfrm flipH="1">
            <a:off x="3738880" y="4859271"/>
            <a:ext cx="1635760" cy="575681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AD3892A-6F33-ECE1-7F6C-4289501263DA}"/>
              </a:ext>
            </a:extLst>
          </p:cNvPr>
          <p:cNvSpPr txBox="1"/>
          <p:nvPr/>
        </p:nvSpPr>
        <p:spPr>
          <a:xfrm>
            <a:off x="7418122" y="4550094"/>
            <a:ext cx="1471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tx1"/>
                </a:solidFill>
                <a:latin typeface="Georgia" panose="02040502050405020303" pitchFamily="18" charset="0"/>
              </a:rPr>
              <a:t>Self-attention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96CA317-4007-EE5D-8757-018F730B6BB6}"/>
              </a:ext>
            </a:extLst>
          </p:cNvPr>
          <p:cNvSpPr txBox="1"/>
          <p:nvPr/>
        </p:nvSpPr>
        <p:spPr>
          <a:xfrm rot="1110525">
            <a:off x="3932841" y="4320044"/>
            <a:ext cx="1451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tx1"/>
                </a:solidFill>
                <a:latin typeface="Georgia" panose="02040502050405020303" pitchFamily="18" charset="0"/>
              </a:rPr>
              <a:t>Encoder-only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C6FEB9A-90C8-FC19-3BFE-92D69825EB0C}"/>
              </a:ext>
            </a:extLst>
          </p:cNvPr>
          <p:cNvSpPr txBox="1"/>
          <p:nvPr/>
        </p:nvSpPr>
        <p:spPr>
          <a:xfrm rot="20497996">
            <a:off x="3916756" y="5139418"/>
            <a:ext cx="14462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tx1"/>
                </a:solidFill>
                <a:latin typeface="Georgia" panose="02040502050405020303" pitchFamily="18" charset="0"/>
              </a:rPr>
              <a:t>Decoder-only</a:t>
            </a:r>
          </a:p>
        </p:txBody>
      </p:sp>
    </p:spTree>
    <p:extLst>
      <p:ext uri="{BB962C8B-B14F-4D97-AF65-F5344CB8AC3E}">
        <p14:creationId xmlns:p14="http://schemas.microsoft.com/office/powerpoint/2010/main" val="3530065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88EC2E1A-8BB1-D36A-6F55-8C3D8C2E6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>
            <a:extLst>
              <a:ext uri="{FF2B5EF4-FFF2-40B4-BE49-F238E27FC236}">
                <a16:creationId xmlns:a16="http://schemas.microsoft.com/office/drawing/2014/main" id="{362D3967-1086-3297-A7E6-CB762B79CC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599" y="383886"/>
            <a:ext cx="10972801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 dirty="0"/>
              <a:t>Strategy 1: Trace the Roots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A33F9F-0BE9-9676-BD1C-608437106821}"/>
              </a:ext>
            </a:extLst>
          </p:cNvPr>
          <p:cNvSpPr txBox="1"/>
          <p:nvPr/>
        </p:nvSpPr>
        <p:spPr>
          <a:xfrm>
            <a:off x="609599" y="1475509"/>
            <a:ext cx="7843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800" dirty="0">
                <a:latin typeface="Georgia" panose="02040502050405020303" pitchFamily="18" charset="0"/>
              </a:rPr>
              <a:t>Every modern AI idea has a classical ancestor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A48D86-00DB-A93D-0244-8C731BE54BD9}"/>
              </a:ext>
            </a:extLst>
          </p:cNvPr>
          <p:cNvSpPr txBox="1"/>
          <p:nvPr/>
        </p:nvSpPr>
        <p:spPr>
          <a:xfrm>
            <a:off x="1073495" y="2125533"/>
            <a:ext cx="1027314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latin typeface="Georgia" panose="02040502050405020303" pitchFamily="18" charset="0"/>
              </a:rPr>
              <a:t>A clear roadmap to demystify modern AI</a:t>
            </a:r>
          </a:p>
          <a:p>
            <a:pPr marL="457200" indent="-45720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latin typeface="Georgia" panose="02040502050405020303" pitchFamily="18" charset="0"/>
              </a:rPr>
              <a:t>Knowing the ancestor reveals the descendant's weaknesses</a:t>
            </a:r>
          </a:p>
          <a:p>
            <a:pPr marL="457200" indent="-45720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latin typeface="Georgia" panose="02040502050405020303" pitchFamily="18" charset="0"/>
              </a:rPr>
              <a:t>Build confidence to question AI, not just use 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8A9877-4B73-9E81-FD43-6843A4D3A137}"/>
              </a:ext>
            </a:extLst>
          </p:cNvPr>
          <p:cNvSpPr/>
          <p:nvPr/>
        </p:nvSpPr>
        <p:spPr>
          <a:xfrm>
            <a:off x="1940560" y="4165600"/>
            <a:ext cx="2519680" cy="14427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DB803C-2B0F-F3B0-C118-35E445321675}"/>
              </a:ext>
            </a:extLst>
          </p:cNvPr>
          <p:cNvSpPr/>
          <p:nvPr/>
        </p:nvSpPr>
        <p:spPr>
          <a:xfrm>
            <a:off x="7315200" y="4165600"/>
            <a:ext cx="2519680" cy="14427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49DF2F-B308-6B2F-443D-138FFD927431}"/>
              </a:ext>
            </a:extLst>
          </p:cNvPr>
          <p:cNvSpPr txBox="1"/>
          <p:nvPr/>
        </p:nvSpPr>
        <p:spPr>
          <a:xfrm>
            <a:off x="2078939" y="4702294"/>
            <a:ext cx="2242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Georgia" panose="02040502050405020303" pitchFamily="18" charset="0"/>
              </a:rPr>
              <a:t>Foundational ML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C55322-AEFA-9D06-333E-4B0987834B81}"/>
              </a:ext>
            </a:extLst>
          </p:cNvPr>
          <p:cNvSpPr txBox="1"/>
          <p:nvPr/>
        </p:nvSpPr>
        <p:spPr>
          <a:xfrm>
            <a:off x="7841506" y="4702294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Georgia" panose="02040502050405020303" pitchFamily="18" charset="0"/>
              </a:rPr>
              <a:t>Modern AI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7A72E0-A45D-5E10-59E3-9D7CAC90A287}"/>
              </a:ext>
            </a:extLst>
          </p:cNvPr>
          <p:cNvSpPr/>
          <p:nvPr/>
        </p:nvSpPr>
        <p:spPr>
          <a:xfrm>
            <a:off x="5745480" y="4230982"/>
            <a:ext cx="325120" cy="1372308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0980C4CE-F488-8AE1-5F61-E7EB2F1B75F7}"/>
              </a:ext>
            </a:extLst>
          </p:cNvPr>
          <p:cNvSpPr/>
          <p:nvPr/>
        </p:nvSpPr>
        <p:spPr>
          <a:xfrm rot="20900913">
            <a:off x="4465320" y="4378960"/>
            <a:ext cx="1498600" cy="325120"/>
          </a:xfrm>
          <a:custGeom>
            <a:avLst/>
            <a:gdLst>
              <a:gd name="connsiteX0" fmla="*/ 0 w 1483360"/>
              <a:gd name="connsiteY0" fmla="*/ 0 h 325120"/>
              <a:gd name="connsiteX1" fmla="*/ 619760 w 1483360"/>
              <a:gd name="connsiteY1" fmla="*/ 243840 h 325120"/>
              <a:gd name="connsiteX2" fmla="*/ 1483360 w 1483360"/>
              <a:gd name="connsiteY2" fmla="*/ 325120 h 325120"/>
              <a:gd name="connsiteX3" fmla="*/ 1483360 w 1483360"/>
              <a:gd name="connsiteY3" fmla="*/ 325120 h 325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3360" h="325120">
                <a:moveTo>
                  <a:pt x="0" y="0"/>
                </a:moveTo>
                <a:cubicBezTo>
                  <a:pt x="186266" y="94826"/>
                  <a:pt x="372533" y="189653"/>
                  <a:pt x="619760" y="243840"/>
                </a:cubicBezTo>
                <a:cubicBezTo>
                  <a:pt x="866987" y="298027"/>
                  <a:pt x="1483360" y="325120"/>
                  <a:pt x="1483360" y="325120"/>
                </a:cubicBezTo>
                <a:lnTo>
                  <a:pt x="1483360" y="325120"/>
                </a:lnTo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55994438-3387-61D6-9498-1567494BAA97}"/>
              </a:ext>
            </a:extLst>
          </p:cNvPr>
          <p:cNvSpPr/>
          <p:nvPr/>
        </p:nvSpPr>
        <p:spPr>
          <a:xfrm>
            <a:off x="4455160" y="4262120"/>
            <a:ext cx="1259840" cy="701040"/>
          </a:xfrm>
          <a:custGeom>
            <a:avLst/>
            <a:gdLst>
              <a:gd name="connsiteX0" fmla="*/ 0 w 1259840"/>
              <a:gd name="connsiteY0" fmla="*/ 0 h 701040"/>
              <a:gd name="connsiteX1" fmla="*/ 650240 w 1259840"/>
              <a:gd name="connsiteY1" fmla="*/ 518160 h 701040"/>
              <a:gd name="connsiteX2" fmla="*/ 1259840 w 1259840"/>
              <a:gd name="connsiteY2" fmla="*/ 701040 h 701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59840" h="701040">
                <a:moveTo>
                  <a:pt x="0" y="0"/>
                </a:moveTo>
                <a:cubicBezTo>
                  <a:pt x="220133" y="200660"/>
                  <a:pt x="440267" y="401320"/>
                  <a:pt x="650240" y="518160"/>
                </a:cubicBezTo>
                <a:cubicBezTo>
                  <a:pt x="860213" y="635000"/>
                  <a:pt x="1060026" y="668020"/>
                  <a:pt x="1259840" y="701040"/>
                </a:cubicBezTo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0D0BAEC6-54F8-3F0C-2B29-3CD81E7E564A}"/>
              </a:ext>
            </a:extLst>
          </p:cNvPr>
          <p:cNvSpPr/>
          <p:nvPr/>
        </p:nvSpPr>
        <p:spPr>
          <a:xfrm>
            <a:off x="4460240" y="5066356"/>
            <a:ext cx="1402080" cy="379404"/>
          </a:xfrm>
          <a:custGeom>
            <a:avLst/>
            <a:gdLst>
              <a:gd name="connsiteX0" fmla="*/ 0 w 1402080"/>
              <a:gd name="connsiteY0" fmla="*/ 379404 h 379404"/>
              <a:gd name="connsiteX1" fmla="*/ 548640 w 1402080"/>
              <a:gd name="connsiteY1" fmla="*/ 54284 h 379404"/>
              <a:gd name="connsiteX2" fmla="*/ 1402080 w 1402080"/>
              <a:gd name="connsiteY2" fmla="*/ 3484 h 379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02080" h="379404">
                <a:moveTo>
                  <a:pt x="0" y="379404"/>
                </a:moveTo>
                <a:cubicBezTo>
                  <a:pt x="157480" y="248170"/>
                  <a:pt x="314960" y="116937"/>
                  <a:pt x="548640" y="54284"/>
                </a:cubicBezTo>
                <a:cubicBezTo>
                  <a:pt x="782320" y="-8369"/>
                  <a:pt x="1092200" y="-2443"/>
                  <a:pt x="1402080" y="3484"/>
                </a:cubicBezTo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ED6F7C1-503F-BE70-A681-C1251849137A}"/>
              </a:ext>
            </a:extLst>
          </p:cNvPr>
          <p:cNvSpPr/>
          <p:nvPr/>
        </p:nvSpPr>
        <p:spPr>
          <a:xfrm>
            <a:off x="4470400" y="4886960"/>
            <a:ext cx="1391920" cy="486144"/>
          </a:xfrm>
          <a:custGeom>
            <a:avLst/>
            <a:gdLst>
              <a:gd name="connsiteX0" fmla="*/ 0 w 1391920"/>
              <a:gd name="connsiteY0" fmla="*/ 0 h 486144"/>
              <a:gd name="connsiteX1" fmla="*/ 670560 w 1391920"/>
              <a:gd name="connsiteY1" fmla="*/ 436880 h 486144"/>
              <a:gd name="connsiteX2" fmla="*/ 1391920 w 1391920"/>
              <a:gd name="connsiteY2" fmla="*/ 457200 h 48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91920" h="486144">
                <a:moveTo>
                  <a:pt x="0" y="0"/>
                </a:moveTo>
                <a:cubicBezTo>
                  <a:pt x="219286" y="180340"/>
                  <a:pt x="438573" y="360680"/>
                  <a:pt x="670560" y="436880"/>
                </a:cubicBezTo>
                <a:cubicBezTo>
                  <a:pt x="902547" y="513080"/>
                  <a:pt x="1147233" y="485140"/>
                  <a:pt x="1391920" y="457200"/>
                </a:cubicBezTo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8CC5C02-DDFC-B5C3-383E-58F0976F4DE2}"/>
              </a:ext>
            </a:extLst>
          </p:cNvPr>
          <p:cNvSpPr/>
          <p:nvPr/>
        </p:nvSpPr>
        <p:spPr>
          <a:xfrm rot="10445632">
            <a:off x="4470400" y="4754880"/>
            <a:ext cx="1381760" cy="284480"/>
          </a:xfrm>
          <a:custGeom>
            <a:avLst/>
            <a:gdLst>
              <a:gd name="connsiteX0" fmla="*/ 0 w 1381760"/>
              <a:gd name="connsiteY0" fmla="*/ 284480 h 284480"/>
              <a:gd name="connsiteX1" fmla="*/ 497840 w 1381760"/>
              <a:gd name="connsiteY1" fmla="*/ 60960 h 284480"/>
              <a:gd name="connsiteX2" fmla="*/ 1381760 w 1381760"/>
              <a:gd name="connsiteY2" fmla="*/ 0 h 28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1760" h="284480">
                <a:moveTo>
                  <a:pt x="0" y="284480"/>
                </a:moveTo>
                <a:cubicBezTo>
                  <a:pt x="133773" y="196426"/>
                  <a:pt x="267547" y="108373"/>
                  <a:pt x="497840" y="60960"/>
                </a:cubicBezTo>
                <a:cubicBezTo>
                  <a:pt x="728133" y="13547"/>
                  <a:pt x="1054946" y="6773"/>
                  <a:pt x="1381760" y="0"/>
                </a:cubicBezTo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51109A44-71B4-112E-4E55-F9CB389E8D47}"/>
              </a:ext>
            </a:extLst>
          </p:cNvPr>
          <p:cNvSpPr/>
          <p:nvPr/>
        </p:nvSpPr>
        <p:spPr>
          <a:xfrm>
            <a:off x="5931198" y="4684544"/>
            <a:ext cx="1391920" cy="486144"/>
          </a:xfrm>
          <a:custGeom>
            <a:avLst/>
            <a:gdLst>
              <a:gd name="connsiteX0" fmla="*/ 0 w 1391920"/>
              <a:gd name="connsiteY0" fmla="*/ 0 h 486144"/>
              <a:gd name="connsiteX1" fmla="*/ 670560 w 1391920"/>
              <a:gd name="connsiteY1" fmla="*/ 436880 h 486144"/>
              <a:gd name="connsiteX2" fmla="*/ 1391920 w 1391920"/>
              <a:gd name="connsiteY2" fmla="*/ 457200 h 48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91920" h="486144">
                <a:moveTo>
                  <a:pt x="0" y="0"/>
                </a:moveTo>
                <a:cubicBezTo>
                  <a:pt x="219286" y="180340"/>
                  <a:pt x="438573" y="360680"/>
                  <a:pt x="670560" y="436880"/>
                </a:cubicBezTo>
                <a:cubicBezTo>
                  <a:pt x="902547" y="513080"/>
                  <a:pt x="1147233" y="485140"/>
                  <a:pt x="1391920" y="457200"/>
                </a:cubicBezTo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ABDD8228-4F23-9CDE-ECB9-C3D3DF8549B3}"/>
              </a:ext>
            </a:extLst>
          </p:cNvPr>
          <p:cNvSpPr/>
          <p:nvPr/>
        </p:nvSpPr>
        <p:spPr>
          <a:xfrm flipV="1">
            <a:off x="5931198" y="4926643"/>
            <a:ext cx="1391920" cy="45719"/>
          </a:xfrm>
          <a:custGeom>
            <a:avLst/>
            <a:gdLst>
              <a:gd name="connsiteX0" fmla="*/ 0 w 1391920"/>
              <a:gd name="connsiteY0" fmla="*/ 0 h 486144"/>
              <a:gd name="connsiteX1" fmla="*/ 670560 w 1391920"/>
              <a:gd name="connsiteY1" fmla="*/ 436880 h 486144"/>
              <a:gd name="connsiteX2" fmla="*/ 1391920 w 1391920"/>
              <a:gd name="connsiteY2" fmla="*/ 457200 h 48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91920" h="486144">
                <a:moveTo>
                  <a:pt x="0" y="0"/>
                </a:moveTo>
                <a:cubicBezTo>
                  <a:pt x="219286" y="180340"/>
                  <a:pt x="438573" y="360680"/>
                  <a:pt x="670560" y="436880"/>
                </a:cubicBezTo>
                <a:cubicBezTo>
                  <a:pt x="902547" y="513080"/>
                  <a:pt x="1147233" y="485140"/>
                  <a:pt x="1391920" y="457200"/>
                </a:cubicBezTo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952E8DB5-5EE7-050B-B2E4-F7F0A1B62F27}"/>
              </a:ext>
            </a:extLst>
          </p:cNvPr>
          <p:cNvSpPr/>
          <p:nvPr/>
        </p:nvSpPr>
        <p:spPr>
          <a:xfrm flipV="1">
            <a:off x="5931198" y="5066355"/>
            <a:ext cx="1391920" cy="258925"/>
          </a:xfrm>
          <a:custGeom>
            <a:avLst/>
            <a:gdLst>
              <a:gd name="connsiteX0" fmla="*/ 0 w 1391920"/>
              <a:gd name="connsiteY0" fmla="*/ 0 h 486144"/>
              <a:gd name="connsiteX1" fmla="*/ 670560 w 1391920"/>
              <a:gd name="connsiteY1" fmla="*/ 436880 h 486144"/>
              <a:gd name="connsiteX2" fmla="*/ 1391920 w 1391920"/>
              <a:gd name="connsiteY2" fmla="*/ 457200 h 48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91920" h="486144">
                <a:moveTo>
                  <a:pt x="0" y="0"/>
                </a:moveTo>
                <a:cubicBezTo>
                  <a:pt x="219286" y="180340"/>
                  <a:pt x="438573" y="360680"/>
                  <a:pt x="670560" y="436880"/>
                </a:cubicBezTo>
                <a:cubicBezTo>
                  <a:pt x="902547" y="513080"/>
                  <a:pt x="1147233" y="485140"/>
                  <a:pt x="1391920" y="457200"/>
                </a:cubicBezTo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54D56D88-12D9-6D22-228C-098FA65D8D08}"/>
              </a:ext>
            </a:extLst>
          </p:cNvPr>
          <p:cNvSpPr/>
          <p:nvPr/>
        </p:nvSpPr>
        <p:spPr>
          <a:xfrm>
            <a:off x="5931198" y="4502437"/>
            <a:ext cx="1391920" cy="269613"/>
          </a:xfrm>
          <a:custGeom>
            <a:avLst/>
            <a:gdLst>
              <a:gd name="connsiteX0" fmla="*/ 0 w 1391920"/>
              <a:gd name="connsiteY0" fmla="*/ 0 h 486144"/>
              <a:gd name="connsiteX1" fmla="*/ 670560 w 1391920"/>
              <a:gd name="connsiteY1" fmla="*/ 436880 h 486144"/>
              <a:gd name="connsiteX2" fmla="*/ 1391920 w 1391920"/>
              <a:gd name="connsiteY2" fmla="*/ 457200 h 48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91920" h="486144">
                <a:moveTo>
                  <a:pt x="0" y="0"/>
                </a:moveTo>
                <a:cubicBezTo>
                  <a:pt x="219286" y="180340"/>
                  <a:pt x="438573" y="360680"/>
                  <a:pt x="670560" y="436880"/>
                </a:cubicBezTo>
                <a:cubicBezTo>
                  <a:pt x="902547" y="513080"/>
                  <a:pt x="1147233" y="485140"/>
                  <a:pt x="1391920" y="457200"/>
                </a:cubicBezTo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758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0407A16E-2014-2384-55EB-D08B16E7E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>
            <a:extLst>
              <a:ext uri="{FF2B5EF4-FFF2-40B4-BE49-F238E27FC236}">
                <a16:creationId xmlns:a16="http://schemas.microsoft.com/office/drawing/2014/main" id="{449C4C00-6DB2-8538-A8AE-5A04AFFA9F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599" y="383886"/>
            <a:ext cx="10972801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 dirty="0"/>
              <a:t>Strategy 2: Learn Both Ways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0AED66-EA9B-4015-A9AF-B206541D44C9}"/>
              </a:ext>
            </a:extLst>
          </p:cNvPr>
          <p:cNvSpPr txBox="1"/>
          <p:nvPr/>
        </p:nvSpPr>
        <p:spPr>
          <a:xfrm>
            <a:off x="609598" y="1475509"/>
            <a:ext cx="1097280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800" b="0" kern="1200" dirty="0">
                <a:solidFill>
                  <a:srgbClr val="000000"/>
                </a:solidFill>
                <a:latin typeface="Georgia" panose="02040502050405020303" pitchFamily="18" charset="0"/>
                <a:ea typeface="+mn-ea"/>
                <a:cs typeface="+mn-cs"/>
              </a:rPr>
              <a:t>Use the course to audit AI </a:t>
            </a:r>
          </a:p>
          <a:p>
            <a:pPr marL="457200" indent="-457200">
              <a:buFont typeface="Wingdings" pitchFamily="2" charset="2"/>
              <a:buChar char="q"/>
            </a:pPr>
            <a:endParaRPr lang="en-US" sz="2800" kern="1200" dirty="0">
              <a:latin typeface="Georgia" panose="02040502050405020303" pitchFamily="18" charset="0"/>
              <a:ea typeface="+mn-ea"/>
              <a:cs typeface="+mn-cs"/>
            </a:endParaRPr>
          </a:p>
          <a:p>
            <a:pPr marL="457200" indent="-457200">
              <a:buFont typeface="Wingdings" pitchFamily="2" charset="2"/>
              <a:buChar char="q"/>
            </a:pPr>
            <a:endParaRPr lang="en-US" sz="2800" b="0" kern="1200" dirty="0">
              <a:solidFill>
                <a:srgbClr val="000000"/>
              </a:solidFill>
              <a:latin typeface="Georgia" panose="02040502050405020303" pitchFamily="18" charset="0"/>
              <a:ea typeface="+mn-ea"/>
              <a:cs typeface="+mn-cs"/>
            </a:endParaRPr>
          </a:p>
          <a:p>
            <a:pPr marL="457200" indent="-457200">
              <a:buFont typeface="Wingdings" pitchFamily="2" charset="2"/>
              <a:buChar char="q"/>
            </a:pPr>
            <a:endParaRPr lang="en-US" sz="2800" kern="1200" dirty="0">
              <a:latin typeface="Georgia" panose="02040502050405020303" pitchFamily="18" charset="0"/>
              <a:ea typeface="+mn-ea"/>
              <a:cs typeface="+mn-cs"/>
            </a:endParaRPr>
          </a:p>
          <a:p>
            <a:pPr marL="457200" indent="-457200">
              <a:buFont typeface="Wingdings" pitchFamily="2" charset="2"/>
              <a:buChar char="q"/>
            </a:pPr>
            <a:endParaRPr lang="en-US" sz="2800" b="0" kern="1200" dirty="0">
              <a:solidFill>
                <a:srgbClr val="000000"/>
              </a:solidFill>
              <a:latin typeface="Georgia" panose="02040502050405020303" pitchFamily="18" charset="0"/>
              <a:ea typeface="+mn-ea"/>
              <a:cs typeface="+mn-cs"/>
            </a:endParaRPr>
          </a:p>
          <a:p>
            <a:pPr marL="457200" indent="-457200">
              <a:buFont typeface="Wingdings" pitchFamily="2" charset="2"/>
              <a:buChar char="q"/>
            </a:pPr>
            <a:r>
              <a:rPr lang="en-US" sz="2800" b="0" kern="1200" dirty="0">
                <a:latin typeface="Georgia" panose="02040502050405020303" pitchFamily="18" charset="0"/>
                <a:ea typeface="+mn-ea"/>
                <a:cs typeface="+mn-cs"/>
              </a:rPr>
              <a:t>Use AI to understand the course</a:t>
            </a:r>
          </a:p>
        </p:txBody>
      </p:sp>
      <p:pic>
        <p:nvPicPr>
          <p:cNvPr id="11266" name="Picture 2" descr="Classroom - Free education icons">
            <a:extLst>
              <a:ext uri="{FF2B5EF4-FFF2-40B4-BE49-F238E27FC236}">
                <a16:creationId xmlns:a16="http://schemas.microsoft.com/office/drawing/2014/main" id="{3F60B6C0-2106-B002-45ED-F9BCEFF0DC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00" y="1135662"/>
            <a:ext cx="1678675" cy="167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1" name="Picture 7" descr="Ai tutor Images - Free Download on Freepik">
            <a:extLst>
              <a:ext uri="{FF2B5EF4-FFF2-40B4-BE49-F238E27FC236}">
                <a16:creationId xmlns:a16="http://schemas.microsoft.com/office/drawing/2014/main" id="{73FC3C9C-7A34-402B-8F5A-30EA04121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00" y="4493012"/>
            <a:ext cx="1640840" cy="1640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Graphic 13" descr="Arrow Right with solid fill">
            <a:extLst>
              <a:ext uri="{FF2B5EF4-FFF2-40B4-BE49-F238E27FC236}">
                <a16:creationId xmlns:a16="http://schemas.microsoft.com/office/drawing/2014/main" id="{03D85551-33D4-B8A8-490A-FF47622AEA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8301226" y="3241811"/>
            <a:ext cx="1168523" cy="654185"/>
          </a:xfrm>
          <a:prstGeom prst="rect">
            <a:avLst/>
          </a:prstGeom>
        </p:spPr>
      </p:pic>
      <p:pic>
        <p:nvPicPr>
          <p:cNvPr id="22" name="Graphic 21" descr="Arrow Right with solid fill">
            <a:extLst>
              <a:ext uri="{FF2B5EF4-FFF2-40B4-BE49-F238E27FC236}">
                <a16:creationId xmlns:a16="http://schemas.microsoft.com/office/drawing/2014/main" id="{041325AF-5245-0FB5-A277-926E4753A1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8647235" y="3241811"/>
            <a:ext cx="1168523" cy="65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956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90881AA3-B29B-B241-3F03-AA0FA2414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>
            <a:extLst>
              <a:ext uri="{FF2B5EF4-FFF2-40B4-BE49-F238E27FC236}">
                <a16:creationId xmlns:a16="http://schemas.microsoft.com/office/drawing/2014/main" id="{512F13D7-1EA3-5A0B-7306-A68AD09C1B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599" y="383886"/>
            <a:ext cx="10972801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 dirty="0"/>
              <a:t>Strategy 2: Learn Both Ways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3F398F-8606-BBCA-98D5-E6806AF1FCAA}"/>
              </a:ext>
            </a:extLst>
          </p:cNvPr>
          <p:cNvSpPr txBox="1"/>
          <p:nvPr/>
        </p:nvSpPr>
        <p:spPr>
          <a:xfrm>
            <a:off x="609598" y="1475509"/>
            <a:ext cx="1097280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800" b="0" kern="1200" dirty="0">
                <a:solidFill>
                  <a:srgbClr val="000000"/>
                </a:solidFill>
                <a:latin typeface="Georgia" panose="02040502050405020303" pitchFamily="18" charset="0"/>
                <a:ea typeface="+mn-ea"/>
                <a:cs typeface="+mn-cs"/>
              </a:rPr>
              <a:t>Use the course to audit AI </a:t>
            </a:r>
          </a:p>
          <a:p>
            <a:pPr marL="457200" indent="-457200">
              <a:buFont typeface="Wingdings" pitchFamily="2" charset="2"/>
              <a:buChar char="q"/>
            </a:pPr>
            <a:endParaRPr lang="en-US" sz="2800" kern="1200" dirty="0">
              <a:latin typeface="Georgia" panose="02040502050405020303" pitchFamily="18" charset="0"/>
              <a:ea typeface="+mn-ea"/>
              <a:cs typeface="+mn-cs"/>
            </a:endParaRPr>
          </a:p>
          <a:p>
            <a:pPr marL="457200" indent="-457200">
              <a:buFont typeface="Wingdings" pitchFamily="2" charset="2"/>
              <a:buChar char="q"/>
            </a:pPr>
            <a:endParaRPr lang="en-US" sz="2800" b="0" kern="1200" dirty="0">
              <a:solidFill>
                <a:srgbClr val="000000"/>
              </a:solidFill>
              <a:latin typeface="Georgia" panose="02040502050405020303" pitchFamily="18" charset="0"/>
              <a:ea typeface="+mn-ea"/>
              <a:cs typeface="+mn-cs"/>
            </a:endParaRPr>
          </a:p>
          <a:p>
            <a:pPr marL="457200" indent="-457200">
              <a:buFont typeface="Wingdings" pitchFamily="2" charset="2"/>
              <a:buChar char="q"/>
            </a:pPr>
            <a:endParaRPr lang="en-US" sz="2800" kern="1200" dirty="0">
              <a:latin typeface="Georgia" panose="02040502050405020303" pitchFamily="18" charset="0"/>
              <a:ea typeface="+mn-ea"/>
              <a:cs typeface="+mn-cs"/>
            </a:endParaRPr>
          </a:p>
          <a:p>
            <a:pPr marL="457200" indent="-457200">
              <a:buFont typeface="Wingdings" pitchFamily="2" charset="2"/>
              <a:buChar char="q"/>
            </a:pPr>
            <a:endParaRPr lang="en-US" sz="2800" b="0" kern="1200" dirty="0">
              <a:solidFill>
                <a:srgbClr val="000000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F323D9-24D9-E1A1-BFE0-60D6AF041177}"/>
              </a:ext>
            </a:extLst>
          </p:cNvPr>
          <p:cNvSpPr txBox="1"/>
          <p:nvPr/>
        </p:nvSpPr>
        <p:spPr>
          <a:xfrm>
            <a:off x="1097280" y="2052320"/>
            <a:ext cx="65101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b="0" kern="1200" dirty="0">
                <a:solidFill>
                  <a:srgbClr val="000000"/>
                </a:solidFill>
                <a:latin typeface="Georgia" panose="02040502050405020303" pitchFamily="18" charset="0"/>
                <a:ea typeface="+mn-ea"/>
                <a:cs typeface="+mn-cs"/>
              </a:rPr>
              <a:t>Course projects </a:t>
            </a:r>
            <a:r>
              <a:rPr lang="en-US" sz="2000" kern="1200" dirty="0">
                <a:latin typeface="Georgia" panose="02040502050405020303" pitchFamily="18" charset="0"/>
                <a:ea typeface="+mn-ea"/>
                <a:cs typeface="+mn-cs"/>
              </a:rPr>
              <a:t>t</a:t>
            </a:r>
            <a:r>
              <a:rPr lang="en-US" sz="2000" b="0" kern="1200" dirty="0">
                <a:solidFill>
                  <a:srgbClr val="000000"/>
                </a:solidFill>
                <a:latin typeface="Georgia" panose="02040502050405020303" pitchFamily="18" charset="0"/>
                <a:ea typeface="+mn-ea"/>
                <a:cs typeface="+mn-cs"/>
              </a:rPr>
              <a:t>hat </a:t>
            </a:r>
            <a:r>
              <a:rPr lang="en-US" sz="2000" kern="1200" dirty="0">
                <a:latin typeface="Georgia" panose="02040502050405020303" pitchFamily="18" charset="0"/>
                <a:ea typeface="+mn-ea"/>
                <a:cs typeface="+mn-cs"/>
              </a:rPr>
              <a:t>u</a:t>
            </a:r>
            <a:r>
              <a:rPr lang="en-US" sz="2000" b="0" kern="1200" dirty="0">
                <a:solidFill>
                  <a:srgbClr val="000000"/>
                </a:solidFill>
                <a:latin typeface="Georgia" panose="02040502050405020303" pitchFamily="18" charset="0"/>
                <a:ea typeface="+mn-ea"/>
                <a:cs typeface="+mn-cs"/>
              </a:rPr>
              <a:t>se </a:t>
            </a:r>
            <a:r>
              <a:rPr lang="en-US" sz="2000" kern="1200" dirty="0">
                <a:latin typeface="Georgia" panose="02040502050405020303" pitchFamily="18" charset="0"/>
                <a:ea typeface="+mn-ea"/>
                <a:cs typeface="+mn-cs"/>
              </a:rPr>
              <a:t>c</a:t>
            </a:r>
            <a:r>
              <a:rPr lang="en-US" sz="2000" b="0" kern="1200" dirty="0">
                <a:solidFill>
                  <a:srgbClr val="000000"/>
                </a:solidFill>
                <a:latin typeface="Georgia" panose="02040502050405020303" pitchFamily="18" charset="0"/>
                <a:ea typeface="+mn-ea"/>
                <a:cs typeface="+mn-cs"/>
              </a:rPr>
              <a:t>lassical </a:t>
            </a:r>
            <a:r>
              <a:rPr lang="en-US" sz="2000" kern="1200" dirty="0">
                <a:latin typeface="Georgia" panose="02040502050405020303" pitchFamily="18" charset="0"/>
                <a:ea typeface="+mn-ea"/>
                <a:cs typeface="+mn-cs"/>
              </a:rPr>
              <a:t>m</a:t>
            </a:r>
            <a:r>
              <a:rPr lang="en-US" sz="2000" b="0" kern="1200" dirty="0">
                <a:solidFill>
                  <a:srgbClr val="000000"/>
                </a:solidFill>
                <a:latin typeface="Georgia" panose="02040502050405020303" pitchFamily="18" charset="0"/>
                <a:ea typeface="+mn-ea"/>
                <a:cs typeface="+mn-cs"/>
              </a:rPr>
              <a:t>ethods to audit AI</a:t>
            </a:r>
          </a:p>
        </p:txBody>
      </p:sp>
      <p:sp>
        <p:nvSpPr>
          <p:cNvPr id="2" name="Shape 6">
            <a:extLst>
              <a:ext uri="{FF2B5EF4-FFF2-40B4-BE49-F238E27FC236}">
                <a16:creationId xmlns:a16="http://schemas.microsoft.com/office/drawing/2014/main" id="{AA9A8424-6C8B-8310-68ED-EC7224749CC9}"/>
              </a:ext>
            </a:extLst>
          </p:cNvPr>
          <p:cNvSpPr/>
          <p:nvPr/>
        </p:nvSpPr>
        <p:spPr>
          <a:xfrm>
            <a:off x="1386840" y="3295558"/>
            <a:ext cx="4785358" cy="1005840"/>
          </a:xfrm>
          <a:prstGeom prst="roundRect">
            <a:avLst>
              <a:gd name="adj" fmla="val 9091"/>
            </a:avLst>
          </a:prstGeom>
          <a:solidFill>
            <a:srgbClr val="FEF9EC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4D52486F-80E2-D18B-B8AD-6BFB32C33F8F}"/>
              </a:ext>
            </a:extLst>
          </p:cNvPr>
          <p:cNvSpPr/>
          <p:nvPr/>
        </p:nvSpPr>
        <p:spPr>
          <a:xfrm>
            <a:off x="1524000" y="3414430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23818E30-C880-8677-4AF7-B9195C2C3805}"/>
              </a:ext>
            </a:extLst>
          </p:cNvPr>
          <p:cNvSpPr/>
          <p:nvPr/>
        </p:nvSpPr>
        <p:spPr>
          <a:xfrm>
            <a:off x="1524000" y="341443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C0FC4B2B-EDB4-8F21-26F6-2EBD7FB5AB37}"/>
              </a:ext>
            </a:extLst>
          </p:cNvPr>
          <p:cNvSpPr/>
          <p:nvPr/>
        </p:nvSpPr>
        <p:spPr>
          <a:xfrm>
            <a:off x="1953768" y="341443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Design factual probes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478872B8-794B-906B-9265-C977377B7758}"/>
              </a:ext>
            </a:extLst>
          </p:cNvPr>
          <p:cNvSpPr/>
          <p:nvPr/>
        </p:nvSpPr>
        <p:spPr>
          <a:xfrm>
            <a:off x="1569720" y="3825910"/>
            <a:ext cx="4445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300 structured questions with verifiable ground truth: dates, statistics, authorship, scientific facts.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9" name="Shape 11">
            <a:extLst>
              <a:ext uri="{FF2B5EF4-FFF2-40B4-BE49-F238E27FC236}">
                <a16:creationId xmlns:a16="http://schemas.microsoft.com/office/drawing/2014/main" id="{F14E237F-C122-B980-1089-27A4A29F53D7}"/>
              </a:ext>
            </a:extLst>
          </p:cNvPr>
          <p:cNvSpPr/>
          <p:nvPr/>
        </p:nvSpPr>
        <p:spPr>
          <a:xfrm>
            <a:off x="1386839" y="4392838"/>
            <a:ext cx="4785359" cy="1005840"/>
          </a:xfrm>
          <a:prstGeom prst="roundRect">
            <a:avLst>
              <a:gd name="adj" fmla="val 9091"/>
            </a:avLst>
          </a:prstGeom>
          <a:solidFill>
            <a:srgbClr val="FEF9EC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FE8E2D17-807F-3A9E-9062-6D03CD95383C}"/>
              </a:ext>
            </a:extLst>
          </p:cNvPr>
          <p:cNvSpPr/>
          <p:nvPr/>
        </p:nvSpPr>
        <p:spPr>
          <a:xfrm>
            <a:off x="1524000" y="4511710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B9F7754A-1A4D-ABFE-424F-1FD36829CB74}"/>
              </a:ext>
            </a:extLst>
          </p:cNvPr>
          <p:cNvSpPr/>
          <p:nvPr/>
        </p:nvSpPr>
        <p:spPr>
          <a:xfrm>
            <a:off x="1524000" y="451171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E342DCFB-6237-835D-99D6-5D9E62094E6F}"/>
              </a:ext>
            </a:extLst>
          </p:cNvPr>
          <p:cNvSpPr/>
          <p:nvPr/>
        </p:nvSpPr>
        <p:spPr>
          <a:xfrm>
            <a:off x="1953768" y="451171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Query the LLM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2DF42FE6-FE09-BA1E-2732-58B8E9A41BE6}"/>
              </a:ext>
            </a:extLst>
          </p:cNvPr>
          <p:cNvSpPr/>
          <p:nvPr/>
        </p:nvSpPr>
        <p:spPr>
          <a:xfrm>
            <a:off x="1569720" y="4923190"/>
            <a:ext cx="4445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Run all 300 probes through an LLM (use NAIRR access). Record answers. Label correct / incorrect / hallucinated.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14" name="Shape 16">
            <a:extLst>
              <a:ext uri="{FF2B5EF4-FFF2-40B4-BE49-F238E27FC236}">
                <a16:creationId xmlns:a16="http://schemas.microsoft.com/office/drawing/2014/main" id="{08B5A234-6524-CAB3-B615-3AC9D4D2C1B1}"/>
              </a:ext>
            </a:extLst>
          </p:cNvPr>
          <p:cNvSpPr/>
          <p:nvPr/>
        </p:nvSpPr>
        <p:spPr>
          <a:xfrm>
            <a:off x="1386840" y="5490118"/>
            <a:ext cx="4785360" cy="1005840"/>
          </a:xfrm>
          <a:prstGeom prst="roundRect">
            <a:avLst>
              <a:gd name="adj" fmla="val 9091"/>
            </a:avLst>
          </a:prstGeom>
          <a:solidFill>
            <a:srgbClr val="FEF9EC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5" name="Shape 17">
            <a:extLst>
              <a:ext uri="{FF2B5EF4-FFF2-40B4-BE49-F238E27FC236}">
                <a16:creationId xmlns:a16="http://schemas.microsoft.com/office/drawing/2014/main" id="{7D616C07-8560-A131-BD32-E9BC4CEB7A74}"/>
              </a:ext>
            </a:extLst>
          </p:cNvPr>
          <p:cNvSpPr/>
          <p:nvPr/>
        </p:nvSpPr>
        <p:spPr>
          <a:xfrm>
            <a:off x="1524000" y="5608990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B2FEFBBD-9ED0-B341-53E2-7A4C9D1575DC}"/>
              </a:ext>
            </a:extLst>
          </p:cNvPr>
          <p:cNvSpPr/>
          <p:nvPr/>
        </p:nvSpPr>
        <p:spPr>
          <a:xfrm>
            <a:off x="1524000" y="560899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6AA877E3-1075-3700-CD0F-C9B5C5C9969E}"/>
              </a:ext>
            </a:extLst>
          </p:cNvPr>
          <p:cNvSpPr/>
          <p:nvPr/>
        </p:nvSpPr>
        <p:spPr>
          <a:xfrm>
            <a:off x="1953768" y="560899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Build a feature vector per error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18" name="Text 20">
            <a:extLst>
              <a:ext uri="{FF2B5EF4-FFF2-40B4-BE49-F238E27FC236}">
                <a16:creationId xmlns:a16="http://schemas.microsoft.com/office/drawing/2014/main" id="{33318EC2-4621-1618-6A37-21EC4AC03BB6}"/>
              </a:ext>
            </a:extLst>
          </p:cNvPr>
          <p:cNvSpPr/>
          <p:nvPr/>
        </p:nvSpPr>
        <p:spPr>
          <a:xfrm>
            <a:off x="1569720" y="6020470"/>
            <a:ext cx="4445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Domain, question length, answer confidence (perplexity), topic rarity, numeric vs. textual answer type.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19" name="Shape 21">
            <a:extLst>
              <a:ext uri="{FF2B5EF4-FFF2-40B4-BE49-F238E27FC236}">
                <a16:creationId xmlns:a16="http://schemas.microsoft.com/office/drawing/2014/main" id="{A184D4C1-1525-76DA-B996-73FAE2812801}"/>
              </a:ext>
            </a:extLst>
          </p:cNvPr>
          <p:cNvSpPr/>
          <p:nvPr/>
        </p:nvSpPr>
        <p:spPr>
          <a:xfrm>
            <a:off x="6502400" y="3295558"/>
            <a:ext cx="4785360" cy="1005840"/>
          </a:xfrm>
          <a:prstGeom prst="roundRect">
            <a:avLst>
              <a:gd name="adj" fmla="val 9091"/>
            </a:avLst>
          </a:prstGeom>
          <a:solidFill>
            <a:srgbClr val="FEF9EC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0" name="Shape 22">
            <a:extLst>
              <a:ext uri="{FF2B5EF4-FFF2-40B4-BE49-F238E27FC236}">
                <a16:creationId xmlns:a16="http://schemas.microsoft.com/office/drawing/2014/main" id="{F252E8B3-81B9-69C6-889C-4FD8D07D734E}"/>
              </a:ext>
            </a:extLst>
          </p:cNvPr>
          <p:cNvSpPr/>
          <p:nvPr/>
        </p:nvSpPr>
        <p:spPr>
          <a:xfrm>
            <a:off x="6639560" y="3414430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1E5AFB62-6ED2-1EC0-5686-38F8E4ECEA5A}"/>
              </a:ext>
            </a:extLst>
          </p:cNvPr>
          <p:cNvSpPr/>
          <p:nvPr/>
        </p:nvSpPr>
        <p:spPr>
          <a:xfrm>
            <a:off x="6639560" y="341443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22" name="Text 24">
            <a:extLst>
              <a:ext uri="{FF2B5EF4-FFF2-40B4-BE49-F238E27FC236}">
                <a16:creationId xmlns:a16="http://schemas.microsoft.com/office/drawing/2014/main" id="{88CB8A5F-9AB0-FB02-F047-951F4608F5AC}"/>
              </a:ext>
            </a:extLst>
          </p:cNvPr>
          <p:cNvSpPr/>
          <p:nvPr/>
        </p:nvSpPr>
        <p:spPr>
          <a:xfrm>
            <a:off x="7069328" y="341443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Apply unsupervised ML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23" name="Text 25">
            <a:extLst>
              <a:ext uri="{FF2B5EF4-FFF2-40B4-BE49-F238E27FC236}">
                <a16:creationId xmlns:a16="http://schemas.microsoft.com/office/drawing/2014/main" id="{70A51019-68EC-F8AC-154B-AEF8AE5A9D7E}"/>
              </a:ext>
            </a:extLst>
          </p:cNvPr>
          <p:cNvSpPr/>
          <p:nvPr/>
        </p:nvSpPr>
        <p:spPr>
          <a:xfrm>
            <a:off x="6685280" y="3825910"/>
            <a:ext cx="4445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Cluster errors using K-Means or GMM. Do errors group by domain? By question type? Use PCA to visualize clusters.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24" name="Shape 26">
            <a:extLst>
              <a:ext uri="{FF2B5EF4-FFF2-40B4-BE49-F238E27FC236}">
                <a16:creationId xmlns:a16="http://schemas.microsoft.com/office/drawing/2014/main" id="{AE17BA9E-CF8F-4CA7-6047-60EBACCD593B}"/>
              </a:ext>
            </a:extLst>
          </p:cNvPr>
          <p:cNvSpPr/>
          <p:nvPr/>
        </p:nvSpPr>
        <p:spPr>
          <a:xfrm>
            <a:off x="6512560" y="4392838"/>
            <a:ext cx="4785360" cy="1005840"/>
          </a:xfrm>
          <a:prstGeom prst="roundRect">
            <a:avLst>
              <a:gd name="adj" fmla="val 9091"/>
            </a:avLst>
          </a:prstGeom>
          <a:solidFill>
            <a:srgbClr val="FEF9EC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5" name="Shape 27">
            <a:extLst>
              <a:ext uri="{FF2B5EF4-FFF2-40B4-BE49-F238E27FC236}">
                <a16:creationId xmlns:a16="http://schemas.microsoft.com/office/drawing/2014/main" id="{82A7A87B-7D72-0FA9-A564-3D88A5108B72}"/>
              </a:ext>
            </a:extLst>
          </p:cNvPr>
          <p:cNvSpPr/>
          <p:nvPr/>
        </p:nvSpPr>
        <p:spPr>
          <a:xfrm>
            <a:off x="6629400" y="4511710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6" name="Text 28">
            <a:extLst>
              <a:ext uri="{FF2B5EF4-FFF2-40B4-BE49-F238E27FC236}">
                <a16:creationId xmlns:a16="http://schemas.microsoft.com/office/drawing/2014/main" id="{064C1BC5-4A5F-2204-E19D-7D8426077361}"/>
              </a:ext>
            </a:extLst>
          </p:cNvPr>
          <p:cNvSpPr/>
          <p:nvPr/>
        </p:nvSpPr>
        <p:spPr>
          <a:xfrm>
            <a:off x="6629400" y="451171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27" name="Text 29">
            <a:extLst>
              <a:ext uri="{FF2B5EF4-FFF2-40B4-BE49-F238E27FC236}">
                <a16:creationId xmlns:a16="http://schemas.microsoft.com/office/drawing/2014/main" id="{A550B833-E3D9-584C-239D-24C30EB323B5}"/>
              </a:ext>
            </a:extLst>
          </p:cNvPr>
          <p:cNvSpPr/>
          <p:nvPr/>
        </p:nvSpPr>
        <p:spPr>
          <a:xfrm>
            <a:off x="7059168" y="451171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Apply anomaly detection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28" name="Text 30">
            <a:extLst>
              <a:ext uri="{FF2B5EF4-FFF2-40B4-BE49-F238E27FC236}">
                <a16:creationId xmlns:a16="http://schemas.microsoft.com/office/drawing/2014/main" id="{468E9851-5E6B-5483-2D92-F71D94543D9B}"/>
              </a:ext>
            </a:extLst>
          </p:cNvPr>
          <p:cNvSpPr/>
          <p:nvPr/>
        </p:nvSpPr>
        <p:spPr>
          <a:xfrm>
            <a:off x="6675120" y="4923190"/>
            <a:ext cx="4445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Train on correct answers, flag anomalies. Does isolation forest catch hallucinations better than a threshold?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29" name="Shape 31">
            <a:extLst>
              <a:ext uri="{FF2B5EF4-FFF2-40B4-BE49-F238E27FC236}">
                <a16:creationId xmlns:a16="http://schemas.microsoft.com/office/drawing/2014/main" id="{8BB0D740-3548-BC6E-2717-9B59B534F234}"/>
              </a:ext>
            </a:extLst>
          </p:cNvPr>
          <p:cNvSpPr/>
          <p:nvPr/>
        </p:nvSpPr>
        <p:spPr>
          <a:xfrm>
            <a:off x="6512560" y="5490118"/>
            <a:ext cx="4785360" cy="1005840"/>
          </a:xfrm>
          <a:prstGeom prst="roundRect">
            <a:avLst>
              <a:gd name="adj" fmla="val 9091"/>
            </a:avLst>
          </a:prstGeom>
          <a:solidFill>
            <a:srgbClr val="FEF9EC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30" name="Shape 32">
            <a:extLst>
              <a:ext uri="{FF2B5EF4-FFF2-40B4-BE49-F238E27FC236}">
                <a16:creationId xmlns:a16="http://schemas.microsoft.com/office/drawing/2014/main" id="{B4652C4E-EBA0-C4EB-369C-A9FC1486052C}"/>
              </a:ext>
            </a:extLst>
          </p:cNvPr>
          <p:cNvSpPr/>
          <p:nvPr/>
        </p:nvSpPr>
        <p:spPr>
          <a:xfrm>
            <a:off x="6649720" y="5608990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31" name="Text 33">
            <a:extLst>
              <a:ext uri="{FF2B5EF4-FFF2-40B4-BE49-F238E27FC236}">
                <a16:creationId xmlns:a16="http://schemas.microsoft.com/office/drawing/2014/main" id="{5164D0F2-A552-1C9A-D0A5-EA978EDDD0BD}"/>
              </a:ext>
            </a:extLst>
          </p:cNvPr>
          <p:cNvSpPr/>
          <p:nvPr/>
        </p:nvSpPr>
        <p:spPr>
          <a:xfrm>
            <a:off x="6649720" y="560899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32" name="Text 34">
            <a:extLst>
              <a:ext uri="{FF2B5EF4-FFF2-40B4-BE49-F238E27FC236}">
                <a16:creationId xmlns:a16="http://schemas.microsoft.com/office/drawing/2014/main" id="{7E39D293-4791-B3CC-D1E3-2375B4D6A68A}"/>
              </a:ext>
            </a:extLst>
          </p:cNvPr>
          <p:cNvSpPr/>
          <p:nvPr/>
        </p:nvSpPr>
        <p:spPr>
          <a:xfrm>
            <a:off x="7079488" y="560899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Report failure taxonomy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33" name="Text 35">
            <a:extLst>
              <a:ext uri="{FF2B5EF4-FFF2-40B4-BE49-F238E27FC236}">
                <a16:creationId xmlns:a16="http://schemas.microsoft.com/office/drawing/2014/main" id="{7DB88F51-18D8-3690-AE23-FA45B562389E}"/>
              </a:ext>
            </a:extLst>
          </p:cNvPr>
          <p:cNvSpPr/>
          <p:nvPr/>
        </p:nvSpPr>
        <p:spPr>
          <a:xfrm>
            <a:off x="6695440" y="6020470"/>
            <a:ext cx="4445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"The model fails systematically on X but not Y." Students write a one-page failure analysis, not just accuracy numbers.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34" name="Shape 36">
            <a:extLst>
              <a:ext uri="{FF2B5EF4-FFF2-40B4-BE49-F238E27FC236}">
                <a16:creationId xmlns:a16="http://schemas.microsoft.com/office/drawing/2014/main" id="{E6BD58DB-9CF0-547D-5EE4-B7A98E4AD101}"/>
              </a:ext>
            </a:extLst>
          </p:cNvPr>
          <p:cNvSpPr/>
          <p:nvPr/>
        </p:nvSpPr>
        <p:spPr>
          <a:xfrm>
            <a:off x="1307592" y="2559466"/>
            <a:ext cx="9990328" cy="548640"/>
          </a:xfrm>
          <a:prstGeom prst="roundRect">
            <a:avLst>
              <a:gd name="adj" fmla="val 17500"/>
            </a:avLst>
          </a:prstGeom>
          <a:solidFill>
            <a:srgbClr val="FEF9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7">
            <a:extLst>
              <a:ext uri="{FF2B5EF4-FFF2-40B4-BE49-F238E27FC236}">
                <a16:creationId xmlns:a16="http://schemas.microsoft.com/office/drawing/2014/main" id="{1E855CBD-E32D-50A7-D73F-22E738941846}"/>
              </a:ext>
            </a:extLst>
          </p:cNvPr>
          <p:cNvSpPr/>
          <p:nvPr/>
        </p:nvSpPr>
        <p:spPr>
          <a:xfrm>
            <a:off x="1314196" y="2650906"/>
            <a:ext cx="997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"AI model fails in structured predictable ways, and classical ML is exactly the right tool to find them."</a:t>
            </a:r>
            <a:endParaRPr lang="en-US" b="1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647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6BD78651-82CE-4C61-63E1-1A4E592FF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>
            <a:extLst>
              <a:ext uri="{FF2B5EF4-FFF2-40B4-BE49-F238E27FC236}">
                <a16:creationId xmlns:a16="http://schemas.microsoft.com/office/drawing/2014/main" id="{7DE66C0F-A0CE-7265-AD66-B517EAE30F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599" y="383886"/>
            <a:ext cx="10972801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 dirty="0"/>
              <a:t>Strategy 2: Learn Both Ways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C1CA84-50E2-0B60-F8C2-4A5A10597731}"/>
              </a:ext>
            </a:extLst>
          </p:cNvPr>
          <p:cNvSpPr txBox="1"/>
          <p:nvPr/>
        </p:nvSpPr>
        <p:spPr>
          <a:xfrm>
            <a:off x="609598" y="1475509"/>
            <a:ext cx="10972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800" b="0" kern="1200" dirty="0">
                <a:latin typeface="Georgia" panose="02040502050405020303" pitchFamily="18" charset="0"/>
                <a:ea typeface="+mn-ea"/>
                <a:cs typeface="+mn-cs"/>
              </a:rPr>
              <a:t>Use AI to understand the course</a:t>
            </a:r>
          </a:p>
        </p:txBody>
      </p:sp>
      <p:sp>
        <p:nvSpPr>
          <p:cNvPr id="2" name="Shape 6">
            <a:extLst>
              <a:ext uri="{FF2B5EF4-FFF2-40B4-BE49-F238E27FC236}">
                <a16:creationId xmlns:a16="http://schemas.microsoft.com/office/drawing/2014/main" id="{A39C9EF9-79CD-8921-963C-E374131F2835}"/>
              </a:ext>
            </a:extLst>
          </p:cNvPr>
          <p:cNvSpPr/>
          <p:nvPr/>
        </p:nvSpPr>
        <p:spPr>
          <a:xfrm>
            <a:off x="1249680" y="279400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7DCF7CA2-1994-9D58-028B-D749495D1219}"/>
              </a:ext>
            </a:extLst>
          </p:cNvPr>
          <p:cNvSpPr/>
          <p:nvPr/>
        </p:nvSpPr>
        <p:spPr>
          <a:xfrm>
            <a:off x="1249680" y="2794000"/>
            <a:ext cx="4023360" cy="384048"/>
          </a:xfrm>
          <a:prstGeom prst="roundRect">
            <a:avLst>
              <a:gd name="adj" fmla="val 2381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2A670832-3241-5EB2-6D21-BA880FB055CD}"/>
              </a:ext>
            </a:extLst>
          </p:cNvPr>
          <p:cNvSpPr/>
          <p:nvPr/>
        </p:nvSpPr>
        <p:spPr>
          <a:xfrm>
            <a:off x="1249680" y="2995168"/>
            <a:ext cx="4023360" cy="18288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48FD5D1C-4A82-A8AC-27B8-7263A7B3EE6C}"/>
              </a:ext>
            </a:extLst>
          </p:cNvPr>
          <p:cNvSpPr/>
          <p:nvPr/>
        </p:nvSpPr>
        <p:spPr>
          <a:xfrm>
            <a:off x="1295400" y="27940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Step 1 — Use AI to get unstuck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33282CE0-8784-3049-05EE-BF13B63E15A0}"/>
              </a:ext>
            </a:extLst>
          </p:cNvPr>
          <p:cNvSpPr/>
          <p:nvPr/>
        </p:nvSpPr>
        <p:spPr>
          <a:xfrm>
            <a:off x="1386840" y="3269488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1.  Ask AI to explain the concept (e.g. "explain why PCA maximizes variance")</a:t>
            </a:r>
            <a:endParaRPr lang="en-US" sz="1100" dirty="0">
              <a:latin typeface="Georgia" panose="02040502050405020303" pitchFamily="18" charset="0"/>
            </a:endParaRPr>
          </a:p>
          <a:p>
            <a:pPr marL="0" indent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2.  Ask for a concrete example with numbers</a:t>
            </a:r>
            <a:endParaRPr lang="en-US" sz="1100" dirty="0">
              <a:latin typeface="Georgia" panose="02040502050405020303" pitchFamily="18" charset="0"/>
            </a:endParaRPr>
          </a:p>
          <a:p>
            <a:pPr marL="0" indent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3.  Ask for an analogy to something familiar</a:t>
            </a:r>
            <a:endParaRPr lang="en-US" sz="1100" dirty="0">
              <a:latin typeface="Georgia" panose="02040502050405020303" pitchFamily="18" charset="0"/>
            </a:endParaRPr>
          </a:p>
          <a:p>
            <a:pPr marL="0" indent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4.  Ask: "what are the most common misconceptions about this?"</a:t>
            </a:r>
            <a:endParaRPr lang="en-US" sz="1100" dirty="0">
              <a:latin typeface="Georgia" panose="02040502050405020303" pitchFamily="18" charset="0"/>
            </a:endParaRPr>
          </a:p>
          <a:p>
            <a:pPr marL="0" indent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5.  Ask: "give me a question a professor might ask on an exam about this"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8" name="Shape 11">
            <a:extLst>
              <a:ext uri="{FF2B5EF4-FFF2-40B4-BE49-F238E27FC236}">
                <a16:creationId xmlns:a16="http://schemas.microsoft.com/office/drawing/2014/main" id="{8A1328B4-5E10-6389-DDFE-06D696638D43}"/>
              </a:ext>
            </a:extLst>
          </p:cNvPr>
          <p:cNvSpPr/>
          <p:nvPr/>
        </p:nvSpPr>
        <p:spPr>
          <a:xfrm>
            <a:off x="5821680" y="279400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9E1E530D-1724-58FB-446E-A1635B08DD84}"/>
              </a:ext>
            </a:extLst>
          </p:cNvPr>
          <p:cNvSpPr/>
          <p:nvPr/>
        </p:nvSpPr>
        <p:spPr>
          <a:xfrm>
            <a:off x="5821680" y="2794000"/>
            <a:ext cx="4023360" cy="384048"/>
          </a:xfrm>
          <a:prstGeom prst="roundRect">
            <a:avLst>
              <a:gd name="adj" fmla="val 23810"/>
            </a:avLst>
          </a:prstGeom>
          <a:solidFill>
            <a:srgbClr val="18A558"/>
          </a:solidFill>
          <a:ln/>
        </p:spPr>
        <p:txBody>
          <a:bodyPr/>
          <a:lstStyle/>
          <a:p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10" name="Shape 13">
            <a:extLst>
              <a:ext uri="{FF2B5EF4-FFF2-40B4-BE49-F238E27FC236}">
                <a16:creationId xmlns:a16="http://schemas.microsoft.com/office/drawing/2014/main" id="{1D8A5306-D3DE-0846-0F94-2CBE4ED22A66}"/>
              </a:ext>
            </a:extLst>
          </p:cNvPr>
          <p:cNvSpPr/>
          <p:nvPr/>
        </p:nvSpPr>
        <p:spPr>
          <a:xfrm>
            <a:off x="5821680" y="2995168"/>
            <a:ext cx="4023360" cy="182880"/>
          </a:xfrm>
          <a:prstGeom prst="rect">
            <a:avLst/>
          </a:prstGeom>
          <a:solidFill>
            <a:srgbClr val="18A558"/>
          </a:solidFill>
          <a:ln/>
        </p:spPr>
        <p:txBody>
          <a:bodyPr/>
          <a:lstStyle/>
          <a:p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7A90C633-74A6-AE91-3D5D-7952D5E254B9}"/>
              </a:ext>
            </a:extLst>
          </p:cNvPr>
          <p:cNvSpPr/>
          <p:nvPr/>
        </p:nvSpPr>
        <p:spPr>
          <a:xfrm>
            <a:off x="5867400" y="27940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Step 2 — Audit the explanation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332F8154-50D7-F3B4-9B30-C059AC06E55B}"/>
              </a:ext>
            </a:extLst>
          </p:cNvPr>
          <p:cNvSpPr/>
          <p:nvPr/>
        </p:nvSpPr>
        <p:spPr>
          <a:xfrm>
            <a:off x="5958840" y="3269488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1.  Reproduce the AI's example by hand or in code</a:t>
            </a:r>
            <a:endParaRPr lang="en-US" sz="1100" dirty="0">
              <a:latin typeface="Georgia" panose="02040502050405020303" pitchFamily="18" charset="0"/>
            </a:endParaRPr>
          </a:p>
          <a:p>
            <a:pPr marL="0" indent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2.  Check the math: does the derivation hold?</a:t>
            </a:r>
            <a:endParaRPr lang="en-US" sz="1100" dirty="0">
              <a:latin typeface="Georgia" panose="02040502050405020303" pitchFamily="18" charset="0"/>
            </a:endParaRPr>
          </a:p>
          <a:p>
            <a:pPr marL="0" indent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3.  Find one thing the AI said that could be wrong or imprecise</a:t>
            </a:r>
            <a:endParaRPr lang="en-US" sz="1100" dirty="0">
              <a:latin typeface="Georgia" panose="02040502050405020303" pitchFamily="18" charset="0"/>
            </a:endParaRPr>
          </a:p>
          <a:p>
            <a:pPr marL="0" indent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4.  Ask a follow-up the AI might get wrong (edge case, failure mode)</a:t>
            </a:r>
            <a:endParaRPr lang="en-US" sz="1100" dirty="0">
              <a:latin typeface="Georgia" panose="02040502050405020303" pitchFamily="18" charset="0"/>
            </a:endParaRPr>
          </a:p>
          <a:p>
            <a:pPr marL="0" indent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5.  Write a one-paragraph summary in your own words without looking at the AI's answer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13" name="Shape 16">
            <a:extLst>
              <a:ext uri="{FF2B5EF4-FFF2-40B4-BE49-F238E27FC236}">
                <a16:creationId xmlns:a16="http://schemas.microsoft.com/office/drawing/2014/main" id="{EAD18C65-57A0-6D38-5F18-E5CF56ABA179}"/>
              </a:ext>
            </a:extLst>
          </p:cNvPr>
          <p:cNvSpPr/>
          <p:nvPr/>
        </p:nvSpPr>
        <p:spPr>
          <a:xfrm>
            <a:off x="1249680" y="2204310"/>
            <a:ext cx="8595360" cy="477930"/>
          </a:xfrm>
          <a:prstGeom prst="roundRect">
            <a:avLst>
              <a:gd name="adj" fmla="val 17500"/>
            </a:avLst>
          </a:prstGeom>
          <a:solidFill>
            <a:srgbClr val="FEF9EC"/>
          </a:solidFill>
          <a:ln/>
        </p:spPr>
        <p:txBody>
          <a:bodyPr/>
          <a:lstStyle/>
          <a:p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D66F314B-E1E4-5C59-0C01-AFEC90AF19D0}"/>
              </a:ext>
            </a:extLst>
          </p:cNvPr>
          <p:cNvSpPr/>
          <p:nvPr/>
        </p:nvSpPr>
        <p:spPr>
          <a:xfrm>
            <a:off x="1295400" y="225511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"The audit step is non-negotiable. It is what separates learning from copying."</a:t>
            </a:r>
            <a:endParaRPr lang="en-US" b="1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857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9B2D4D4A-1205-49B3-7E12-823D57D19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>
            <a:extLst>
              <a:ext uri="{FF2B5EF4-FFF2-40B4-BE49-F238E27FC236}">
                <a16:creationId xmlns:a16="http://schemas.microsoft.com/office/drawing/2014/main" id="{90A27C13-C782-94F8-EBDA-833D218447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599" y="383886"/>
            <a:ext cx="10972801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 dirty="0"/>
              <a:t>Strategy 2: Learn Both Ways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10BFC8-F596-BC70-DC96-EA76741DE284}"/>
              </a:ext>
            </a:extLst>
          </p:cNvPr>
          <p:cNvSpPr txBox="1"/>
          <p:nvPr/>
        </p:nvSpPr>
        <p:spPr>
          <a:xfrm>
            <a:off x="609598" y="1475509"/>
            <a:ext cx="10972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800" b="0" kern="1200" dirty="0">
                <a:latin typeface="Georgia" panose="02040502050405020303" pitchFamily="18" charset="0"/>
                <a:ea typeface="+mn-ea"/>
                <a:cs typeface="+mn-cs"/>
              </a:rPr>
              <a:t>Use AI to understand the course</a:t>
            </a:r>
          </a:p>
        </p:txBody>
      </p:sp>
      <p:sp>
        <p:nvSpPr>
          <p:cNvPr id="2" name="Shape 6">
            <a:extLst>
              <a:ext uri="{FF2B5EF4-FFF2-40B4-BE49-F238E27FC236}">
                <a16:creationId xmlns:a16="http://schemas.microsoft.com/office/drawing/2014/main" id="{B7AD7C9D-62A6-42D8-6025-900B376BDD90}"/>
              </a:ext>
            </a:extLst>
          </p:cNvPr>
          <p:cNvSpPr/>
          <p:nvPr/>
        </p:nvSpPr>
        <p:spPr>
          <a:xfrm>
            <a:off x="1249680" y="279400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6F2ABFE5-9D33-8792-1539-F5A04F8943BC}"/>
              </a:ext>
            </a:extLst>
          </p:cNvPr>
          <p:cNvSpPr/>
          <p:nvPr/>
        </p:nvSpPr>
        <p:spPr>
          <a:xfrm>
            <a:off x="1249680" y="2794000"/>
            <a:ext cx="4023360" cy="384048"/>
          </a:xfrm>
          <a:prstGeom prst="roundRect">
            <a:avLst>
              <a:gd name="adj" fmla="val 2381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211C2039-88A1-B6A9-B12A-C4829315C398}"/>
              </a:ext>
            </a:extLst>
          </p:cNvPr>
          <p:cNvSpPr/>
          <p:nvPr/>
        </p:nvSpPr>
        <p:spPr>
          <a:xfrm>
            <a:off x="1249680" y="2995168"/>
            <a:ext cx="4023360" cy="18288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D1F65F0F-C258-0DB4-33CB-6878A5BCA9E9}"/>
              </a:ext>
            </a:extLst>
          </p:cNvPr>
          <p:cNvSpPr/>
          <p:nvPr/>
        </p:nvSpPr>
        <p:spPr>
          <a:xfrm>
            <a:off x="1295400" y="27940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Step 1 — Use AI to get unstuck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6D6D0647-DBD8-DBE9-6759-04BEF190E6C2}"/>
              </a:ext>
            </a:extLst>
          </p:cNvPr>
          <p:cNvSpPr/>
          <p:nvPr/>
        </p:nvSpPr>
        <p:spPr>
          <a:xfrm>
            <a:off x="1386840" y="3269488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1.  Ask AI to explain the concept (e.g. "explain why PCA maximizes variance")</a:t>
            </a:r>
            <a:endParaRPr lang="en-US" sz="1100" dirty="0">
              <a:latin typeface="Georgia" panose="02040502050405020303" pitchFamily="18" charset="0"/>
            </a:endParaRPr>
          </a:p>
          <a:p>
            <a:pPr marL="0" indent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2.  Ask for a concrete example with numbers</a:t>
            </a:r>
            <a:endParaRPr lang="en-US" sz="1100" dirty="0">
              <a:latin typeface="Georgia" panose="02040502050405020303" pitchFamily="18" charset="0"/>
            </a:endParaRPr>
          </a:p>
          <a:p>
            <a:pPr marL="0" indent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3.  Ask for an analogy to something familiar</a:t>
            </a:r>
            <a:endParaRPr lang="en-US" sz="1100" dirty="0">
              <a:latin typeface="Georgia" panose="02040502050405020303" pitchFamily="18" charset="0"/>
            </a:endParaRPr>
          </a:p>
          <a:p>
            <a:pPr marL="0" indent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4.  Ask: "what are the most common misconceptions about this?"</a:t>
            </a:r>
            <a:endParaRPr lang="en-US" sz="1100" dirty="0">
              <a:latin typeface="Georgia" panose="02040502050405020303" pitchFamily="18" charset="0"/>
            </a:endParaRPr>
          </a:p>
          <a:p>
            <a:pPr marL="0" indent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5.  Ask: "give me a question a professor might ask on an exam about this"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8" name="Shape 11">
            <a:extLst>
              <a:ext uri="{FF2B5EF4-FFF2-40B4-BE49-F238E27FC236}">
                <a16:creationId xmlns:a16="http://schemas.microsoft.com/office/drawing/2014/main" id="{C7F60AF9-BFC5-500F-B8AF-6A11DC5B6433}"/>
              </a:ext>
            </a:extLst>
          </p:cNvPr>
          <p:cNvSpPr/>
          <p:nvPr/>
        </p:nvSpPr>
        <p:spPr>
          <a:xfrm>
            <a:off x="5821680" y="279400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1CAA0FCE-705B-5F3E-F4CE-FD201D8865CF}"/>
              </a:ext>
            </a:extLst>
          </p:cNvPr>
          <p:cNvSpPr/>
          <p:nvPr/>
        </p:nvSpPr>
        <p:spPr>
          <a:xfrm>
            <a:off x="5821680" y="2794000"/>
            <a:ext cx="4023360" cy="384048"/>
          </a:xfrm>
          <a:prstGeom prst="roundRect">
            <a:avLst>
              <a:gd name="adj" fmla="val 23810"/>
            </a:avLst>
          </a:prstGeom>
          <a:solidFill>
            <a:srgbClr val="18A558"/>
          </a:solidFill>
          <a:ln/>
        </p:spPr>
        <p:txBody>
          <a:bodyPr/>
          <a:lstStyle/>
          <a:p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10" name="Shape 13">
            <a:extLst>
              <a:ext uri="{FF2B5EF4-FFF2-40B4-BE49-F238E27FC236}">
                <a16:creationId xmlns:a16="http://schemas.microsoft.com/office/drawing/2014/main" id="{54904FF0-1619-1C02-9B93-80E5E40DC076}"/>
              </a:ext>
            </a:extLst>
          </p:cNvPr>
          <p:cNvSpPr/>
          <p:nvPr/>
        </p:nvSpPr>
        <p:spPr>
          <a:xfrm>
            <a:off x="5821680" y="2995168"/>
            <a:ext cx="4023360" cy="182880"/>
          </a:xfrm>
          <a:prstGeom prst="rect">
            <a:avLst/>
          </a:prstGeom>
          <a:solidFill>
            <a:srgbClr val="18A558"/>
          </a:solidFill>
          <a:ln/>
        </p:spPr>
        <p:txBody>
          <a:bodyPr/>
          <a:lstStyle/>
          <a:p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13528E0D-EBC2-3FCF-C7F6-03018E4C81BD}"/>
              </a:ext>
            </a:extLst>
          </p:cNvPr>
          <p:cNvSpPr/>
          <p:nvPr/>
        </p:nvSpPr>
        <p:spPr>
          <a:xfrm>
            <a:off x="5867400" y="27940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Step 2 — Audit the explanation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57086343-4CB5-9D0E-327C-7C645B412A72}"/>
              </a:ext>
            </a:extLst>
          </p:cNvPr>
          <p:cNvSpPr/>
          <p:nvPr/>
        </p:nvSpPr>
        <p:spPr>
          <a:xfrm>
            <a:off x="5958840" y="3269488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1.  Reproduce the AI's example by hand or in code</a:t>
            </a:r>
            <a:endParaRPr lang="en-US" sz="1100" dirty="0">
              <a:latin typeface="Georgia" panose="02040502050405020303" pitchFamily="18" charset="0"/>
            </a:endParaRPr>
          </a:p>
          <a:p>
            <a:pPr marL="0" indent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2.  Check the math: does the derivation hold?</a:t>
            </a:r>
            <a:endParaRPr lang="en-US" sz="1100" dirty="0">
              <a:latin typeface="Georgia" panose="02040502050405020303" pitchFamily="18" charset="0"/>
            </a:endParaRPr>
          </a:p>
          <a:p>
            <a:pPr marL="0" indent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3.  Find one thing the AI said that could be wrong or imprecise</a:t>
            </a:r>
            <a:endParaRPr lang="en-US" sz="1100" dirty="0">
              <a:latin typeface="Georgia" panose="02040502050405020303" pitchFamily="18" charset="0"/>
            </a:endParaRPr>
          </a:p>
          <a:p>
            <a:pPr marL="0" indent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4.  Ask a follow-up the AI might get wrong (edge case, failure mode)</a:t>
            </a:r>
            <a:endParaRPr lang="en-US" sz="1100" dirty="0">
              <a:latin typeface="Georgia" panose="02040502050405020303" pitchFamily="18" charset="0"/>
            </a:endParaRPr>
          </a:p>
          <a:p>
            <a:pPr marL="0" indent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5.  Write a one-paragraph summary in your own words without looking at the AI's answer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13" name="Shape 16">
            <a:extLst>
              <a:ext uri="{FF2B5EF4-FFF2-40B4-BE49-F238E27FC236}">
                <a16:creationId xmlns:a16="http://schemas.microsoft.com/office/drawing/2014/main" id="{AC69256F-1834-E76D-E10E-7AAC9CDDFFA0}"/>
              </a:ext>
            </a:extLst>
          </p:cNvPr>
          <p:cNvSpPr/>
          <p:nvPr/>
        </p:nvSpPr>
        <p:spPr>
          <a:xfrm>
            <a:off x="1249680" y="2204310"/>
            <a:ext cx="8595360" cy="477930"/>
          </a:xfrm>
          <a:prstGeom prst="roundRect">
            <a:avLst>
              <a:gd name="adj" fmla="val 17500"/>
            </a:avLst>
          </a:prstGeom>
          <a:solidFill>
            <a:srgbClr val="FEF9EC"/>
          </a:solidFill>
          <a:ln/>
        </p:spPr>
        <p:txBody>
          <a:bodyPr/>
          <a:lstStyle/>
          <a:p>
            <a:endParaRPr lang="en-US" sz="1600">
              <a:latin typeface="Georgia" panose="02040502050405020303" pitchFamily="18" charset="0"/>
            </a:endParaRPr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2B721154-5689-AC87-70F3-798D097E21D3}"/>
              </a:ext>
            </a:extLst>
          </p:cNvPr>
          <p:cNvSpPr/>
          <p:nvPr/>
        </p:nvSpPr>
        <p:spPr>
          <a:xfrm>
            <a:off x="1295400" y="225511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"The audit step is non-negotiable. It is what separates learning from copying."</a:t>
            </a:r>
            <a:endParaRPr lang="en-US" b="1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14" name="Rounded Rectangular Callout 13">
            <a:extLst>
              <a:ext uri="{FF2B5EF4-FFF2-40B4-BE49-F238E27FC236}">
                <a16:creationId xmlns:a16="http://schemas.microsoft.com/office/drawing/2014/main" id="{2121A6D7-2447-6EC4-EA51-888DFF074F49}"/>
              </a:ext>
            </a:extLst>
          </p:cNvPr>
          <p:cNvSpPr/>
          <p:nvPr/>
        </p:nvSpPr>
        <p:spPr>
          <a:xfrm>
            <a:off x="10119360" y="3812792"/>
            <a:ext cx="1965960" cy="1046480"/>
          </a:xfrm>
          <a:prstGeom prst="wedgeRoundRectCallout">
            <a:avLst>
              <a:gd name="adj1" fmla="val -60514"/>
              <a:gd name="adj2" fmla="val -41053"/>
              <a:gd name="adj3" fmla="val 166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EBF642-A007-C6B5-4792-4BF37A1E92E0}"/>
              </a:ext>
            </a:extLst>
          </p:cNvPr>
          <p:cNvSpPr txBox="1"/>
          <p:nvPr/>
        </p:nvSpPr>
        <p:spPr>
          <a:xfrm>
            <a:off x="10622280" y="4120639"/>
            <a:ext cx="1503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Georgia" panose="02040502050405020303" pitchFamily="18" charset="0"/>
              </a:rPr>
              <a:t>Can I trust AI outputs?</a:t>
            </a:r>
          </a:p>
        </p:txBody>
      </p:sp>
      <p:pic>
        <p:nvPicPr>
          <p:cNvPr id="18" name="Graphic 17" descr="Questions with solid fill">
            <a:extLst>
              <a:ext uri="{FF2B5EF4-FFF2-40B4-BE49-F238E27FC236}">
                <a16:creationId xmlns:a16="http://schemas.microsoft.com/office/drawing/2014/main" id="{733E9839-E905-8BDE-EF39-566071BE26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7620" y="4153649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7589347F-78E1-E3EC-C225-08EA0094A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>
            <a:extLst>
              <a:ext uri="{FF2B5EF4-FFF2-40B4-BE49-F238E27FC236}">
                <a16:creationId xmlns:a16="http://schemas.microsoft.com/office/drawing/2014/main" id="{55FDC194-6495-D018-6DA8-00966CA286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599" y="383886"/>
            <a:ext cx="10972801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 dirty="0"/>
              <a:t>Strategy 3: Question the Magic in AI Outputs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BC167A-19DB-BD52-6D94-575221A8AC1F}"/>
              </a:ext>
            </a:extLst>
          </p:cNvPr>
          <p:cNvSpPr txBox="1"/>
          <p:nvPr/>
        </p:nvSpPr>
        <p:spPr>
          <a:xfrm>
            <a:off x="609599" y="1475509"/>
            <a:ext cx="74222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800" b="0" kern="1200" dirty="0">
                <a:solidFill>
                  <a:srgbClr val="000000"/>
                </a:solidFill>
                <a:latin typeface="Georgia" panose="02040502050405020303" pitchFamily="18" charset="0"/>
                <a:ea typeface="+mn-ea"/>
                <a:cs typeface="+mn-cs"/>
              </a:rPr>
              <a:t>Know when, why, and whether to trust AI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60D1B7-111C-A119-1C94-3720E10EE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60" y="3128407"/>
            <a:ext cx="3939540" cy="20066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77972C-50A4-678F-C232-02ABF63ECF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4444" y="2044576"/>
            <a:ext cx="3939540" cy="13643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DDB7A1-C8D8-7A3F-3F00-F663520575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1300" y="1986667"/>
            <a:ext cx="3939540" cy="32817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2FCE8D-3DE7-77B4-5C31-95828150B1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9042" y="4731637"/>
            <a:ext cx="5318760" cy="196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4874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D0D5E3B5-AFF6-A857-6664-014D3D06B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>
            <a:extLst>
              <a:ext uri="{FF2B5EF4-FFF2-40B4-BE49-F238E27FC236}">
                <a16:creationId xmlns:a16="http://schemas.microsoft.com/office/drawing/2014/main" id="{3E77C573-647B-1BBB-09AC-F60B67A853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599" y="383886"/>
            <a:ext cx="10972801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 dirty="0"/>
              <a:t>Strategy 3: Question the Magic in AI Outputs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77B65D-AE56-6DA9-A2E3-1EB445ACF16C}"/>
              </a:ext>
            </a:extLst>
          </p:cNvPr>
          <p:cNvSpPr txBox="1"/>
          <p:nvPr/>
        </p:nvSpPr>
        <p:spPr>
          <a:xfrm>
            <a:off x="609599" y="1475509"/>
            <a:ext cx="74222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800" b="0" kern="1200" dirty="0">
                <a:solidFill>
                  <a:srgbClr val="000000"/>
                </a:solidFill>
                <a:latin typeface="Georgia" panose="02040502050405020303" pitchFamily="18" charset="0"/>
                <a:ea typeface="+mn-ea"/>
                <a:cs typeface="+mn-cs"/>
              </a:rPr>
              <a:t>Know when, why, and whether to trust AI</a:t>
            </a:r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5B21B953-9238-FEBD-CBF5-74CA764C6714}"/>
              </a:ext>
            </a:extLst>
          </p:cNvPr>
          <p:cNvSpPr/>
          <p:nvPr/>
        </p:nvSpPr>
        <p:spPr>
          <a:xfrm>
            <a:off x="883920" y="3012948"/>
            <a:ext cx="307848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>
              <a:buClrTx/>
              <a:buFontTx/>
              <a:buNone/>
            </a:pPr>
            <a:endParaRPr lang="en-US" sz="2400" kern="120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A4ACFEC9-8D78-8E7D-1D8F-F9FF29C35E02}"/>
              </a:ext>
            </a:extLst>
          </p:cNvPr>
          <p:cNvSpPr/>
          <p:nvPr/>
        </p:nvSpPr>
        <p:spPr>
          <a:xfrm>
            <a:off x="883920" y="3056838"/>
            <a:ext cx="3078480" cy="395021"/>
          </a:xfrm>
          <a:prstGeom prst="roundRect">
            <a:avLst>
              <a:gd name="adj" fmla="val 20833"/>
            </a:avLst>
          </a:prstGeom>
          <a:solidFill>
            <a:srgbClr val="E05252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en-US" sz="2400" kern="120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850C285C-389F-9539-4003-86A0F750A04E}"/>
              </a:ext>
            </a:extLst>
          </p:cNvPr>
          <p:cNvSpPr/>
          <p:nvPr/>
        </p:nvSpPr>
        <p:spPr>
          <a:xfrm>
            <a:off x="883920" y="3246120"/>
            <a:ext cx="3078480" cy="205740"/>
          </a:xfrm>
          <a:prstGeom prst="rect">
            <a:avLst/>
          </a:prstGeom>
          <a:solidFill>
            <a:srgbClr val="E05252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en-US" sz="2400" kern="120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468CA1E1-BE1E-EE30-D436-7C7AB6760B7A}"/>
              </a:ext>
            </a:extLst>
          </p:cNvPr>
          <p:cNvSpPr/>
          <p:nvPr/>
        </p:nvSpPr>
        <p:spPr>
          <a:xfrm>
            <a:off x="883920" y="307086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ClrTx/>
              <a:buFontTx/>
              <a:buNone/>
            </a:pPr>
            <a:r>
              <a:rPr lang="en-US" sz="1600" b="1" kern="1200" dirty="0">
                <a:solidFill>
                  <a:srgbClr val="FFFFFF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Verify with first principles</a:t>
            </a:r>
            <a:endParaRPr lang="en-US" sz="1600" kern="1200" dirty="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14AD3030-E17E-57A8-C3D6-9BBA145C4592}"/>
              </a:ext>
            </a:extLst>
          </p:cNvPr>
          <p:cNvSpPr/>
          <p:nvPr/>
        </p:nvSpPr>
        <p:spPr>
          <a:xfrm>
            <a:off x="993648" y="3573780"/>
            <a:ext cx="2856992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6350">
            <a:solidFill>
              <a:srgbClr val="E05252"/>
            </a:solidFill>
            <a:prstDash val="solid"/>
          </a:ln>
        </p:spPr>
        <p:txBody>
          <a:bodyPr/>
          <a:lstStyle/>
          <a:p>
            <a:pPr>
              <a:buClrTx/>
              <a:buFontTx/>
              <a:buNone/>
            </a:pPr>
            <a:endParaRPr lang="en-US" sz="2400" kern="120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A0A9E4DF-6773-8185-495F-F4F384ADD359}"/>
              </a:ext>
            </a:extLst>
          </p:cNvPr>
          <p:cNvSpPr/>
          <p:nvPr/>
        </p:nvSpPr>
        <p:spPr>
          <a:xfrm>
            <a:off x="1048512" y="3592068"/>
            <a:ext cx="2802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ClrTx/>
              <a:buFontTx/>
              <a:buNone/>
            </a:pPr>
            <a:r>
              <a:rPr lang="en-US" kern="12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e.g. GPT says K-Means always converges to the global optimum.</a:t>
            </a:r>
            <a:endParaRPr lang="en-US" kern="1200" dirty="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B06D7EDE-0A10-B6C2-466A-7EB74C76A5C0}"/>
              </a:ext>
            </a:extLst>
          </p:cNvPr>
          <p:cNvSpPr/>
          <p:nvPr/>
        </p:nvSpPr>
        <p:spPr>
          <a:xfrm>
            <a:off x="1021080" y="4293108"/>
            <a:ext cx="2829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ClrTx/>
              <a:buFontTx/>
              <a:buNone/>
            </a:pPr>
            <a:r>
              <a:rPr lang="en-US" kern="12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Does it? Prove it using what you learned in the class.</a:t>
            </a:r>
            <a:endParaRPr lang="en-US" kern="1200" dirty="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714AA098-C7D9-ACC0-6F46-3D414C5E35B7}"/>
              </a:ext>
            </a:extLst>
          </p:cNvPr>
          <p:cNvSpPr/>
          <p:nvPr/>
        </p:nvSpPr>
        <p:spPr>
          <a:xfrm>
            <a:off x="4541520" y="3035808"/>
            <a:ext cx="307848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>
              <a:buClrTx/>
              <a:buFontTx/>
              <a:buNone/>
            </a:pPr>
            <a:endParaRPr lang="en-US" sz="2400" kern="120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E89A7C0F-7AFB-E98D-3ECE-C78E22DEAD8A}"/>
              </a:ext>
            </a:extLst>
          </p:cNvPr>
          <p:cNvSpPr/>
          <p:nvPr/>
        </p:nvSpPr>
        <p:spPr>
          <a:xfrm>
            <a:off x="4541520" y="3035808"/>
            <a:ext cx="3078480" cy="438912"/>
          </a:xfrm>
          <a:prstGeom prst="roundRect">
            <a:avLst>
              <a:gd name="adj" fmla="val 20833"/>
            </a:avLst>
          </a:prstGeom>
          <a:solidFill>
            <a:srgbClr val="F5A623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en-US" sz="2400" kern="120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B4093E94-888E-EFC2-A94B-78716BF7793F}"/>
              </a:ext>
            </a:extLst>
          </p:cNvPr>
          <p:cNvSpPr/>
          <p:nvPr/>
        </p:nvSpPr>
        <p:spPr>
          <a:xfrm>
            <a:off x="4541520" y="3246120"/>
            <a:ext cx="3078480" cy="2286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en-US" sz="2400" kern="120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76633D64-8C0A-7593-B002-D103D524A19F}"/>
              </a:ext>
            </a:extLst>
          </p:cNvPr>
          <p:cNvSpPr/>
          <p:nvPr/>
        </p:nvSpPr>
        <p:spPr>
          <a:xfrm>
            <a:off x="4541520" y="306324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ClrTx/>
              <a:buFontTx/>
              <a:buNone/>
            </a:pPr>
            <a:r>
              <a:rPr lang="en-US" sz="1600" b="1" kern="1200" dirty="0">
                <a:solidFill>
                  <a:srgbClr val="FFFFFF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Test with course edge cases</a:t>
            </a:r>
            <a:endParaRPr lang="en-US" sz="1600" kern="1200" dirty="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48" name="Shape 19">
            <a:extLst>
              <a:ext uri="{FF2B5EF4-FFF2-40B4-BE49-F238E27FC236}">
                <a16:creationId xmlns:a16="http://schemas.microsoft.com/office/drawing/2014/main" id="{12CCB592-B55B-4257-6935-6D6F06F9B02C}"/>
              </a:ext>
            </a:extLst>
          </p:cNvPr>
          <p:cNvSpPr/>
          <p:nvPr/>
        </p:nvSpPr>
        <p:spPr>
          <a:xfrm>
            <a:off x="4651248" y="3596640"/>
            <a:ext cx="2867152" cy="685800"/>
          </a:xfrm>
          <a:prstGeom prst="roundRect">
            <a:avLst>
              <a:gd name="adj" fmla="val 8000"/>
            </a:avLst>
          </a:prstGeom>
          <a:solidFill>
            <a:srgbClr val="FEF9EC"/>
          </a:solidFill>
          <a:ln w="6350">
            <a:solidFill>
              <a:srgbClr val="F5A623"/>
            </a:solidFill>
            <a:prstDash val="solid"/>
          </a:ln>
        </p:spPr>
        <p:txBody>
          <a:bodyPr/>
          <a:lstStyle/>
          <a:p>
            <a:pPr>
              <a:buClrTx/>
              <a:buFontTx/>
              <a:buNone/>
            </a:pPr>
            <a:endParaRPr lang="en-US" sz="2400" kern="120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D9AE1EFB-D44F-A11E-51CF-D5524D97873E}"/>
              </a:ext>
            </a:extLst>
          </p:cNvPr>
          <p:cNvSpPr/>
          <p:nvPr/>
        </p:nvSpPr>
        <p:spPr>
          <a:xfrm>
            <a:off x="4706111" y="3614928"/>
            <a:ext cx="29071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ClrTx/>
              <a:buFontTx/>
              <a:buNone/>
            </a:pPr>
            <a:r>
              <a:rPr lang="en-US" kern="12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e.g. Ask AI about a degenerate case you just studied in class.</a:t>
            </a:r>
            <a:endParaRPr lang="en-US" kern="1200" dirty="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87DD2A3E-D567-804C-7F4B-B8C16D5850E0}"/>
              </a:ext>
            </a:extLst>
          </p:cNvPr>
          <p:cNvSpPr/>
          <p:nvPr/>
        </p:nvSpPr>
        <p:spPr>
          <a:xfrm>
            <a:off x="4678680" y="4315968"/>
            <a:ext cx="2839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ClrTx/>
              <a:buFontTx/>
              <a:buNone/>
            </a:pPr>
            <a:r>
              <a:rPr lang="en-US" kern="12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If AI gets it wrong, you now understand why and that is the lesson.</a:t>
            </a:r>
            <a:endParaRPr lang="en-US" kern="1200" dirty="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51" name="Shape 22">
            <a:extLst>
              <a:ext uri="{FF2B5EF4-FFF2-40B4-BE49-F238E27FC236}">
                <a16:creationId xmlns:a16="http://schemas.microsoft.com/office/drawing/2014/main" id="{0B85A9CB-7DE8-7E3D-FDD7-4A52962F35C2}"/>
              </a:ext>
            </a:extLst>
          </p:cNvPr>
          <p:cNvSpPr/>
          <p:nvPr/>
        </p:nvSpPr>
        <p:spPr>
          <a:xfrm>
            <a:off x="8199120" y="3035808"/>
            <a:ext cx="3080821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>
              <a:buClrTx/>
              <a:buFontTx/>
              <a:buNone/>
            </a:pPr>
            <a:endParaRPr lang="en-US" sz="2400" kern="120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52" name="Shape 23">
            <a:extLst>
              <a:ext uri="{FF2B5EF4-FFF2-40B4-BE49-F238E27FC236}">
                <a16:creationId xmlns:a16="http://schemas.microsoft.com/office/drawing/2014/main" id="{210440A1-562B-0E77-A4A4-A3BBD3363B02}"/>
              </a:ext>
            </a:extLst>
          </p:cNvPr>
          <p:cNvSpPr/>
          <p:nvPr/>
        </p:nvSpPr>
        <p:spPr>
          <a:xfrm>
            <a:off x="8199120" y="3035808"/>
            <a:ext cx="3080821" cy="438912"/>
          </a:xfrm>
          <a:prstGeom prst="roundRect">
            <a:avLst>
              <a:gd name="adj" fmla="val 20833"/>
            </a:avLst>
          </a:prstGeom>
          <a:solidFill>
            <a:srgbClr val="534AB7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en-US" sz="2400" kern="120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53" name="Shape 24">
            <a:extLst>
              <a:ext uri="{FF2B5EF4-FFF2-40B4-BE49-F238E27FC236}">
                <a16:creationId xmlns:a16="http://schemas.microsoft.com/office/drawing/2014/main" id="{453A4A4B-DE8E-472D-272B-898630B20071}"/>
              </a:ext>
            </a:extLst>
          </p:cNvPr>
          <p:cNvSpPr/>
          <p:nvPr/>
        </p:nvSpPr>
        <p:spPr>
          <a:xfrm>
            <a:off x="8536741" y="3246120"/>
            <a:ext cx="2743200" cy="228600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en-US" sz="2400" kern="120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1CCD43FE-F9F5-E247-B452-14E80351210E}"/>
              </a:ext>
            </a:extLst>
          </p:cNvPr>
          <p:cNvSpPr/>
          <p:nvPr/>
        </p:nvSpPr>
        <p:spPr>
          <a:xfrm>
            <a:off x="8199120" y="306324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ClrTx/>
              <a:buFontTx/>
              <a:buNone/>
            </a:pPr>
            <a:r>
              <a:rPr lang="en-US" sz="1600" b="1" kern="1200" dirty="0">
                <a:solidFill>
                  <a:srgbClr val="FFFFFF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Paraphrase and compare</a:t>
            </a:r>
            <a:endParaRPr lang="en-US" sz="1600" kern="1200" dirty="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56" name="Shape 27">
            <a:extLst>
              <a:ext uri="{FF2B5EF4-FFF2-40B4-BE49-F238E27FC236}">
                <a16:creationId xmlns:a16="http://schemas.microsoft.com/office/drawing/2014/main" id="{9E8F8EA0-C12B-7F73-D820-D7898BCFBCFC}"/>
              </a:ext>
            </a:extLst>
          </p:cNvPr>
          <p:cNvSpPr/>
          <p:nvPr/>
        </p:nvSpPr>
        <p:spPr>
          <a:xfrm>
            <a:off x="8310880" y="3596640"/>
            <a:ext cx="2859333" cy="68580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  <p:txBody>
          <a:bodyPr/>
          <a:lstStyle/>
          <a:p>
            <a:pPr>
              <a:buClrTx/>
              <a:buFontTx/>
              <a:buNone/>
            </a:pPr>
            <a:endParaRPr lang="en-US" sz="2400" kern="120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57" name="Text 28">
            <a:extLst>
              <a:ext uri="{FF2B5EF4-FFF2-40B4-BE49-F238E27FC236}">
                <a16:creationId xmlns:a16="http://schemas.microsoft.com/office/drawing/2014/main" id="{884586A7-13C5-74AF-5654-AB61AFCDBF71}"/>
              </a:ext>
            </a:extLst>
          </p:cNvPr>
          <p:cNvSpPr/>
          <p:nvPr/>
        </p:nvSpPr>
        <p:spPr>
          <a:xfrm>
            <a:off x="8310880" y="3614928"/>
            <a:ext cx="285933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ClrTx/>
              <a:buFontTx/>
              <a:buNone/>
            </a:pPr>
            <a:r>
              <a:rPr lang="en-US" kern="12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e.g. Explain the concept yourself first. Then ask AI.</a:t>
            </a:r>
            <a:endParaRPr lang="en-US" kern="1200" dirty="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58" name="Text 29">
            <a:extLst>
              <a:ext uri="{FF2B5EF4-FFF2-40B4-BE49-F238E27FC236}">
                <a16:creationId xmlns:a16="http://schemas.microsoft.com/office/drawing/2014/main" id="{B8CBE4A1-5C27-5DCA-0796-5AC922539B1B}"/>
              </a:ext>
            </a:extLst>
          </p:cNvPr>
          <p:cNvSpPr/>
          <p:nvPr/>
        </p:nvSpPr>
        <p:spPr>
          <a:xfrm>
            <a:off x="8310880" y="4315968"/>
            <a:ext cx="2850189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ClrTx/>
              <a:buFontTx/>
              <a:buNone/>
            </a:pPr>
            <a:r>
              <a:rPr lang="en-US" kern="12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Where do they diverge? The gap is what you need to study.</a:t>
            </a:r>
            <a:endParaRPr lang="en-US" kern="1200" dirty="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7915704-0C58-BAE3-B9CA-09F2BBEA2A71}"/>
              </a:ext>
            </a:extLst>
          </p:cNvPr>
          <p:cNvSpPr txBox="1"/>
          <p:nvPr/>
        </p:nvSpPr>
        <p:spPr>
          <a:xfrm>
            <a:off x="1097280" y="2052320"/>
            <a:ext cx="72955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b="1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en-US" sz="2000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AI confidently generates unreliable results</a:t>
            </a:r>
            <a:endParaRPr lang="en-US" sz="2000" b="1" dirty="0">
              <a:solidFill>
                <a:schemeClr val="tx1"/>
              </a:solidFill>
              <a:latin typeface="Georgia" panose="02040502050405020303" pitchFamily="18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b="1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Solution:  </a:t>
            </a:r>
            <a:r>
              <a:rPr lang="en-US" sz="2000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Use the course </a:t>
            </a:r>
            <a:r>
              <a:rPr lang="en-US" sz="20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itself as the grading rubric for AI</a:t>
            </a:r>
            <a:endParaRPr lang="en-US" sz="20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0176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C79947F7-05A5-BA08-FABB-DFA2B5EA7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>
            <a:extLst>
              <a:ext uri="{FF2B5EF4-FFF2-40B4-BE49-F238E27FC236}">
                <a16:creationId xmlns:a16="http://schemas.microsoft.com/office/drawing/2014/main" id="{636CB18B-C253-A16C-69EA-48BB159BDF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599" y="383886"/>
            <a:ext cx="10972801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 dirty="0"/>
              <a:t>Strategy 3: Question the Magic in AI Outputs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0F3F84-F5BF-DBB2-2FD8-ACB2294BAAE8}"/>
              </a:ext>
            </a:extLst>
          </p:cNvPr>
          <p:cNvSpPr txBox="1"/>
          <p:nvPr/>
        </p:nvSpPr>
        <p:spPr>
          <a:xfrm>
            <a:off x="609599" y="1475509"/>
            <a:ext cx="74222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800" b="0" kern="1200" dirty="0">
                <a:solidFill>
                  <a:srgbClr val="000000"/>
                </a:solidFill>
                <a:latin typeface="Georgia" panose="02040502050405020303" pitchFamily="18" charset="0"/>
                <a:ea typeface="+mn-ea"/>
                <a:cs typeface="+mn-cs"/>
              </a:rPr>
              <a:t>Know when, why, and whether to trust AI</a:t>
            </a:r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9563125D-B299-E2F9-14F5-49E1965E8633}"/>
              </a:ext>
            </a:extLst>
          </p:cNvPr>
          <p:cNvSpPr/>
          <p:nvPr/>
        </p:nvSpPr>
        <p:spPr>
          <a:xfrm>
            <a:off x="883920" y="3012948"/>
            <a:ext cx="307848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>
              <a:buClrTx/>
              <a:buFontTx/>
              <a:buNone/>
            </a:pPr>
            <a:endParaRPr lang="en-US" sz="2400" kern="120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5156FDAC-4090-3523-F274-62E22F1D4A75}"/>
              </a:ext>
            </a:extLst>
          </p:cNvPr>
          <p:cNvSpPr/>
          <p:nvPr/>
        </p:nvSpPr>
        <p:spPr>
          <a:xfrm>
            <a:off x="883920" y="3056838"/>
            <a:ext cx="3078480" cy="395021"/>
          </a:xfrm>
          <a:prstGeom prst="roundRect">
            <a:avLst>
              <a:gd name="adj" fmla="val 20833"/>
            </a:avLst>
          </a:prstGeom>
          <a:solidFill>
            <a:srgbClr val="E05252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en-US" sz="2400" kern="120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95D9A3E8-C770-32F8-8842-E366A2D865FA}"/>
              </a:ext>
            </a:extLst>
          </p:cNvPr>
          <p:cNvSpPr/>
          <p:nvPr/>
        </p:nvSpPr>
        <p:spPr>
          <a:xfrm>
            <a:off x="883920" y="3246120"/>
            <a:ext cx="3078480" cy="205740"/>
          </a:xfrm>
          <a:prstGeom prst="rect">
            <a:avLst/>
          </a:prstGeom>
          <a:solidFill>
            <a:srgbClr val="E05252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en-US" sz="2400" kern="120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0FD92C7C-B1D1-F147-125B-8C3358F9C9B7}"/>
              </a:ext>
            </a:extLst>
          </p:cNvPr>
          <p:cNvSpPr/>
          <p:nvPr/>
        </p:nvSpPr>
        <p:spPr>
          <a:xfrm>
            <a:off x="883920" y="307086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ClrTx/>
              <a:buFontTx/>
              <a:buNone/>
            </a:pPr>
            <a:r>
              <a:rPr lang="en-US" sz="1600" b="1" kern="1200" dirty="0">
                <a:solidFill>
                  <a:srgbClr val="FFFFFF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Verify with first principles</a:t>
            </a:r>
            <a:endParaRPr lang="en-US" sz="1600" kern="1200" dirty="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9259A94C-1DEA-FECD-1EB8-6A0AE7B32AE7}"/>
              </a:ext>
            </a:extLst>
          </p:cNvPr>
          <p:cNvSpPr/>
          <p:nvPr/>
        </p:nvSpPr>
        <p:spPr>
          <a:xfrm>
            <a:off x="993648" y="3573780"/>
            <a:ext cx="2856992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6350">
            <a:solidFill>
              <a:srgbClr val="E05252"/>
            </a:solidFill>
            <a:prstDash val="solid"/>
          </a:ln>
        </p:spPr>
        <p:txBody>
          <a:bodyPr/>
          <a:lstStyle/>
          <a:p>
            <a:pPr>
              <a:buClrTx/>
              <a:buFontTx/>
              <a:buNone/>
            </a:pPr>
            <a:endParaRPr lang="en-US" sz="2400" kern="120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8B89234C-9A24-1920-3459-B238D8780F4B}"/>
              </a:ext>
            </a:extLst>
          </p:cNvPr>
          <p:cNvSpPr/>
          <p:nvPr/>
        </p:nvSpPr>
        <p:spPr>
          <a:xfrm>
            <a:off x="1048512" y="3592068"/>
            <a:ext cx="2802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ClrTx/>
              <a:buFontTx/>
              <a:buNone/>
            </a:pPr>
            <a:r>
              <a:rPr lang="en-US" kern="12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e.g. GPT says K-Means always converges to the global optimum.</a:t>
            </a:r>
            <a:endParaRPr lang="en-US" kern="1200" dirty="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8882139A-B513-735B-253F-AD6A5864A1A6}"/>
              </a:ext>
            </a:extLst>
          </p:cNvPr>
          <p:cNvSpPr/>
          <p:nvPr/>
        </p:nvSpPr>
        <p:spPr>
          <a:xfrm>
            <a:off x="1021080" y="4293108"/>
            <a:ext cx="2829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ClrTx/>
              <a:buFontTx/>
              <a:buNone/>
            </a:pPr>
            <a:r>
              <a:rPr lang="en-US" kern="12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Does it? Prove it using what you learned in the class.</a:t>
            </a:r>
            <a:endParaRPr lang="en-US" kern="1200" dirty="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F5ECE0DE-DBA0-78AF-8E96-4832026C371B}"/>
              </a:ext>
            </a:extLst>
          </p:cNvPr>
          <p:cNvSpPr/>
          <p:nvPr/>
        </p:nvSpPr>
        <p:spPr>
          <a:xfrm>
            <a:off x="4541520" y="3035808"/>
            <a:ext cx="307848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>
              <a:buClrTx/>
              <a:buFontTx/>
              <a:buNone/>
            </a:pPr>
            <a:endParaRPr lang="en-US" sz="2400" kern="120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62A356B3-B4B2-45DE-6498-D54246F72DC2}"/>
              </a:ext>
            </a:extLst>
          </p:cNvPr>
          <p:cNvSpPr/>
          <p:nvPr/>
        </p:nvSpPr>
        <p:spPr>
          <a:xfrm>
            <a:off x="4541520" y="3035808"/>
            <a:ext cx="3078480" cy="438912"/>
          </a:xfrm>
          <a:prstGeom prst="roundRect">
            <a:avLst>
              <a:gd name="adj" fmla="val 20833"/>
            </a:avLst>
          </a:prstGeom>
          <a:solidFill>
            <a:srgbClr val="F5A623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en-US" sz="2400" kern="120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2C5D60C0-6F8E-2198-6CD0-3E09B5828CB2}"/>
              </a:ext>
            </a:extLst>
          </p:cNvPr>
          <p:cNvSpPr/>
          <p:nvPr/>
        </p:nvSpPr>
        <p:spPr>
          <a:xfrm>
            <a:off x="4541520" y="3246120"/>
            <a:ext cx="3078480" cy="2286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en-US" sz="2400" kern="120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BE5EDA81-B6FC-BEC4-818A-6314B78CD883}"/>
              </a:ext>
            </a:extLst>
          </p:cNvPr>
          <p:cNvSpPr/>
          <p:nvPr/>
        </p:nvSpPr>
        <p:spPr>
          <a:xfrm>
            <a:off x="4541520" y="306324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ClrTx/>
              <a:buFontTx/>
              <a:buNone/>
            </a:pPr>
            <a:r>
              <a:rPr lang="en-US" sz="1600" b="1" kern="1200" dirty="0">
                <a:solidFill>
                  <a:srgbClr val="FFFFFF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Test with course edge cases</a:t>
            </a:r>
            <a:endParaRPr lang="en-US" sz="1600" kern="1200" dirty="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48" name="Shape 19">
            <a:extLst>
              <a:ext uri="{FF2B5EF4-FFF2-40B4-BE49-F238E27FC236}">
                <a16:creationId xmlns:a16="http://schemas.microsoft.com/office/drawing/2014/main" id="{EB82326F-15C7-994D-7BC5-C34AB6ADCB4E}"/>
              </a:ext>
            </a:extLst>
          </p:cNvPr>
          <p:cNvSpPr/>
          <p:nvPr/>
        </p:nvSpPr>
        <p:spPr>
          <a:xfrm>
            <a:off x="4651248" y="3596640"/>
            <a:ext cx="2867152" cy="685800"/>
          </a:xfrm>
          <a:prstGeom prst="roundRect">
            <a:avLst>
              <a:gd name="adj" fmla="val 8000"/>
            </a:avLst>
          </a:prstGeom>
          <a:solidFill>
            <a:srgbClr val="FEF9EC"/>
          </a:solidFill>
          <a:ln w="6350">
            <a:solidFill>
              <a:srgbClr val="F5A623"/>
            </a:solidFill>
            <a:prstDash val="solid"/>
          </a:ln>
        </p:spPr>
        <p:txBody>
          <a:bodyPr/>
          <a:lstStyle/>
          <a:p>
            <a:pPr>
              <a:buClrTx/>
              <a:buFontTx/>
              <a:buNone/>
            </a:pPr>
            <a:endParaRPr lang="en-US" sz="2400" kern="120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9A017E69-6293-1915-3003-4EE4F9045E27}"/>
              </a:ext>
            </a:extLst>
          </p:cNvPr>
          <p:cNvSpPr/>
          <p:nvPr/>
        </p:nvSpPr>
        <p:spPr>
          <a:xfrm>
            <a:off x="4706111" y="3614928"/>
            <a:ext cx="29071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ClrTx/>
              <a:buFontTx/>
              <a:buNone/>
            </a:pPr>
            <a:r>
              <a:rPr lang="en-US" kern="12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e.g. Ask AI about a degenerate case you just studied in class.</a:t>
            </a:r>
            <a:endParaRPr lang="en-US" kern="1200" dirty="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01942121-28BA-8055-F488-52CF07186A5A}"/>
              </a:ext>
            </a:extLst>
          </p:cNvPr>
          <p:cNvSpPr/>
          <p:nvPr/>
        </p:nvSpPr>
        <p:spPr>
          <a:xfrm>
            <a:off x="4678680" y="4315968"/>
            <a:ext cx="2839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ClrTx/>
              <a:buFontTx/>
              <a:buNone/>
            </a:pPr>
            <a:r>
              <a:rPr lang="en-US" kern="12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If AI gets it wrong, you now understand why and that is the lesson.</a:t>
            </a:r>
            <a:endParaRPr lang="en-US" kern="1200" dirty="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51" name="Shape 22">
            <a:extLst>
              <a:ext uri="{FF2B5EF4-FFF2-40B4-BE49-F238E27FC236}">
                <a16:creationId xmlns:a16="http://schemas.microsoft.com/office/drawing/2014/main" id="{D9804545-E1B3-472D-D2C9-124A8F1B78CB}"/>
              </a:ext>
            </a:extLst>
          </p:cNvPr>
          <p:cNvSpPr/>
          <p:nvPr/>
        </p:nvSpPr>
        <p:spPr>
          <a:xfrm>
            <a:off x="8199120" y="3035808"/>
            <a:ext cx="3080821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>
              <a:buClrTx/>
              <a:buFontTx/>
              <a:buNone/>
            </a:pPr>
            <a:endParaRPr lang="en-US" sz="2400" kern="120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52" name="Shape 23">
            <a:extLst>
              <a:ext uri="{FF2B5EF4-FFF2-40B4-BE49-F238E27FC236}">
                <a16:creationId xmlns:a16="http://schemas.microsoft.com/office/drawing/2014/main" id="{AE65BF50-7C80-87CB-A2B0-BFD67FDB3323}"/>
              </a:ext>
            </a:extLst>
          </p:cNvPr>
          <p:cNvSpPr/>
          <p:nvPr/>
        </p:nvSpPr>
        <p:spPr>
          <a:xfrm>
            <a:off x="8199120" y="3035808"/>
            <a:ext cx="3080821" cy="438912"/>
          </a:xfrm>
          <a:prstGeom prst="roundRect">
            <a:avLst>
              <a:gd name="adj" fmla="val 20833"/>
            </a:avLst>
          </a:prstGeom>
          <a:solidFill>
            <a:srgbClr val="534AB7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en-US" sz="2400" kern="120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53" name="Shape 24">
            <a:extLst>
              <a:ext uri="{FF2B5EF4-FFF2-40B4-BE49-F238E27FC236}">
                <a16:creationId xmlns:a16="http://schemas.microsoft.com/office/drawing/2014/main" id="{D6E872CB-488C-6AFA-FE9D-D215C137EC98}"/>
              </a:ext>
            </a:extLst>
          </p:cNvPr>
          <p:cNvSpPr/>
          <p:nvPr/>
        </p:nvSpPr>
        <p:spPr>
          <a:xfrm>
            <a:off x="8536741" y="3246120"/>
            <a:ext cx="2743200" cy="228600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en-US" sz="2400" kern="120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9DF00203-19EA-831E-D6B5-B65CBB293300}"/>
              </a:ext>
            </a:extLst>
          </p:cNvPr>
          <p:cNvSpPr/>
          <p:nvPr/>
        </p:nvSpPr>
        <p:spPr>
          <a:xfrm>
            <a:off x="8199120" y="306324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ClrTx/>
              <a:buFontTx/>
              <a:buNone/>
            </a:pPr>
            <a:r>
              <a:rPr lang="en-US" sz="1600" b="1" kern="1200" dirty="0">
                <a:solidFill>
                  <a:srgbClr val="FFFFFF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Paraphrase and compare</a:t>
            </a:r>
            <a:endParaRPr lang="en-US" sz="1600" kern="1200" dirty="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56" name="Shape 27">
            <a:extLst>
              <a:ext uri="{FF2B5EF4-FFF2-40B4-BE49-F238E27FC236}">
                <a16:creationId xmlns:a16="http://schemas.microsoft.com/office/drawing/2014/main" id="{0462AFA2-4E40-3FB8-9DDA-02719C9FE1CB}"/>
              </a:ext>
            </a:extLst>
          </p:cNvPr>
          <p:cNvSpPr/>
          <p:nvPr/>
        </p:nvSpPr>
        <p:spPr>
          <a:xfrm>
            <a:off x="8310880" y="3596640"/>
            <a:ext cx="2859333" cy="68580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  <p:txBody>
          <a:bodyPr/>
          <a:lstStyle/>
          <a:p>
            <a:pPr>
              <a:buClrTx/>
              <a:buFontTx/>
              <a:buNone/>
            </a:pPr>
            <a:endParaRPr lang="en-US" sz="2400" kern="120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57" name="Text 28">
            <a:extLst>
              <a:ext uri="{FF2B5EF4-FFF2-40B4-BE49-F238E27FC236}">
                <a16:creationId xmlns:a16="http://schemas.microsoft.com/office/drawing/2014/main" id="{23F10D71-EA15-192D-7C3A-531D5A5B4058}"/>
              </a:ext>
            </a:extLst>
          </p:cNvPr>
          <p:cNvSpPr/>
          <p:nvPr/>
        </p:nvSpPr>
        <p:spPr>
          <a:xfrm>
            <a:off x="8310880" y="3614928"/>
            <a:ext cx="285933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ClrTx/>
              <a:buFontTx/>
              <a:buNone/>
            </a:pPr>
            <a:r>
              <a:rPr lang="en-US" kern="12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e.g. Explain the concept yourself first. Then ask AI.</a:t>
            </a:r>
            <a:endParaRPr lang="en-US" kern="1200" dirty="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58" name="Text 29">
            <a:extLst>
              <a:ext uri="{FF2B5EF4-FFF2-40B4-BE49-F238E27FC236}">
                <a16:creationId xmlns:a16="http://schemas.microsoft.com/office/drawing/2014/main" id="{57F5FDD6-B247-5546-8FF1-DD7C8E324781}"/>
              </a:ext>
            </a:extLst>
          </p:cNvPr>
          <p:cNvSpPr/>
          <p:nvPr/>
        </p:nvSpPr>
        <p:spPr>
          <a:xfrm>
            <a:off x="8310880" y="4315968"/>
            <a:ext cx="2850189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ClrTx/>
              <a:buFontTx/>
              <a:buNone/>
            </a:pPr>
            <a:r>
              <a:rPr lang="en-US" kern="12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Where do they diverge? The gap is what you need to study.</a:t>
            </a:r>
            <a:endParaRPr lang="en-US" kern="1200" dirty="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59" name="Shape 30">
            <a:extLst>
              <a:ext uri="{FF2B5EF4-FFF2-40B4-BE49-F238E27FC236}">
                <a16:creationId xmlns:a16="http://schemas.microsoft.com/office/drawing/2014/main" id="{0085C478-E3DD-426D-0BEF-AAD5BF4BC5B7}"/>
              </a:ext>
            </a:extLst>
          </p:cNvPr>
          <p:cNvSpPr/>
          <p:nvPr/>
        </p:nvSpPr>
        <p:spPr>
          <a:xfrm>
            <a:off x="883920" y="5782056"/>
            <a:ext cx="4958080" cy="692058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en-US" sz="2400" kern="120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60" name="Text 31">
            <a:extLst>
              <a:ext uri="{FF2B5EF4-FFF2-40B4-BE49-F238E27FC236}">
                <a16:creationId xmlns:a16="http://schemas.microsoft.com/office/drawing/2014/main" id="{F1F6A1DF-E47E-947B-EC26-5EEA6C08C05E}"/>
              </a:ext>
            </a:extLst>
          </p:cNvPr>
          <p:cNvSpPr/>
          <p:nvPr/>
        </p:nvSpPr>
        <p:spPr>
          <a:xfrm>
            <a:off x="957072" y="5782056"/>
            <a:ext cx="4884928" cy="668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ClrTx/>
              <a:buFontTx/>
              <a:buNone/>
            </a:pPr>
            <a:r>
              <a:rPr lang="en-US" sz="1600" b="1" kern="1200" dirty="0">
                <a:solidFill>
                  <a:srgbClr val="534AB7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Student:  </a:t>
            </a:r>
            <a:r>
              <a:rPr lang="en-US" sz="1600" kern="12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 don’t need to distrust AI. I just need to know enough to check it.</a:t>
            </a:r>
            <a:endParaRPr lang="en-US" sz="1600" kern="1200" dirty="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61" name="Shape 32">
            <a:extLst>
              <a:ext uri="{FF2B5EF4-FFF2-40B4-BE49-F238E27FC236}">
                <a16:creationId xmlns:a16="http://schemas.microsoft.com/office/drawing/2014/main" id="{1273C2F3-17C6-8AD8-934A-BE40C0D8FB5E}"/>
              </a:ext>
            </a:extLst>
          </p:cNvPr>
          <p:cNvSpPr/>
          <p:nvPr/>
        </p:nvSpPr>
        <p:spPr>
          <a:xfrm>
            <a:off x="6022848" y="5785104"/>
            <a:ext cx="5254752" cy="665746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en-US" sz="2400" kern="120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62" name="Text 33">
            <a:extLst>
              <a:ext uri="{FF2B5EF4-FFF2-40B4-BE49-F238E27FC236}">
                <a16:creationId xmlns:a16="http://schemas.microsoft.com/office/drawing/2014/main" id="{FAB37CD2-3C11-4BA6-E053-0473C7822C86}"/>
              </a:ext>
            </a:extLst>
          </p:cNvPr>
          <p:cNvSpPr/>
          <p:nvPr/>
        </p:nvSpPr>
        <p:spPr>
          <a:xfrm>
            <a:off x="6096000" y="5785104"/>
            <a:ext cx="5181600" cy="689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ClrTx/>
              <a:buFontTx/>
              <a:buNone/>
            </a:pPr>
            <a:r>
              <a:rPr lang="en-US" sz="1600" b="1" kern="1200" dirty="0">
                <a:solidFill>
                  <a:srgbClr val="0F7A3E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Instructor:  </a:t>
            </a:r>
            <a:r>
              <a:rPr lang="en-US" sz="1600" kern="12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Every lecture is a verification exercise. The course is the grading rubric for AI.</a:t>
            </a:r>
            <a:endParaRPr lang="en-US" sz="1600" kern="1200" dirty="0">
              <a:solidFill>
                <a:prstClr val="black"/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D20128A-D34A-C8C9-5205-EE8E5FB59F99}"/>
              </a:ext>
            </a:extLst>
          </p:cNvPr>
          <p:cNvSpPr txBox="1"/>
          <p:nvPr/>
        </p:nvSpPr>
        <p:spPr>
          <a:xfrm>
            <a:off x="1097280" y="2052320"/>
            <a:ext cx="72955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b="1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en-US" sz="2000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AI confidently generates unreliable results</a:t>
            </a:r>
            <a:endParaRPr lang="en-US" sz="2000" b="1" dirty="0">
              <a:solidFill>
                <a:schemeClr val="tx1"/>
              </a:solidFill>
              <a:latin typeface="Georgia" panose="02040502050405020303" pitchFamily="18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b="1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Solution:  </a:t>
            </a:r>
            <a:r>
              <a:rPr lang="en-US" sz="2000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Use the course </a:t>
            </a:r>
            <a:r>
              <a:rPr lang="en-US" sz="200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itself as the grading rubric for AI</a:t>
            </a:r>
            <a:endParaRPr lang="en-US" sz="20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942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16331DF4-2D16-EF63-E1C9-338C8667D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>
            <a:extLst>
              <a:ext uri="{FF2B5EF4-FFF2-40B4-BE49-F238E27FC236}">
                <a16:creationId xmlns:a16="http://schemas.microsoft.com/office/drawing/2014/main" id="{DFDD307F-C488-5ABE-908F-8634C8F9D9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599" y="383886"/>
            <a:ext cx="10972801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 dirty="0"/>
              <a:t>Strategy 3: Question the Magic in AI Outputs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953620-0CC9-E679-BE71-D82CEDC919FD}"/>
              </a:ext>
            </a:extLst>
          </p:cNvPr>
          <p:cNvSpPr txBox="1"/>
          <p:nvPr/>
        </p:nvSpPr>
        <p:spPr>
          <a:xfrm>
            <a:off x="609599" y="1475509"/>
            <a:ext cx="6910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800" b="0" kern="1200" dirty="0">
                <a:solidFill>
                  <a:srgbClr val="000000"/>
                </a:solidFill>
                <a:latin typeface="Georgia" panose="02040502050405020303" pitchFamily="18" charset="0"/>
                <a:ea typeface="+mn-ea"/>
                <a:cs typeface="+mn-cs"/>
              </a:rPr>
              <a:t>What students carry beyond this course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C4D273-F71A-1149-BEEA-DFC57EEA287F}"/>
              </a:ext>
            </a:extLst>
          </p:cNvPr>
          <p:cNvSpPr txBox="1"/>
          <p:nvPr/>
        </p:nvSpPr>
        <p:spPr>
          <a:xfrm>
            <a:off x="1097280" y="2082800"/>
            <a:ext cx="1059688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000" b="1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Verify before you trust</a:t>
            </a:r>
            <a:r>
              <a:rPr lang="en-US" sz="2000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: Don’t take AI outputs at face value. Use what you learned to check them.</a:t>
            </a:r>
          </a:p>
          <a:p>
            <a:pPr marL="342900" indent="-342900"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US" sz="2000" dirty="0">
              <a:solidFill>
                <a:schemeClr val="tx1"/>
              </a:solidFill>
              <a:latin typeface="Georgia" panose="02040502050405020303" pitchFamily="18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000" b="1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Name the failure mode</a:t>
            </a:r>
            <a:r>
              <a:rPr lang="en-US" sz="2000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: Saying “the model is overconfident here” is more useful than saying “AI got it wrong”</a:t>
            </a:r>
          </a:p>
          <a:p>
            <a:pPr marL="342900" indent="-342900"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US" sz="2000" dirty="0">
              <a:solidFill>
                <a:schemeClr val="tx1"/>
              </a:solidFill>
              <a:latin typeface="Georgia" panose="02040502050405020303" pitchFamily="18" charset="0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Georgia" panose="02040502050405020303" pitchFamily="18" charset="0"/>
              </a:rPr>
              <a:t>Know when not to use AI</a:t>
            </a:r>
            <a:r>
              <a:rPr lang="en-US" sz="2000" dirty="0">
                <a:solidFill>
                  <a:schemeClr val="tx1"/>
                </a:solidFill>
                <a:latin typeface="Georgia" panose="02040502050405020303" pitchFamily="18" charset="0"/>
                <a:cs typeface="Calibri" pitchFamily="34" charset="-120"/>
              </a:rPr>
              <a:t>: Some problems need your judgment, not AI’s. Knowing the difference matters.</a:t>
            </a:r>
          </a:p>
          <a:p>
            <a:pPr marL="342900" indent="-342900"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US" sz="2000" dirty="0">
              <a:solidFill>
                <a:schemeClr val="tx1"/>
              </a:solidFill>
              <a:latin typeface="Georgia" panose="02040502050405020303" pitchFamily="18" charset="0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Georgia" panose="02040502050405020303" pitchFamily="18" charset="0"/>
              </a:rPr>
              <a:t>Communicate AI limitations</a:t>
            </a:r>
            <a:r>
              <a:rPr lang="en-US" sz="2000" dirty="0">
                <a:solidFill>
                  <a:schemeClr val="tx1"/>
                </a:solidFill>
                <a:latin typeface="Georgia" panose="02040502050405020303" pitchFamily="18" charset="0"/>
                <a:cs typeface="Calibri" pitchFamily="34" charset="-120"/>
              </a:rPr>
              <a:t>: The person who can explain why AI failed is the one who gets to fix it</a:t>
            </a:r>
            <a:endParaRPr lang="en-US" sz="20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7097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850482AD-6801-7BAA-CC68-4A91DA709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>
            <a:extLst>
              <a:ext uri="{FF2B5EF4-FFF2-40B4-BE49-F238E27FC236}">
                <a16:creationId xmlns:a16="http://schemas.microsoft.com/office/drawing/2014/main" id="{38C7965F-653D-4035-8B7F-4C9E782AA2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599" y="383886"/>
            <a:ext cx="10972801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 dirty="0"/>
              <a:t>Three Strategies</a:t>
            </a:r>
            <a:endParaRPr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7960615-6FF6-A5EE-2C84-79681D19FD89}"/>
              </a:ext>
            </a:extLst>
          </p:cNvPr>
          <p:cNvSpPr/>
          <p:nvPr/>
        </p:nvSpPr>
        <p:spPr>
          <a:xfrm>
            <a:off x="1300480" y="1676400"/>
            <a:ext cx="2753360" cy="1148080"/>
          </a:xfrm>
          <a:prstGeom prst="roundRect">
            <a:avLst>
              <a:gd name="adj" fmla="val 9587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AB9A8A-7D0A-458D-D5BE-B4DD83A29CAB}"/>
              </a:ext>
            </a:extLst>
          </p:cNvPr>
          <p:cNvSpPr txBox="1"/>
          <p:nvPr/>
        </p:nvSpPr>
        <p:spPr>
          <a:xfrm>
            <a:off x="1300480" y="2065774"/>
            <a:ext cx="2753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Georgia" panose="02040502050405020303" pitchFamily="18" charset="0"/>
              </a:rPr>
              <a:t>Trace the Roots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EEA4429-D0A7-C419-02A4-EABB523A6CDF}"/>
              </a:ext>
            </a:extLst>
          </p:cNvPr>
          <p:cNvSpPr/>
          <p:nvPr/>
        </p:nvSpPr>
        <p:spPr>
          <a:xfrm>
            <a:off x="4825998" y="1676400"/>
            <a:ext cx="2753360" cy="1148080"/>
          </a:xfrm>
          <a:prstGeom prst="roundRect">
            <a:avLst>
              <a:gd name="adj" fmla="val 9587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F90841-3B73-562D-0884-438BE5C99311}"/>
              </a:ext>
            </a:extLst>
          </p:cNvPr>
          <p:cNvSpPr txBox="1"/>
          <p:nvPr/>
        </p:nvSpPr>
        <p:spPr>
          <a:xfrm>
            <a:off x="4825999" y="2065774"/>
            <a:ext cx="2753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Georgia" panose="02040502050405020303" pitchFamily="18" charset="0"/>
              </a:rPr>
              <a:t>Learn Both Ways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C2620B4-3957-C678-A4DA-349186BDCD3D}"/>
              </a:ext>
            </a:extLst>
          </p:cNvPr>
          <p:cNvSpPr/>
          <p:nvPr/>
        </p:nvSpPr>
        <p:spPr>
          <a:xfrm>
            <a:off x="8351520" y="1676400"/>
            <a:ext cx="2753360" cy="1148080"/>
          </a:xfrm>
          <a:prstGeom prst="roundRect">
            <a:avLst>
              <a:gd name="adj" fmla="val 9587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7EE764-464B-C7BD-2903-A0459D4B8E3C}"/>
              </a:ext>
            </a:extLst>
          </p:cNvPr>
          <p:cNvSpPr txBox="1"/>
          <p:nvPr/>
        </p:nvSpPr>
        <p:spPr>
          <a:xfrm>
            <a:off x="8351518" y="2065774"/>
            <a:ext cx="2753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Georgia" panose="02040502050405020303" pitchFamily="18" charset="0"/>
              </a:rPr>
              <a:t>Question the Magic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B64B66D-33EA-1F1C-DE3F-7412DAFC26A0}"/>
              </a:ext>
            </a:extLst>
          </p:cNvPr>
          <p:cNvCxnSpPr>
            <a:cxnSpLocks/>
            <a:stCxn id="7" idx="3"/>
            <a:endCxn id="15" idx="1"/>
          </p:cNvCxnSpPr>
          <p:nvPr/>
        </p:nvCxnSpPr>
        <p:spPr>
          <a:xfrm>
            <a:off x="4053840" y="2250440"/>
            <a:ext cx="77215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69731FB-1195-6064-8A6B-9524F346312C}"/>
              </a:ext>
            </a:extLst>
          </p:cNvPr>
          <p:cNvCxnSpPr>
            <a:cxnSpLocks/>
            <a:stCxn id="15" idx="3"/>
            <a:endCxn id="20" idx="1"/>
          </p:cNvCxnSpPr>
          <p:nvPr/>
        </p:nvCxnSpPr>
        <p:spPr>
          <a:xfrm>
            <a:off x="7579359" y="2250440"/>
            <a:ext cx="77215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38C79C12-2DF9-3852-CB30-D0B2F609868C}"/>
              </a:ext>
            </a:extLst>
          </p:cNvPr>
          <p:cNvSpPr/>
          <p:nvPr/>
        </p:nvSpPr>
        <p:spPr>
          <a:xfrm>
            <a:off x="1422400" y="1740654"/>
            <a:ext cx="274320" cy="274320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28ED7D7-5A2F-FD7F-EC10-6BC2B66B5FEC}"/>
              </a:ext>
            </a:extLst>
          </p:cNvPr>
          <p:cNvSpPr/>
          <p:nvPr/>
        </p:nvSpPr>
        <p:spPr>
          <a:xfrm>
            <a:off x="4958080" y="1740654"/>
            <a:ext cx="274320" cy="27432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AF11BCD-589C-1627-388F-E5023BDDB1E5}"/>
              </a:ext>
            </a:extLst>
          </p:cNvPr>
          <p:cNvSpPr/>
          <p:nvPr/>
        </p:nvSpPr>
        <p:spPr>
          <a:xfrm>
            <a:off x="8478517" y="1740969"/>
            <a:ext cx="274320" cy="27432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69781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B1E88A87-C910-FDD5-0D2B-1E2DF1D82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>
            <a:extLst>
              <a:ext uri="{FF2B5EF4-FFF2-40B4-BE49-F238E27FC236}">
                <a16:creationId xmlns:a16="http://schemas.microsoft.com/office/drawing/2014/main" id="{F735191C-5BA8-D505-40FF-180B413D79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599" y="383886"/>
            <a:ext cx="10972801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 dirty="0"/>
              <a:t>Three Strategies</a:t>
            </a:r>
            <a:endParaRPr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221AAEF-FC59-95BC-B557-0AF4A2526F5B}"/>
              </a:ext>
            </a:extLst>
          </p:cNvPr>
          <p:cNvSpPr/>
          <p:nvPr/>
        </p:nvSpPr>
        <p:spPr>
          <a:xfrm>
            <a:off x="1300480" y="1676400"/>
            <a:ext cx="2753360" cy="1148080"/>
          </a:xfrm>
          <a:prstGeom prst="roundRect">
            <a:avLst>
              <a:gd name="adj" fmla="val 9587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B5D8CB-BD26-9B26-2E07-B47B0B62F2FE}"/>
              </a:ext>
            </a:extLst>
          </p:cNvPr>
          <p:cNvSpPr txBox="1"/>
          <p:nvPr/>
        </p:nvSpPr>
        <p:spPr>
          <a:xfrm>
            <a:off x="1300480" y="2065774"/>
            <a:ext cx="2753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Georgia" panose="02040502050405020303" pitchFamily="18" charset="0"/>
              </a:rPr>
              <a:t>Trace the Roots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39957FE-DBE0-9E85-9C06-1DF81B9A1270}"/>
              </a:ext>
            </a:extLst>
          </p:cNvPr>
          <p:cNvSpPr/>
          <p:nvPr/>
        </p:nvSpPr>
        <p:spPr>
          <a:xfrm>
            <a:off x="4825998" y="1676400"/>
            <a:ext cx="2753360" cy="1148080"/>
          </a:xfrm>
          <a:prstGeom prst="roundRect">
            <a:avLst>
              <a:gd name="adj" fmla="val 9587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1CB92E-E6DB-DFD0-9990-751A968B8536}"/>
              </a:ext>
            </a:extLst>
          </p:cNvPr>
          <p:cNvSpPr txBox="1"/>
          <p:nvPr/>
        </p:nvSpPr>
        <p:spPr>
          <a:xfrm>
            <a:off x="4825999" y="2065774"/>
            <a:ext cx="2753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Georgia" panose="02040502050405020303" pitchFamily="18" charset="0"/>
              </a:rPr>
              <a:t>Learn Both Ways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54BA5EA-D842-783E-62A6-81B338196721}"/>
              </a:ext>
            </a:extLst>
          </p:cNvPr>
          <p:cNvSpPr/>
          <p:nvPr/>
        </p:nvSpPr>
        <p:spPr>
          <a:xfrm>
            <a:off x="8351520" y="1676400"/>
            <a:ext cx="2753360" cy="1148080"/>
          </a:xfrm>
          <a:prstGeom prst="roundRect">
            <a:avLst>
              <a:gd name="adj" fmla="val 9587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048C43-6D81-3115-8DE2-B9844402FB65}"/>
              </a:ext>
            </a:extLst>
          </p:cNvPr>
          <p:cNvSpPr txBox="1"/>
          <p:nvPr/>
        </p:nvSpPr>
        <p:spPr>
          <a:xfrm>
            <a:off x="8351518" y="2065774"/>
            <a:ext cx="2753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Georgia" panose="02040502050405020303" pitchFamily="18" charset="0"/>
              </a:rPr>
              <a:t>Question the Magic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3E347E5-8176-A033-EC25-52B200B33551}"/>
              </a:ext>
            </a:extLst>
          </p:cNvPr>
          <p:cNvCxnSpPr>
            <a:cxnSpLocks/>
            <a:stCxn id="7" idx="3"/>
            <a:endCxn id="15" idx="1"/>
          </p:cNvCxnSpPr>
          <p:nvPr/>
        </p:nvCxnSpPr>
        <p:spPr>
          <a:xfrm>
            <a:off x="4053840" y="2250440"/>
            <a:ext cx="77215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104E19E-C005-688F-6082-89FA81F04DD0}"/>
              </a:ext>
            </a:extLst>
          </p:cNvPr>
          <p:cNvCxnSpPr>
            <a:cxnSpLocks/>
            <a:stCxn id="15" idx="3"/>
            <a:endCxn id="20" idx="1"/>
          </p:cNvCxnSpPr>
          <p:nvPr/>
        </p:nvCxnSpPr>
        <p:spPr>
          <a:xfrm>
            <a:off x="7579359" y="2250440"/>
            <a:ext cx="77215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405E6375-F3A6-324B-4AE0-7929719134BE}"/>
              </a:ext>
            </a:extLst>
          </p:cNvPr>
          <p:cNvSpPr/>
          <p:nvPr/>
        </p:nvSpPr>
        <p:spPr>
          <a:xfrm>
            <a:off x="1422400" y="1740654"/>
            <a:ext cx="274320" cy="274320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E014966-906E-52A5-7391-71BDB6339647}"/>
              </a:ext>
            </a:extLst>
          </p:cNvPr>
          <p:cNvSpPr/>
          <p:nvPr/>
        </p:nvSpPr>
        <p:spPr>
          <a:xfrm>
            <a:off x="4958080" y="1740654"/>
            <a:ext cx="274320" cy="27432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47751B3-E1CE-84E8-AA6C-C1BC0E2D1290}"/>
              </a:ext>
            </a:extLst>
          </p:cNvPr>
          <p:cNvSpPr/>
          <p:nvPr/>
        </p:nvSpPr>
        <p:spPr>
          <a:xfrm>
            <a:off x="8478517" y="1740969"/>
            <a:ext cx="274320" cy="27432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5" name="Shape 13">
            <a:extLst>
              <a:ext uri="{FF2B5EF4-FFF2-40B4-BE49-F238E27FC236}">
                <a16:creationId xmlns:a16="http://schemas.microsoft.com/office/drawing/2014/main" id="{C4F86CEA-526C-B7A4-A8A1-6EAE40AFA70C}"/>
              </a:ext>
            </a:extLst>
          </p:cNvPr>
          <p:cNvSpPr/>
          <p:nvPr/>
        </p:nvSpPr>
        <p:spPr>
          <a:xfrm>
            <a:off x="1300480" y="3073399"/>
            <a:ext cx="2753360" cy="9905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1800"/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F34CA503-978B-AB8D-CA95-2E5CC4378EA6}"/>
              </a:ext>
            </a:extLst>
          </p:cNvPr>
          <p:cNvSpPr/>
          <p:nvPr/>
        </p:nvSpPr>
        <p:spPr>
          <a:xfrm>
            <a:off x="1442720" y="31374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</a:t>
            </a:r>
            <a:endParaRPr lang="en-US" sz="1200" dirty="0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1B4ACEB3-1BBF-93AB-BFD2-B7DB92613904}"/>
              </a:ext>
            </a:extLst>
          </p:cNvPr>
          <p:cNvSpPr/>
          <p:nvPr/>
        </p:nvSpPr>
        <p:spPr>
          <a:xfrm>
            <a:off x="1442720" y="3368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Ignorance</a:t>
            </a:r>
            <a:endParaRPr lang="en-US" sz="18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6ABA5C71-5697-FAFA-01B6-2FB0F67B04B9}"/>
              </a:ext>
            </a:extLst>
          </p:cNvPr>
          <p:cNvSpPr/>
          <p:nvPr/>
        </p:nvSpPr>
        <p:spPr>
          <a:xfrm>
            <a:off x="1442720" y="37104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see how AI works</a:t>
            </a:r>
            <a:endParaRPr lang="en-US" sz="1200" dirty="0"/>
          </a:p>
        </p:txBody>
      </p:sp>
      <p:sp>
        <p:nvSpPr>
          <p:cNvPr id="49" name="Shape 17">
            <a:extLst>
              <a:ext uri="{FF2B5EF4-FFF2-40B4-BE49-F238E27FC236}">
                <a16:creationId xmlns:a16="http://schemas.microsoft.com/office/drawing/2014/main" id="{9B064D1A-8C19-19EE-A42B-54B6E329D1FF}"/>
              </a:ext>
            </a:extLst>
          </p:cNvPr>
          <p:cNvSpPr/>
          <p:nvPr/>
        </p:nvSpPr>
        <p:spPr>
          <a:xfrm>
            <a:off x="4825998" y="3073399"/>
            <a:ext cx="2753360" cy="9905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1800"/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68D5FF67-B402-D8C0-7F19-A1487433DBF8}"/>
              </a:ext>
            </a:extLst>
          </p:cNvPr>
          <p:cNvSpPr/>
          <p:nvPr/>
        </p:nvSpPr>
        <p:spPr>
          <a:xfrm>
            <a:off x="4973320" y="31374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</a:t>
            </a:r>
            <a:endParaRPr lang="en-US" sz="1200" dirty="0"/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30EDDAFF-5524-4BE4-50AE-D2B38241EA58}"/>
              </a:ext>
            </a:extLst>
          </p:cNvPr>
          <p:cNvSpPr/>
          <p:nvPr/>
        </p:nvSpPr>
        <p:spPr>
          <a:xfrm>
            <a:off x="4973320" y="3368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Passivity</a:t>
            </a:r>
            <a:endParaRPr lang="en-US" sz="18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2" name="Text 20">
            <a:extLst>
              <a:ext uri="{FF2B5EF4-FFF2-40B4-BE49-F238E27FC236}">
                <a16:creationId xmlns:a16="http://schemas.microsoft.com/office/drawing/2014/main" id="{16A099E5-ED49-EADD-D65A-CB725A1C90B3}"/>
              </a:ext>
            </a:extLst>
          </p:cNvPr>
          <p:cNvSpPr/>
          <p:nvPr/>
        </p:nvSpPr>
        <p:spPr>
          <a:xfrm>
            <a:off x="4973320" y="37104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actively engage with AI</a:t>
            </a:r>
            <a:endParaRPr lang="en-US" sz="1200" dirty="0"/>
          </a:p>
        </p:txBody>
      </p:sp>
      <p:sp>
        <p:nvSpPr>
          <p:cNvPr id="53" name="Shape 21">
            <a:extLst>
              <a:ext uri="{FF2B5EF4-FFF2-40B4-BE49-F238E27FC236}">
                <a16:creationId xmlns:a16="http://schemas.microsoft.com/office/drawing/2014/main" id="{3A09A9B9-6964-341B-21F2-9F3F51167FC0}"/>
              </a:ext>
            </a:extLst>
          </p:cNvPr>
          <p:cNvSpPr/>
          <p:nvPr/>
        </p:nvSpPr>
        <p:spPr>
          <a:xfrm>
            <a:off x="8351516" y="3073399"/>
            <a:ext cx="2753360" cy="9905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1800"/>
          </a:p>
        </p:txBody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929BD8F3-2F3B-0B80-A3C7-4AC982CFE970}"/>
              </a:ext>
            </a:extLst>
          </p:cNvPr>
          <p:cNvSpPr/>
          <p:nvPr/>
        </p:nvSpPr>
        <p:spPr>
          <a:xfrm>
            <a:off x="8514080" y="31374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</a:t>
            </a:r>
            <a:endParaRPr lang="en-US" sz="1200" dirty="0"/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16733726-A60B-1E10-C239-DD68FC7B35D3}"/>
              </a:ext>
            </a:extLst>
          </p:cNvPr>
          <p:cNvSpPr/>
          <p:nvPr/>
        </p:nvSpPr>
        <p:spPr>
          <a:xfrm>
            <a:off x="8514080" y="3368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Blind Trust</a:t>
            </a:r>
            <a:endParaRPr lang="en-US" sz="1800" dirty="0"/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02C39203-319E-227B-696C-05E7F5B7DBB3}"/>
              </a:ext>
            </a:extLst>
          </p:cNvPr>
          <p:cNvSpPr/>
          <p:nvPr/>
        </p:nvSpPr>
        <p:spPr>
          <a:xfrm>
            <a:off x="8514080" y="37104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develop judgment about AI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918735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A5451114-47FE-DC0B-DF31-40FEA71DD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>
            <a:extLst>
              <a:ext uri="{FF2B5EF4-FFF2-40B4-BE49-F238E27FC236}">
                <a16:creationId xmlns:a16="http://schemas.microsoft.com/office/drawing/2014/main" id="{E095605D-A134-D838-1C73-79D764FF62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599" y="383886"/>
            <a:ext cx="10972801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 dirty="0"/>
              <a:t>Three Strategies</a:t>
            </a:r>
            <a:endParaRPr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5687270-F51A-8F8B-F0DD-77A0C9BD93EB}"/>
              </a:ext>
            </a:extLst>
          </p:cNvPr>
          <p:cNvSpPr/>
          <p:nvPr/>
        </p:nvSpPr>
        <p:spPr>
          <a:xfrm>
            <a:off x="1300480" y="1676400"/>
            <a:ext cx="2753360" cy="1148080"/>
          </a:xfrm>
          <a:prstGeom prst="roundRect">
            <a:avLst>
              <a:gd name="adj" fmla="val 9587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600CA8-4F1E-06E0-D2A4-34D72D0B91C4}"/>
              </a:ext>
            </a:extLst>
          </p:cNvPr>
          <p:cNvSpPr txBox="1"/>
          <p:nvPr/>
        </p:nvSpPr>
        <p:spPr>
          <a:xfrm>
            <a:off x="1300480" y="2065774"/>
            <a:ext cx="2753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Georgia" panose="02040502050405020303" pitchFamily="18" charset="0"/>
              </a:rPr>
              <a:t>Trace the Roots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0C66860-DC04-949C-F80F-8ED9A9676A07}"/>
              </a:ext>
            </a:extLst>
          </p:cNvPr>
          <p:cNvSpPr/>
          <p:nvPr/>
        </p:nvSpPr>
        <p:spPr>
          <a:xfrm>
            <a:off x="4825998" y="1676400"/>
            <a:ext cx="2753360" cy="1148080"/>
          </a:xfrm>
          <a:prstGeom prst="roundRect">
            <a:avLst>
              <a:gd name="adj" fmla="val 9587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C2F4AF-924D-F3B5-5A4C-C39519D5F84A}"/>
              </a:ext>
            </a:extLst>
          </p:cNvPr>
          <p:cNvSpPr txBox="1"/>
          <p:nvPr/>
        </p:nvSpPr>
        <p:spPr>
          <a:xfrm>
            <a:off x="4825999" y="2065774"/>
            <a:ext cx="2753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Georgia" panose="02040502050405020303" pitchFamily="18" charset="0"/>
              </a:rPr>
              <a:t>Learn Both Ways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D28EF24-F1D9-160F-E749-FFB62128B776}"/>
              </a:ext>
            </a:extLst>
          </p:cNvPr>
          <p:cNvSpPr/>
          <p:nvPr/>
        </p:nvSpPr>
        <p:spPr>
          <a:xfrm>
            <a:off x="8351520" y="1676400"/>
            <a:ext cx="2753360" cy="1148080"/>
          </a:xfrm>
          <a:prstGeom prst="roundRect">
            <a:avLst>
              <a:gd name="adj" fmla="val 9587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6D18EA-91D3-A354-8112-8288C994BE8C}"/>
              </a:ext>
            </a:extLst>
          </p:cNvPr>
          <p:cNvSpPr txBox="1"/>
          <p:nvPr/>
        </p:nvSpPr>
        <p:spPr>
          <a:xfrm>
            <a:off x="8351518" y="2065774"/>
            <a:ext cx="2753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Georgia" panose="02040502050405020303" pitchFamily="18" charset="0"/>
              </a:rPr>
              <a:t>Question the Magic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008D6B0-D0A3-EC4D-CB66-43BB03F26974}"/>
              </a:ext>
            </a:extLst>
          </p:cNvPr>
          <p:cNvCxnSpPr>
            <a:cxnSpLocks/>
            <a:stCxn id="7" idx="3"/>
            <a:endCxn id="15" idx="1"/>
          </p:cNvCxnSpPr>
          <p:nvPr/>
        </p:nvCxnSpPr>
        <p:spPr>
          <a:xfrm>
            <a:off x="4053840" y="2250440"/>
            <a:ext cx="77215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39BE699-AB49-39B6-F8C2-5A5CB128C294}"/>
              </a:ext>
            </a:extLst>
          </p:cNvPr>
          <p:cNvCxnSpPr>
            <a:cxnSpLocks/>
            <a:stCxn id="15" idx="3"/>
            <a:endCxn id="20" idx="1"/>
          </p:cNvCxnSpPr>
          <p:nvPr/>
        </p:nvCxnSpPr>
        <p:spPr>
          <a:xfrm>
            <a:off x="7579359" y="2250440"/>
            <a:ext cx="77215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F3ADCC8F-3152-822E-CEAE-626A1429631C}"/>
              </a:ext>
            </a:extLst>
          </p:cNvPr>
          <p:cNvSpPr/>
          <p:nvPr/>
        </p:nvSpPr>
        <p:spPr>
          <a:xfrm>
            <a:off x="1422400" y="1740654"/>
            <a:ext cx="274320" cy="274320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FF39E44-FE08-056A-1159-E3D833270574}"/>
              </a:ext>
            </a:extLst>
          </p:cNvPr>
          <p:cNvSpPr/>
          <p:nvPr/>
        </p:nvSpPr>
        <p:spPr>
          <a:xfrm>
            <a:off x="4958080" y="1740654"/>
            <a:ext cx="274320" cy="27432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84325F2-C3DB-B9F3-8575-7C982166AACB}"/>
              </a:ext>
            </a:extLst>
          </p:cNvPr>
          <p:cNvSpPr/>
          <p:nvPr/>
        </p:nvSpPr>
        <p:spPr>
          <a:xfrm>
            <a:off x="8478517" y="1740969"/>
            <a:ext cx="274320" cy="27432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3" name="Shape 13">
            <a:extLst>
              <a:ext uri="{FF2B5EF4-FFF2-40B4-BE49-F238E27FC236}">
                <a16:creationId xmlns:a16="http://schemas.microsoft.com/office/drawing/2014/main" id="{52605B05-17AD-F87D-C85F-ABABD71BBA4C}"/>
              </a:ext>
            </a:extLst>
          </p:cNvPr>
          <p:cNvSpPr/>
          <p:nvPr/>
        </p:nvSpPr>
        <p:spPr>
          <a:xfrm>
            <a:off x="1300480" y="3073399"/>
            <a:ext cx="2753360" cy="9905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1800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47A2601F-FEF1-56F4-9B52-B5FAEF8AEAE9}"/>
              </a:ext>
            </a:extLst>
          </p:cNvPr>
          <p:cNvSpPr/>
          <p:nvPr/>
        </p:nvSpPr>
        <p:spPr>
          <a:xfrm>
            <a:off x="1442720" y="31374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</a:t>
            </a:r>
            <a:endParaRPr lang="en-US" sz="1200" dirty="0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9F8C55D2-5EC3-F1C4-90B3-8403B3912FA1}"/>
              </a:ext>
            </a:extLst>
          </p:cNvPr>
          <p:cNvSpPr/>
          <p:nvPr/>
        </p:nvSpPr>
        <p:spPr>
          <a:xfrm>
            <a:off x="1442720" y="3368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Ignorance</a:t>
            </a:r>
            <a:endParaRPr lang="en-US" sz="18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80AC6F25-9549-8D84-4C1A-B88FCF1221F4}"/>
              </a:ext>
            </a:extLst>
          </p:cNvPr>
          <p:cNvSpPr/>
          <p:nvPr/>
        </p:nvSpPr>
        <p:spPr>
          <a:xfrm>
            <a:off x="1442720" y="37104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see how AI works</a:t>
            </a:r>
            <a:endParaRPr lang="en-US" sz="1200" dirty="0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6ABA3F59-E228-D73E-E31B-19F3898E2769}"/>
              </a:ext>
            </a:extLst>
          </p:cNvPr>
          <p:cNvSpPr/>
          <p:nvPr/>
        </p:nvSpPr>
        <p:spPr>
          <a:xfrm>
            <a:off x="4825998" y="3073399"/>
            <a:ext cx="2753360" cy="9905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1800"/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2B604BDF-3C4F-49F4-8DB6-463E991A3BBE}"/>
              </a:ext>
            </a:extLst>
          </p:cNvPr>
          <p:cNvSpPr/>
          <p:nvPr/>
        </p:nvSpPr>
        <p:spPr>
          <a:xfrm>
            <a:off x="4973320" y="31374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</a:t>
            </a:r>
            <a:endParaRPr lang="en-US" sz="1200" dirty="0"/>
          </a:p>
        </p:txBody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5F4B5356-1DB3-F75F-A4A9-6B1CB56A5C6D}"/>
              </a:ext>
            </a:extLst>
          </p:cNvPr>
          <p:cNvSpPr/>
          <p:nvPr/>
        </p:nvSpPr>
        <p:spPr>
          <a:xfrm>
            <a:off x="4973320" y="3368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Passivity</a:t>
            </a:r>
            <a:endParaRPr lang="en-US" sz="18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F1515FF7-D511-B776-4B76-D7E1652765CA}"/>
              </a:ext>
            </a:extLst>
          </p:cNvPr>
          <p:cNvSpPr/>
          <p:nvPr/>
        </p:nvSpPr>
        <p:spPr>
          <a:xfrm>
            <a:off x="4973320" y="37104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actively engage with AI</a:t>
            </a:r>
            <a:endParaRPr lang="en-US" sz="1200" dirty="0"/>
          </a:p>
        </p:txBody>
      </p:sp>
      <p:sp>
        <p:nvSpPr>
          <p:cNvPr id="41" name="Shape 21">
            <a:extLst>
              <a:ext uri="{FF2B5EF4-FFF2-40B4-BE49-F238E27FC236}">
                <a16:creationId xmlns:a16="http://schemas.microsoft.com/office/drawing/2014/main" id="{C629DF7C-6C38-B894-40A5-E7AE45DC234B}"/>
              </a:ext>
            </a:extLst>
          </p:cNvPr>
          <p:cNvSpPr/>
          <p:nvPr/>
        </p:nvSpPr>
        <p:spPr>
          <a:xfrm>
            <a:off x="8351516" y="3073399"/>
            <a:ext cx="2753360" cy="9905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1800"/>
          </a:p>
        </p:txBody>
      </p:sp>
      <p:sp>
        <p:nvSpPr>
          <p:cNvPr id="42" name="Text 22">
            <a:extLst>
              <a:ext uri="{FF2B5EF4-FFF2-40B4-BE49-F238E27FC236}">
                <a16:creationId xmlns:a16="http://schemas.microsoft.com/office/drawing/2014/main" id="{8FEC2454-FFBD-6A86-1EF7-29CE2F990F72}"/>
              </a:ext>
            </a:extLst>
          </p:cNvPr>
          <p:cNvSpPr/>
          <p:nvPr/>
        </p:nvSpPr>
        <p:spPr>
          <a:xfrm>
            <a:off x="8514080" y="31374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</a:t>
            </a:r>
            <a:endParaRPr lang="en-US" sz="1200" dirty="0"/>
          </a:p>
        </p:txBody>
      </p:sp>
      <p:sp>
        <p:nvSpPr>
          <p:cNvPr id="43" name="Text 23">
            <a:extLst>
              <a:ext uri="{FF2B5EF4-FFF2-40B4-BE49-F238E27FC236}">
                <a16:creationId xmlns:a16="http://schemas.microsoft.com/office/drawing/2014/main" id="{9E40B8BD-9A35-6DF7-0F65-08B9ED1FD6EC}"/>
              </a:ext>
            </a:extLst>
          </p:cNvPr>
          <p:cNvSpPr/>
          <p:nvPr/>
        </p:nvSpPr>
        <p:spPr>
          <a:xfrm>
            <a:off x="8514080" y="3368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Blind Trust</a:t>
            </a:r>
            <a:endParaRPr lang="en-US" sz="1800" dirty="0"/>
          </a:p>
        </p:txBody>
      </p:sp>
      <p:sp>
        <p:nvSpPr>
          <p:cNvPr id="44" name="Text 24">
            <a:extLst>
              <a:ext uri="{FF2B5EF4-FFF2-40B4-BE49-F238E27FC236}">
                <a16:creationId xmlns:a16="http://schemas.microsoft.com/office/drawing/2014/main" id="{93229B90-EE32-CBFA-4ADD-716FFB781BA6}"/>
              </a:ext>
            </a:extLst>
          </p:cNvPr>
          <p:cNvSpPr/>
          <p:nvPr/>
        </p:nvSpPr>
        <p:spPr>
          <a:xfrm>
            <a:off x="8514080" y="37104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develop judgment about AI</a:t>
            </a:r>
            <a:endParaRPr lang="en-US" sz="1200" dirty="0"/>
          </a:p>
        </p:txBody>
      </p:sp>
      <p:sp>
        <p:nvSpPr>
          <p:cNvPr id="4" name="Shape 25">
            <a:extLst>
              <a:ext uri="{FF2B5EF4-FFF2-40B4-BE49-F238E27FC236}">
                <a16:creationId xmlns:a16="http://schemas.microsoft.com/office/drawing/2014/main" id="{FBDECA21-F9BE-751E-A78D-09866C9449F0}"/>
              </a:ext>
            </a:extLst>
          </p:cNvPr>
          <p:cNvSpPr/>
          <p:nvPr/>
        </p:nvSpPr>
        <p:spPr>
          <a:xfrm>
            <a:off x="1300480" y="4422894"/>
            <a:ext cx="9804396" cy="829811"/>
          </a:xfrm>
          <a:prstGeom prst="roundRect">
            <a:avLst>
              <a:gd name="adj" fmla="val 14545"/>
            </a:avLst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1E0B60-4D2E-8DA4-6E57-DF5043B498DC}"/>
                  </a:ext>
                </a:extLst>
              </p:cNvPr>
              <p:cNvSpPr txBox="1"/>
              <p:nvPr/>
            </p:nvSpPr>
            <p:spPr>
              <a:xfrm>
                <a:off x="1300480" y="4672866"/>
                <a:ext cx="98043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dirty="0">
                    <a:latin typeface="Georgia" panose="02040502050405020303" pitchFamily="18" charset="0"/>
                  </a:rPr>
                  <a:t>Goal: Understand AI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en-US" sz="1800" dirty="0">
                    <a:latin typeface="Georgia" panose="02040502050405020303" pitchFamily="18" charset="0"/>
                  </a:rPr>
                  <a:t> Use AI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en-US" sz="1800" dirty="0">
                    <a:latin typeface="Georgia" panose="02040502050405020303" pitchFamily="18" charset="0"/>
                  </a:rPr>
                  <a:t> Judge AI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1E0B60-4D2E-8DA4-6E57-DF5043B498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480" y="4672866"/>
                <a:ext cx="9804396" cy="369332"/>
              </a:xfrm>
              <a:prstGeom prst="rect">
                <a:avLst/>
              </a:prstGeom>
              <a:blipFill>
                <a:blip r:embed="rId3"/>
                <a:stretch>
                  <a:fillRect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70819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44FD3879-A3C0-B329-B68D-03BB24B78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13">
            <a:extLst>
              <a:ext uri="{FF2B5EF4-FFF2-40B4-BE49-F238E27FC236}">
                <a16:creationId xmlns:a16="http://schemas.microsoft.com/office/drawing/2014/main" id="{F5B7BB6A-969D-87BC-A676-D60C12B85B0C}"/>
              </a:ext>
            </a:extLst>
          </p:cNvPr>
          <p:cNvSpPr/>
          <p:nvPr/>
        </p:nvSpPr>
        <p:spPr>
          <a:xfrm>
            <a:off x="1402080" y="4140955"/>
            <a:ext cx="2753360" cy="87808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algn="ctr"/>
            <a:endParaRPr lang="en-US" sz="1800" dirty="0"/>
          </a:p>
        </p:txBody>
      </p:sp>
      <p:sp>
        <p:nvSpPr>
          <p:cNvPr id="70" name="Shape 17">
            <a:extLst>
              <a:ext uri="{FF2B5EF4-FFF2-40B4-BE49-F238E27FC236}">
                <a16:creationId xmlns:a16="http://schemas.microsoft.com/office/drawing/2014/main" id="{2997391F-3A8D-D7A7-F273-47A4FED7418A}"/>
              </a:ext>
            </a:extLst>
          </p:cNvPr>
          <p:cNvSpPr/>
          <p:nvPr/>
        </p:nvSpPr>
        <p:spPr>
          <a:xfrm>
            <a:off x="4927598" y="4140954"/>
            <a:ext cx="2753360" cy="87808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1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DAE952BE-025E-89C4-0199-D71289BFA7EA}"/>
              </a:ext>
            </a:extLst>
          </p:cNvPr>
          <p:cNvSpPr/>
          <p:nvPr/>
        </p:nvSpPr>
        <p:spPr>
          <a:xfrm>
            <a:off x="8453116" y="4140955"/>
            <a:ext cx="2753360" cy="8780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1800"/>
          </a:p>
        </p:txBody>
      </p:sp>
      <p:sp>
        <p:nvSpPr>
          <p:cNvPr id="113" name="Google Shape;113;p20">
            <a:extLst>
              <a:ext uri="{FF2B5EF4-FFF2-40B4-BE49-F238E27FC236}">
                <a16:creationId xmlns:a16="http://schemas.microsoft.com/office/drawing/2014/main" id="{DCED3461-75C7-A207-D40E-31582257CD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599" y="383886"/>
            <a:ext cx="10972801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 dirty="0"/>
              <a:t>Where NAIRR Fits In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2BDE9F-EB51-FECA-070E-CBE5E6E4513A}"/>
              </a:ext>
            </a:extLst>
          </p:cNvPr>
          <p:cNvSpPr txBox="1"/>
          <p:nvPr/>
        </p:nvSpPr>
        <p:spPr>
          <a:xfrm>
            <a:off x="609599" y="1475509"/>
            <a:ext cx="109728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400" b="0" kern="1200" dirty="0">
                <a:solidFill>
                  <a:srgbClr val="000000"/>
                </a:solidFill>
                <a:latin typeface="Georgia" panose="02040502050405020303" pitchFamily="18" charset="0"/>
                <a:ea typeface="+mn-ea"/>
                <a:cs typeface="+mn-cs"/>
              </a:rPr>
              <a:t>NAIRR closes the gap between proving it on the board and running it on real data.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54C8BA96-EA82-E85F-692A-E0BFE3DF83C7}"/>
              </a:ext>
            </a:extLst>
          </p:cNvPr>
          <p:cNvSpPr/>
          <p:nvPr/>
        </p:nvSpPr>
        <p:spPr>
          <a:xfrm>
            <a:off x="1402080" y="2428240"/>
            <a:ext cx="2753360" cy="1148080"/>
          </a:xfrm>
          <a:prstGeom prst="roundRect">
            <a:avLst>
              <a:gd name="adj" fmla="val 9587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3D641E9-B0A3-BAA6-3062-B92E8553E8A0}"/>
              </a:ext>
            </a:extLst>
          </p:cNvPr>
          <p:cNvSpPr txBox="1"/>
          <p:nvPr/>
        </p:nvSpPr>
        <p:spPr>
          <a:xfrm>
            <a:off x="1402080" y="2817614"/>
            <a:ext cx="2753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Georgia" panose="02040502050405020303" pitchFamily="18" charset="0"/>
              </a:rPr>
              <a:t>Trace the Roots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D8140682-5F18-11C9-477C-0C8CED42281A}"/>
              </a:ext>
            </a:extLst>
          </p:cNvPr>
          <p:cNvSpPr/>
          <p:nvPr/>
        </p:nvSpPr>
        <p:spPr>
          <a:xfrm>
            <a:off x="4927598" y="2428240"/>
            <a:ext cx="2753360" cy="1148080"/>
          </a:xfrm>
          <a:prstGeom prst="roundRect">
            <a:avLst>
              <a:gd name="adj" fmla="val 9587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3C25F9A-AFBC-4539-0421-C80960945E20}"/>
              </a:ext>
            </a:extLst>
          </p:cNvPr>
          <p:cNvSpPr txBox="1"/>
          <p:nvPr/>
        </p:nvSpPr>
        <p:spPr>
          <a:xfrm>
            <a:off x="4927599" y="2817614"/>
            <a:ext cx="2753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Georgia" panose="02040502050405020303" pitchFamily="18" charset="0"/>
              </a:rPr>
              <a:t>Learn Both Ways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3228E301-9A0C-F226-08E6-B473BCF10F17}"/>
              </a:ext>
            </a:extLst>
          </p:cNvPr>
          <p:cNvSpPr/>
          <p:nvPr/>
        </p:nvSpPr>
        <p:spPr>
          <a:xfrm>
            <a:off x="8453120" y="2428240"/>
            <a:ext cx="2753360" cy="1148080"/>
          </a:xfrm>
          <a:prstGeom prst="roundRect">
            <a:avLst>
              <a:gd name="adj" fmla="val 9587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B34B93C-42B0-F7F4-E19F-D4003D6AA843}"/>
              </a:ext>
            </a:extLst>
          </p:cNvPr>
          <p:cNvSpPr txBox="1"/>
          <p:nvPr/>
        </p:nvSpPr>
        <p:spPr>
          <a:xfrm>
            <a:off x="8453118" y="2817614"/>
            <a:ext cx="2753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Georgia" panose="02040502050405020303" pitchFamily="18" charset="0"/>
              </a:rPr>
              <a:t>Question the Magic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44A2A41-6454-FFEC-6A06-8F48E493CB4D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>
            <a:off x="4155440" y="3002280"/>
            <a:ext cx="77215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3390A55-1B4F-4B7C-647D-600F035A8EBA}"/>
              </a:ext>
            </a:extLst>
          </p:cNvPr>
          <p:cNvCxnSpPr>
            <a:cxnSpLocks/>
            <a:stCxn id="58" idx="3"/>
            <a:endCxn id="60" idx="1"/>
          </p:cNvCxnSpPr>
          <p:nvPr/>
        </p:nvCxnSpPr>
        <p:spPr>
          <a:xfrm>
            <a:off x="7680959" y="3002280"/>
            <a:ext cx="77215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59F3E5D2-EE67-F692-5632-8D60C427E29C}"/>
              </a:ext>
            </a:extLst>
          </p:cNvPr>
          <p:cNvSpPr/>
          <p:nvPr/>
        </p:nvSpPr>
        <p:spPr>
          <a:xfrm>
            <a:off x="1524000" y="2492494"/>
            <a:ext cx="274320" cy="274320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ED2A8533-9457-4574-0040-E66C6D58EFB5}"/>
              </a:ext>
            </a:extLst>
          </p:cNvPr>
          <p:cNvSpPr/>
          <p:nvPr/>
        </p:nvSpPr>
        <p:spPr>
          <a:xfrm>
            <a:off x="5059680" y="2492494"/>
            <a:ext cx="274320" cy="27432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B1C7E860-2D81-2475-C04D-91A304CC5FBB}"/>
              </a:ext>
            </a:extLst>
          </p:cNvPr>
          <p:cNvSpPr/>
          <p:nvPr/>
        </p:nvSpPr>
        <p:spPr>
          <a:xfrm>
            <a:off x="8580117" y="2492809"/>
            <a:ext cx="274320" cy="27432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66" name="Text 8">
            <a:extLst>
              <a:ext uri="{FF2B5EF4-FFF2-40B4-BE49-F238E27FC236}">
                <a16:creationId xmlns:a16="http://schemas.microsoft.com/office/drawing/2014/main" id="{D41069C5-07BC-929B-65FE-0D7AF7A366D6}"/>
              </a:ext>
            </a:extLst>
          </p:cNvPr>
          <p:cNvSpPr/>
          <p:nvPr/>
        </p:nvSpPr>
        <p:spPr>
          <a:xfrm>
            <a:off x="1402079" y="4323834"/>
            <a:ext cx="275335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Students need to run both classical and modern models</a:t>
            </a:r>
            <a:endParaRPr lang="en-US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67" name="Text 16">
            <a:extLst>
              <a:ext uri="{FF2B5EF4-FFF2-40B4-BE49-F238E27FC236}">
                <a16:creationId xmlns:a16="http://schemas.microsoft.com/office/drawing/2014/main" id="{C267BC72-A934-EDB2-CB97-8A243ED90A96}"/>
              </a:ext>
            </a:extLst>
          </p:cNvPr>
          <p:cNvSpPr/>
          <p:nvPr/>
        </p:nvSpPr>
        <p:spPr>
          <a:xfrm>
            <a:off x="4927596" y="4323834"/>
            <a:ext cx="275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Projects require API access to real LLMs at scale</a:t>
            </a:r>
            <a:endParaRPr lang="en-US" i="1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68" name="Text 24">
            <a:extLst>
              <a:ext uri="{FF2B5EF4-FFF2-40B4-BE49-F238E27FC236}">
                <a16:creationId xmlns:a16="http://schemas.microsoft.com/office/drawing/2014/main" id="{63E048C4-F458-F212-CB84-ADFEE23FE967}"/>
              </a:ext>
            </a:extLst>
          </p:cNvPr>
          <p:cNvSpPr/>
          <p:nvPr/>
        </p:nvSpPr>
        <p:spPr>
          <a:xfrm>
            <a:off x="8453114" y="4323834"/>
            <a:ext cx="275336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Students need access to actual model outputs to verify</a:t>
            </a:r>
            <a:endParaRPr lang="en-US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73" name="Text 11">
            <a:extLst>
              <a:ext uri="{FF2B5EF4-FFF2-40B4-BE49-F238E27FC236}">
                <a16:creationId xmlns:a16="http://schemas.microsoft.com/office/drawing/2014/main" id="{3DF6306D-2522-D17E-5A41-311A3396B3CE}"/>
              </a:ext>
            </a:extLst>
          </p:cNvPr>
          <p:cNvSpPr/>
          <p:nvPr/>
        </p:nvSpPr>
        <p:spPr>
          <a:xfrm>
            <a:off x="1402079" y="5090189"/>
            <a:ext cx="2735070" cy="83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The lineage becomes observable, not theoretical</a:t>
            </a:r>
            <a:endParaRPr lang="en-US" sz="18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75" name="Text 19">
            <a:extLst>
              <a:ext uri="{FF2B5EF4-FFF2-40B4-BE49-F238E27FC236}">
                <a16:creationId xmlns:a16="http://schemas.microsoft.com/office/drawing/2014/main" id="{72C2EB42-3E79-E4BC-D6FB-3089D6740757}"/>
              </a:ext>
            </a:extLst>
          </p:cNvPr>
          <p:cNvSpPr/>
          <p:nvPr/>
        </p:nvSpPr>
        <p:spPr>
          <a:xfrm>
            <a:off x="4846322" y="5313663"/>
            <a:ext cx="28529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Projects become real experiments, not toy demos</a:t>
            </a:r>
            <a:endParaRPr lang="en-US" sz="18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77" name="Text 27">
            <a:extLst>
              <a:ext uri="{FF2B5EF4-FFF2-40B4-BE49-F238E27FC236}">
                <a16:creationId xmlns:a16="http://schemas.microsoft.com/office/drawing/2014/main" id="{1738C735-B9CA-2E68-D392-91079F5E72E6}"/>
              </a:ext>
            </a:extLst>
          </p:cNvPr>
          <p:cNvSpPr/>
          <p:nvPr/>
        </p:nvSpPr>
        <p:spPr>
          <a:xfrm>
            <a:off x="8408417" y="5248385"/>
            <a:ext cx="3014477" cy="514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Verification becomes a habit, not a thought experiment</a:t>
            </a:r>
            <a:endParaRPr lang="en-US" sz="18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228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B15A1E9A-C3B4-D768-92B3-BEE228C44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>
            <a:extLst>
              <a:ext uri="{FF2B5EF4-FFF2-40B4-BE49-F238E27FC236}">
                <a16:creationId xmlns:a16="http://schemas.microsoft.com/office/drawing/2014/main" id="{38D3B9D8-D935-1C94-73C4-6E42695602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599" y="383886"/>
            <a:ext cx="10972801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 dirty="0"/>
              <a:t>Takeaways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A22574E-CC46-E841-CE2F-8CC6C7AD7772}"/>
              </a:ext>
            </a:extLst>
          </p:cNvPr>
          <p:cNvGrpSpPr/>
          <p:nvPr/>
        </p:nvGrpSpPr>
        <p:grpSpPr>
          <a:xfrm>
            <a:off x="1249679" y="1304060"/>
            <a:ext cx="9357361" cy="640012"/>
            <a:chOff x="91476" y="479020"/>
            <a:chExt cx="8915763" cy="958041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452DF89-2EE9-2CB0-C9D8-311DC0C66279}"/>
                </a:ext>
              </a:extLst>
            </p:cNvPr>
            <p:cNvSpPr/>
            <p:nvPr/>
          </p:nvSpPr>
          <p:spPr>
            <a:xfrm>
              <a:off x="664881" y="479020"/>
              <a:ext cx="8342358" cy="958041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1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12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FF4A7A7-A53B-8026-CE4F-CFDAF4AE5157}"/>
                    </a:ext>
                  </a:extLst>
                </p:cNvPr>
                <p:cNvSpPr txBox="1"/>
                <p:nvPr/>
              </p:nvSpPr>
              <p:spPr>
                <a:xfrm>
                  <a:off x="91476" y="479020"/>
                  <a:ext cx="8915763" cy="958041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760446" tIns="45720" rIns="45720" bIns="45720" numCol="1" spcCol="1270" anchor="ctr" anchorCtr="0">
                  <a:noAutofit/>
                </a:bodyPr>
                <a:lstStyle/>
                <a:p>
                  <a:pPr marL="0" lvl="0" indent="0" algn="l" defTabSz="8001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1600" b="1" kern="1200" dirty="0">
                      <a:solidFill>
                        <a:schemeClr val="tx1"/>
                      </a:solidFill>
                      <a:latin typeface="Georgia" panose="02040502050405020303" pitchFamily="18" charset="0"/>
                    </a:rPr>
                    <a:t>Gap: Foundational ML </a:t>
                  </a:r>
                  <a14:m>
                    <m:oMath xmlns:m="http://schemas.openxmlformats.org/officeDocument/2006/math">
                      <m:r>
                        <a:rPr lang="en-US" sz="1600" b="1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</m:oMath>
                  </a14:m>
                  <a:r>
                    <a:rPr lang="en-US" sz="1600" kern="1200" dirty="0">
                      <a:solidFill>
                        <a:schemeClr val="tx1"/>
                      </a:solidFill>
                      <a:latin typeface="Georgia" panose="02040502050405020303" pitchFamily="18" charset="0"/>
                    </a:rPr>
                    <a:t> </a:t>
                  </a:r>
                  <a:r>
                    <a:rPr lang="en-US" sz="1600" b="1" kern="1200" dirty="0">
                      <a:solidFill>
                        <a:schemeClr val="tx1"/>
                      </a:solidFill>
                      <a:latin typeface="Georgia" panose="02040502050405020303" pitchFamily="18" charset="0"/>
                    </a:rPr>
                    <a:t>modern AI</a:t>
                  </a:r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FF4A7A7-A53B-8026-CE4F-CFDAF4AE51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76" y="479020"/>
                  <a:ext cx="8915763" cy="95804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514FBF9-B566-C3B0-CFDF-E78BEB4A673F}"/>
              </a:ext>
            </a:extLst>
          </p:cNvPr>
          <p:cNvGrpSpPr/>
          <p:nvPr/>
        </p:nvGrpSpPr>
        <p:grpSpPr>
          <a:xfrm>
            <a:off x="1249680" y="5553940"/>
            <a:ext cx="9357360" cy="640012"/>
            <a:chOff x="91476" y="479020"/>
            <a:chExt cx="8915763" cy="958041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25280DB-3EFA-DDFF-29F0-B8F99432649B}"/>
                </a:ext>
              </a:extLst>
            </p:cNvPr>
            <p:cNvSpPr/>
            <p:nvPr/>
          </p:nvSpPr>
          <p:spPr>
            <a:xfrm>
              <a:off x="664881" y="479020"/>
              <a:ext cx="8342358" cy="958041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1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12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AC33974-FC24-4E15-5528-2945FE5F2D9A}"/>
                </a:ext>
              </a:extLst>
            </p:cNvPr>
            <p:cNvSpPr txBox="1"/>
            <p:nvPr/>
          </p:nvSpPr>
          <p:spPr>
            <a:xfrm>
              <a:off x="91476" y="479020"/>
              <a:ext cx="8915763" cy="9580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0446" tIns="45720" rIns="45720" bIns="45720" numCol="1" spcCol="1270" anchor="ctr" anchorCtr="0">
              <a:noAutofit/>
            </a:bodyPr>
            <a:lstStyle/>
            <a:p>
              <a:pPr lvl="0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kern="1200" dirty="0">
                  <a:solidFill>
                    <a:schemeClr val="tx1"/>
                  </a:solidFill>
                  <a:latin typeface="Georgia" panose="02040502050405020303" pitchFamily="18" charset="0"/>
                </a:rPr>
                <a:t>NAIRR Resources: </a:t>
              </a:r>
              <a:r>
                <a:rPr lang="en-US" sz="1600" kern="1200" dirty="0">
                  <a:solidFill>
                    <a:schemeClr val="tx1"/>
                  </a:solidFill>
                  <a:latin typeface="Georgia" panose="02040502050405020303" pitchFamily="18" charset="0"/>
                </a:rPr>
                <a:t>Making the lineage observable, not just theoretical</a:t>
              </a: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67B53547-5BE2-161F-7BC4-C394F9857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6856" y="1991634"/>
            <a:ext cx="8669196" cy="351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6763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>
            <a:spLocks noGrp="1"/>
          </p:cNvSpPr>
          <p:nvPr>
            <p:ph type="ctrTitle" idx="4294967295"/>
          </p:nvPr>
        </p:nvSpPr>
        <p:spPr>
          <a:xfrm>
            <a:off x="1877291" y="1628850"/>
            <a:ext cx="4218709" cy="1031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200" b="1" dirty="0">
                <a:latin typeface="Georgia" panose="02040502050405020303" pitchFamily="18" charset="0"/>
              </a:rPr>
              <a:t>Thank You!</a:t>
            </a:r>
            <a:endParaRPr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RA Theme">
      <a:dk1>
        <a:srgbClr val="000000"/>
      </a:dk1>
      <a:lt1>
        <a:srgbClr val="FFFFFF"/>
      </a:lt1>
      <a:dk2>
        <a:srgbClr val="1A2A87"/>
      </a:dk2>
      <a:lt2>
        <a:srgbClr val="EEECE1"/>
      </a:lt2>
      <a:accent1>
        <a:srgbClr val="62A1C5"/>
      </a:accent1>
      <a:accent2>
        <a:srgbClr val="EB532A"/>
      </a:accent2>
      <a:accent3>
        <a:srgbClr val="A6CF59"/>
      </a:accent3>
      <a:accent4>
        <a:srgbClr val="857FBA"/>
      </a:accent4>
      <a:accent5>
        <a:srgbClr val="94D0B2"/>
      </a:accent5>
      <a:accent6>
        <a:srgbClr val="FFDA1C"/>
      </a:accent6>
      <a:hlink>
        <a:srgbClr val="0000FF"/>
      </a:hlink>
      <a:folHlink>
        <a:srgbClr val="76154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CRA Theme">
      <a:dk1>
        <a:srgbClr val="000000"/>
      </a:dk1>
      <a:lt1>
        <a:srgbClr val="FFFFFF"/>
      </a:lt1>
      <a:dk2>
        <a:srgbClr val="1A2A87"/>
      </a:dk2>
      <a:lt2>
        <a:srgbClr val="EEECE1"/>
      </a:lt2>
      <a:accent1>
        <a:srgbClr val="62A1C5"/>
      </a:accent1>
      <a:accent2>
        <a:srgbClr val="EB532A"/>
      </a:accent2>
      <a:accent3>
        <a:srgbClr val="A6CF59"/>
      </a:accent3>
      <a:accent4>
        <a:srgbClr val="857FBA"/>
      </a:accent4>
      <a:accent5>
        <a:srgbClr val="94D0B2"/>
      </a:accent5>
      <a:accent6>
        <a:srgbClr val="FFDA1C"/>
      </a:accent6>
      <a:hlink>
        <a:srgbClr val="0000FF"/>
      </a:hlink>
      <a:folHlink>
        <a:srgbClr val="76154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 logo ">
  <a:themeElements>
    <a:clrScheme name="CRA Theme">
      <a:dk1>
        <a:srgbClr val="000000"/>
      </a:dk1>
      <a:lt1>
        <a:srgbClr val="FFFFFF"/>
      </a:lt1>
      <a:dk2>
        <a:srgbClr val="1A2A87"/>
      </a:dk2>
      <a:lt2>
        <a:srgbClr val="EEECE1"/>
      </a:lt2>
      <a:accent1>
        <a:srgbClr val="62A1C5"/>
      </a:accent1>
      <a:accent2>
        <a:srgbClr val="EB532A"/>
      </a:accent2>
      <a:accent3>
        <a:srgbClr val="A6CF59"/>
      </a:accent3>
      <a:accent4>
        <a:srgbClr val="857FBA"/>
      </a:accent4>
      <a:accent5>
        <a:srgbClr val="94D0B2"/>
      </a:accent5>
      <a:accent6>
        <a:srgbClr val="FFDA1C"/>
      </a:accent6>
      <a:hlink>
        <a:srgbClr val="0000FF"/>
      </a:hlink>
      <a:folHlink>
        <a:srgbClr val="76154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1628</Words>
  <Application>Microsoft Macintosh PowerPoint</Application>
  <PresentationFormat>Widescreen</PresentationFormat>
  <Paragraphs>270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25</vt:i4>
      </vt:variant>
    </vt:vector>
  </HeadingPairs>
  <TitlesOfParts>
    <vt:vector size="37" baseType="lpstr">
      <vt:lpstr>Times New Roman</vt:lpstr>
      <vt:lpstr>Georgia</vt:lpstr>
      <vt:lpstr>Helvetica Neue</vt:lpstr>
      <vt:lpstr>Cambria Math</vt:lpstr>
      <vt:lpstr>Calibri</vt:lpstr>
      <vt:lpstr>Wingdings</vt:lpstr>
      <vt:lpstr>Courier New</vt:lpstr>
      <vt:lpstr>Arial</vt:lpstr>
      <vt:lpstr>Cambria</vt:lpstr>
      <vt:lpstr>Office Theme</vt:lpstr>
      <vt:lpstr>Office Theme</vt:lpstr>
      <vt:lpstr>No logo </vt:lpstr>
      <vt:lpstr>Bridging Foundational Machine Learning and Modern AI in Graduate Education   Jun Wu   Assistant Professor   Michigan State University   https://junwu6.github.io/</vt:lpstr>
      <vt:lpstr>AI Education Today</vt:lpstr>
      <vt:lpstr>AI Education Today</vt:lpstr>
      <vt:lpstr>AI Education Today</vt:lpstr>
      <vt:lpstr>Questions Students Are Asking</vt:lpstr>
      <vt:lpstr>Questions Students Are Asking</vt:lpstr>
      <vt:lpstr>Three Strategies</vt:lpstr>
      <vt:lpstr>Strategy 1: Trace the Roots</vt:lpstr>
      <vt:lpstr>Strategy 1: Trace the Roots</vt:lpstr>
      <vt:lpstr>Strategy 1: Trace the Roots</vt:lpstr>
      <vt:lpstr>Strategy 1: Trace the Roots</vt:lpstr>
      <vt:lpstr>Strategy 2: Learn Both Ways</vt:lpstr>
      <vt:lpstr>Strategy 2: Learn Both Ways</vt:lpstr>
      <vt:lpstr>Strategy 2: Learn Both Ways</vt:lpstr>
      <vt:lpstr>Strategy 2: Learn Both Ways</vt:lpstr>
      <vt:lpstr>Strategy 3: Question the Magic in AI Outputs</vt:lpstr>
      <vt:lpstr>Strategy 3: Question the Magic in AI Outputs</vt:lpstr>
      <vt:lpstr>Strategy 3: Question the Magic in AI Outputs</vt:lpstr>
      <vt:lpstr>Strategy 3: Question the Magic in AI Outputs</vt:lpstr>
      <vt:lpstr>Three Strategies</vt:lpstr>
      <vt:lpstr>Three Strategies</vt:lpstr>
      <vt:lpstr>Three Strategies</vt:lpstr>
      <vt:lpstr>Where NAIRR Fits In</vt:lpstr>
      <vt:lpstr>Takeaways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Wu, Jun</cp:lastModifiedBy>
  <cp:revision>1</cp:revision>
  <dcterms:modified xsi:type="dcterms:W3CDTF">2026-06-17T16:35:16Z</dcterms:modified>
</cp:coreProperties>
</file>